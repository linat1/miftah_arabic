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D2 target.
FLEX slides are optional. Use them if the class is moving quickly; otherwise the same activities are on the website for homework.
Content source: Miftah Arabic website, Pathways › Development › D1 Daily Routine and Time › D1-L12. The website D1-L12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D1 grammar vault (D1-L11)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D2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readiness-check questions (1 person prefix · 2 time with إِلَّا · 3 قَبْلَ أَنْ · 6 asking a girl · 7 أَمَّا … فَـ). Website: “This diagnostic is practice, not part of the 60 assessment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D1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D1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D1 reflection and D2 readiness”): “Use a result, sentence or speaking example — not a general feeling.”
The bands are a teacher guide in line with the F1 / F2 assessments (the website totals the four scores but does not print bands).
A precise action = rule + task + frequency (D1-L11), e.g. “Verb after an: five sentences every two days; check in D2-L03.”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(D2-L01 · Personality Adjectives — What Is He / She Like?) will spend class time USING this language, so students prepare it tonight — short, simple, easy to access (school guidance: “Simple, Short, Interesting, Relevant, Easy to access”). D2 begins with personality (website D2-L01 “Personality Adjectives — What Is He / She Like?”). Adjectives have m. and f. forms — the he/she skill from D1-L06 carries straight over.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Review and Unit Assessment</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algn="l" indent="0" marL="0">
              <a:buNone/>
            </a:pPr>
            <a:r>
              <a:rPr lang="ar-SA" altLang="en-US" sz="4700" b="1" dirty="0">
                <a:solidFill>
                  <a:srgbClr val="D4AF37"/>
                </a:solidFill>
                <a:latin typeface="Amiri" pitchFamily="34" charset="0"/>
                <a:ea typeface="Amiri" pitchFamily="34" charset="-122"/>
                <a:cs typeface="Amiri" pitchFamily="34" charset="-120"/>
              </a:rPr>
              <a:t>مُرَاجَعَةُ</a:t>
            </a:r>
            <a:pPr algn="l" indent="0" marL="0">
              <a:buNone/>
            </a:pPr>
            <a:r>
              <a:rPr lang="en-US" sz="3600" b="1" dirty="0">
                <a:solidFill>
                  <a:srgbClr val="D4AF37"/>
                </a:solidFill>
                <a:latin typeface="Calibri" pitchFamily="34" charset="0"/>
                <a:ea typeface="Calibri" pitchFamily="34" charset="-122"/>
                <a:cs typeface="Calibri" pitchFamily="34" charset="-120"/>
              </a:rPr>
              <a:t> D1 </a:t>
            </a:r>
            <a:pPr algn="l" indent="0" marL="0">
              <a:buNone/>
            </a:pPr>
            <a:r>
              <a:rPr lang="ar-SA" altLang="en-US" sz="4700" b="1" dirty="0">
                <a:solidFill>
                  <a:srgbClr val="D4AF37"/>
                </a:solidFill>
                <a:latin typeface="Amiri" pitchFamily="34" charset="0"/>
                <a:ea typeface="Amiri" pitchFamily="34" charset="-122"/>
                <a:cs typeface="Amiri" pitchFamily="34" charset="-120"/>
              </a:rPr>
              <a:t>وَتَقْيِيمُ الوَحْدَةِ</a:t>
            </a:r>
            <a:endParaRPr lang="en-US"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Retrieve and repair the whole D1 language system, then show it across a 60-mark profile — listening, reading, writing and speaking — and set one precise target for D2.</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my strength, my D2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D2: personality.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first-person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يَسْتَيْقِظُ فِي السَّادِسَةِ.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فِي السَّادِسَةِ.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فِي السَّادِسَةِ.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6:45?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أَتَنَاوَلُ الإِفْطَارَ ___ أَنْ أَخْرُجَ.</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أَحْيَانًا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question for a girl: “When do you wake up?”</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contrast:</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أَدْرُسُ بَعْدَ المَدْرَسَةِ، ___ أَخِي فَيَلْعَبُ كُرَةَ القَدَمِ.</a:t>
            </a:r>
            <a:endParaRPr lang="ar-SA" sz="10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first-person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يَسْتَيْقِظُ فِي السَّادِسَةِ.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فِي السَّادِسَةِ.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فِي السَّادِسَةِ.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first-person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6:45?</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إِلَّا الرُّبْعَ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وَالنِّصْفُ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 6:45, name the next hour: </a:t>
            </a:r>
            <a:pPr algn="l" indent="0" marL="0">
              <a:buNone/>
            </a:pPr>
            <a:r>
              <a:rPr lang="ar-SA" altLang="en-US" sz="1350" dirty="0">
                <a:solidFill>
                  <a:srgbClr val="8A6D1E"/>
                </a:solidFill>
                <a:latin typeface="Amiri" pitchFamily="34" charset="0"/>
                <a:ea typeface="Amiri" pitchFamily="34" charset="-122"/>
                <a:cs typeface="Amiri" pitchFamily="34" charset="-120"/>
              </a:rPr>
              <a:t>السَّابِعَةُ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أَتَنَاوَلُ الإِفْطَارَ ___ أَنْ أَخْرُجَ.</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means before doing something.</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question for a girl: “When do you wake up?”</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Addressing one girl requires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the ending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contrast:</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أَدْرُسُ بَعْدَ المَدْرَسَةِ، ___ أَخِي فَيَلْعَبُ كُرَةَ القَدَمِ.</a:t>
            </a:r>
            <a:endParaRPr lang="ar-SA" sz="10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contrasting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This warm-up does NOT count. It samples the D1 system: person · time · before/after · asking a girl · as for … fa-.</a:t>
            </a:r>
            <a:endParaRPr lang="en-US" sz="125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feminine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60-mark D1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interview begins with </a:t>
            </a:r>
            <a:pPr algn="l" indent="0" marL="0">
              <a:buNone/>
            </a:pPr>
            <a:r>
              <a:rPr lang="ar-SA" altLang="en-US" sz="1350" dirty="0">
                <a:solidFill>
                  <a:srgbClr val="8A6D1E"/>
                </a:solidFill>
                <a:latin typeface="Amiri" pitchFamily="34" charset="0"/>
                <a:ea typeface="Amiri" pitchFamily="34" charset="-122"/>
                <a:cs typeface="Amiri" pitchFamily="34" charset="-120"/>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حَوَالَيْ الثَّامِنَةِ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ea typeface="Calibri" pitchFamily="34" charset="-122"/>
                <a:cs typeface="Calibri" pitchFamily="34" charset="-120"/>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is introduced by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8A6D1E"/>
                </a:solidFill>
                <a:latin typeface="Calibri" pitchFamily="34" charset="0"/>
                <a:ea typeface="Calibri" pitchFamily="34" charset="-122"/>
                <a:cs typeface="Calibri" pitchFamily="34" charset="-120"/>
              </a:rPr>
              <a:t>WRITING · A STRONG ANSWER (TEACHER MODEL, AS IN D1-L11) · SHOW AFTER WRITING</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RESULTS · RECORD YOUR PROFILE AND SET ONE D2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D1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D1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D2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D1 retrieval early in D2</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D2</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(website reflection): My strongest D1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D2-L01 · Personality Adjectives — What Is He / She Like?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وَدُودٌ / وَدُودَةٌ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friendly</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صَادِقٌ / صَادِقَةٌ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honest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صَبُورٌ / صَبُورَةٌ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patient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مُجْتَهِدٌ / مُجْتَهِدَةٌ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hard-working</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هَادِئٌ / هَادِئَةٌ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calm</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friend or family member. Which two words describe their personality,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هُوَ؟ كَيْفَ هِيَ؟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D1-L12 readiness check on the website; learn the five D2 words (both forms).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on the website; then learn the D2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D1 reflection (strongest evidence + precise next action) and describe one person with the D2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D2-L01 · Personality Adjectives — What Is He / She Like?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D1 complete — well done! Learn 5 personality words for D2.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D1-L12 · Review and Unit Assessment</dc:title>
  <dc:subject>PptxGenJS Presentation</dc:subject>
  <dc:creator>Al Madina Online School · Arabic Department</dc:creator>
  <cp:lastModifiedBy>Al Madina Online School · Arabic Department</cp:lastModifiedBy>
  <cp:revision>1</cp:revision>
  <dcterms:created xsi:type="dcterms:W3CDTF">2026-09-27T12:04:20Z</dcterms:created>
  <dcterms:modified xsi:type="dcterms:W3CDTF">2026-09-27T12:04:20Z</dcterms:modified>
</cp:coreProperties>
</file>