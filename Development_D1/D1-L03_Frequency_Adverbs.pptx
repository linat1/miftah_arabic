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often routines happen, place frequency expressions naturally, and compare two days or two people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أَكْثَرُ …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complete my homework</a:t>
            </a:r>
            <a:pPr indent="0" marL="0">
              <a:buNone/>
            </a:pPr>
            <a:r>
              <a:rPr lang="en-US" sz="1000" i="1" dirty="0">
                <a:solidFill>
                  <a:srgbClr val="5A6472"/>
                </a:solidFill>
                <a:latin typeface="Calibri" pitchFamily="34" charset="0"/>
                <a:ea typeface="Calibri" pitchFamily="34" charset="-122"/>
                <a:cs typeface="Calibri" pitchFamily="34" charset="-120"/>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rest</a:t>
            </a:r>
            <a:pPr indent="0" marL="0">
              <a:buNone/>
            </a:pPr>
            <a:r>
              <a:rPr lang="en-US" sz="1000" i="1" dirty="0">
                <a:solidFill>
                  <a:srgbClr val="5A6472"/>
                </a:solidFill>
                <a:latin typeface="Calibri" pitchFamily="34" charset="0"/>
                <a:ea typeface="Calibri" pitchFamily="34" charset="-122"/>
                <a:cs typeface="Calibri" pitchFamily="34" charset="-120"/>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week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every verb after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2026-09-27T11:16:46Z</dcterms:created>
  <dcterms:modified xsi:type="dcterms:W3CDTF">2026-09-27T11:16:46Z</dcterms:modified>
</cp:coreProperties>
</file>