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F5-L09 · Learn F5-L10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F5-L09 (At the Doctor and Pharmacy) and F5-L10 (Healthy Habits and Advice).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F5-L09 and F5-L10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F5-L09? After F5-L10?” Take two answers in the chat for each lesson (one word or one sentence is enough). Then read objective 3 — today’s new situation that needs BOTH lessons. Students tick their route goals at the end of the lesson.
F5-L09 language: explaining a problem (ʿindī … mundhu …); advice with yajibu an + verb in -a; imperatives to a boy / girl (istariḥ / istarīḥī · ishrab / ishrabī · khudh / khudhī); kam marratan fī al-yawm?
F5-L10 language: habits with he / she verbs (yashrabu · yaʾkulu · yumārisu · yanāmu); advice: yajibu an (strong) · min al-afḍali an (gentle) · lā yajibu an (negative); li-anna · li-dhālika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F5-L09 and F5-L10. Teacher reads it once with a confident student; then pairs. Ask: “Which lines are from F5-L09? Which from F5-L10?” The problem, imperatives to a girl (اشْرَبِي · خُذِي) and dosage (مَرَّتَيْنِ فِي اليَوْمِ) come from F5-L09; habits and gentle advice (أَسْهَرُ · مِنَ الأَفْضَلِ أَنْ) from F5-L10. Here the doctor speaks to a girl: تَنَامِي · تَمْشِي (feminine after أَنْ).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explaining a problem and understanding medicine instructions (F5-L09) with habits and advice: يَجِبُ أَنْ · مِنَ الأَفْضَلِ أَنْ · لَا يَجِبُ أَنْ (F5-L10). SUPPORTED: the plan column gives the first words, not the full answer. To a girl Partner A says: مَاذَا بِكِ؟ · خُذِيهِ · مَاذَا يَجِبُ أَنْ تَفْعَلِي؟.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F5-L09 and F5-L10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F5-L09 and F5-L10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(46 words). CHECK YOURSELF (2 min). Find each bullet point in the model, and one phrase from F5-L09 and one from F5-L10.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F5  ·  F5-L09 + F5-L10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F5-W05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Health Week: Ask the Doctor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أُسْبُوعُ الصِّحَّةِ: اسْأَلِ الطَّبِيبَ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the doctor’s visit with healthy habits: during the school health week a student who feels tired sees the doctor, explains the problem, receives medicine instructions and advice on habits (sleep, water, exercise), and writes a health plan that uses both lessons.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F5-L09 + F5-L10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F5 › F5-L10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F5-L09 and F5-L10.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F5-L09 + F5-L10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F5-L09: At the Doctor and Pharmacy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F5-L10: Healthy Habits and Advice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seeing the doctor · My health plan after the doctor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F5-L09 and F5-L10.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F5-L09 · At the Doctor and Pharmacy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 · pl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 / طَبِيبَةٌ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doctor m/f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 / ṭa-bī-ba-tun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أَطِبَّاءُ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 · pl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hospital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mus-tash-fan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مُسْتَشْفَيَاتٌ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صَيْدَلِيَّةٌ</a:t>
            </a:r>
            <a:endParaRPr lang="ar-SA" sz="3000" dirty="0"/>
          </a:p>
        </p:txBody>
      </p:sp>
      <p:sp>
        <p:nvSpPr>
          <p:cNvPr id="54" name="Text 51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pharmacy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ṣay-da-liy-ya-tun</a:t>
            </a:r>
            <a:endParaRPr lang="en-US" sz="1350" dirty="0"/>
          </a:p>
        </p:txBody>
      </p:sp>
      <p:sp>
        <p:nvSpPr>
          <p:cNvPr id="55" name="Shape 52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مَوْعِدٌ طِبِّيٌّ</a:t>
            </a:r>
            <a:endParaRPr lang="ar-SA" sz="3000" dirty="0"/>
          </a:p>
        </p:txBody>
      </p:sp>
      <p:sp>
        <p:nvSpPr>
          <p:cNvPr id="61" name="Text 58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medical appointment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maw-ʿi-dun ṭib-biy-yun</a:t>
            </a:r>
            <a:endParaRPr lang="en-US" sz="1350" dirty="0"/>
          </a:p>
        </p:txBody>
      </p:sp>
      <p:sp>
        <p:nvSpPr>
          <p:cNvPr id="62" name="Shape 5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...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/ one must ...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an ...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 · pl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اِشْرَبْ / اِشْرَبِي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drink! m/f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ish-rab / ish-ra-bī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اِشْرَبْ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اِشْرَبُوا</a:t>
            </a:r>
            <a:endParaRPr lang="ar-SA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F5-L10 · Healthy Habits and Advice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يَشْرَبُ مَاءً كَافِيًا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drinks enough water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yash-ra-bu mā-ʾan kā-fi-yan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تَشْرَبُ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نَشْرَبُ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يَأْكُلُ الفَاكِهَةَ وَالخَضْرَوَاتِ</a:t>
            </a:r>
            <a:endParaRPr lang="ar-SA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eats fruit and vegetables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yaʾ-ku-lu al-fā-ki-ha-ta wāl-khaḍ-ra-wā-ti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we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يَمْشِي</a:t>
            </a:r>
            <a:endParaRPr lang="ar-SA" sz="30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walks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yam-shī</a:t>
            </a:r>
            <a:endParaRPr lang="en-US" sz="1350" dirty="0"/>
          </a:p>
        </p:txBody>
      </p:sp>
      <p:sp>
        <p:nvSpPr>
          <p:cNvPr id="49" name="Shape 46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أَمْشِي</a:t>
            </a:r>
            <a:endParaRPr lang="ar-SA" sz="1500" dirty="0"/>
          </a:p>
        </p:txBody>
      </p:sp>
      <p:sp>
        <p:nvSpPr>
          <p:cNvPr id="52" name="Shape 49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تَمْشِي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نَمْشِي</a:t>
            </a:r>
            <a:endParaRPr lang="ar-SA" sz="1500" dirty="0"/>
          </a:p>
        </p:txBody>
      </p:sp>
      <p:sp>
        <p:nvSpPr>
          <p:cNvPr id="58" name="Shape 5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يَسْتَرِيحُ</a:t>
            </a:r>
            <a:endParaRPr lang="ar-SA" sz="300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yas-ta-rī-ḥu</a:t>
            </a:r>
            <a:endParaRPr lang="en-US" sz="1350" dirty="0"/>
          </a:p>
        </p:txBody>
      </p:sp>
      <p:sp>
        <p:nvSpPr>
          <p:cNvPr id="65" name="Shape 6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يَأْكُلُ سُكَّرًا كَثِيرًا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eats a lot of sugar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yaʾ-ku-lu suk-ka-ran ka-thī-ran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we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يَسْهَرُ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stays up late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yas-ha-ru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أَسْهَرُ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تَسْهَرُ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نَسْهَرُ</a:t>
            </a:r>
            <a:endParaRPr lang="ar-SA" sz="1500" dirty="0"/>
          </a:p>
        </p:txBody>
      </p:sp>
      <p:sp>
        <p:nvSpPr>
          <p:cNvPr id="90" name="Text 8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وَأَمْشِي …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…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… مَرَّاتٍ فِي اليَوْمِ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 … لِأَنَّ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إِنْ شَاءَ اللّٰهُ سَأَكُونُ بِخَيْرٍ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F5-L09 · At the Doctor and Pharmacy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F5-L10 · Healthy Habits and Advice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F5-L09 · At the Doctor and Pharmacy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…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… مَرَّاتٍ فِي اليَوْمِ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إِنْ شَاءَ اللّٰهُ سَأَكُونُ بِخَيْرٍ …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F5-L10 · Healthy Habits and Advice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وَأَمْشِي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 … لِأَنَّ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the health-week clinic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عِيَادَةِ أُسْبُوعِ الصِّحَّةِ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wrong (girl)?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tired, and I have had a headache for three days.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بِالتَّعَبِ، وَعِنْدِي صُدَاعٌ مُنْذُ ثَلَاثَةِ أَيَّامٍ.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sleep?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تَنَامِينَ؟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Only six hours, because I stay up late in front of the screen.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سِتَّ سَاعَاتٍ فَقَطْ، لِأَنِّي أَسْهَرُ أَمَامَ الشَّاشَةِ.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sleep early, and drink enough water.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تَنَامِي مُبَكِّرًا، وَاشْرَبِي مَاءً كَافِيًا.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take one tablet twice a day. And it is better to walk every day.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وَخُذِي حَبَّةً وَاحِدَةً مَرَّتَيْنِ فِي اليَوْمِ. وَمِنَ الأَفْضَلِ أَنْ تَمْشِي كُلَّ يَوْمٍ.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مُنْذُ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wrong?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وَهٰذَا كَافٍ / لَيْسَ كَافِيًا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… سَاعَاتٍ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sleep?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العِيَادَةِ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إِلَى طَبِيبِ الأَسْنَانِ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go with toothache?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تَذْهَبُ عِنْدَمَا يَكُونُ عِنْدَكَ أَلَمُ الأَسْنَانِ؟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مَرَّتَيْنِ فِي الأُسْبُوعِ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أُمَارِسُ … / لَا،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do exercise?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وَاشْرَبْ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يَقُولُ: اسْتَرِحْ وَ…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the doctor say when you have a cold?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يَقُولُ الطَّبِيبُ عِنْدَمَا عِنْدَكَ زُكَامٌ؟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لِذٰلِكَ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أَسْهَرُ / آكُلُ … كَثِيرًا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unhealthy habit?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العَادَةُ غَيْرُ الصِّحِّيَّةِ عِنْدَكَ؟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F5-L09, even numbers from F5-L10.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seeing the doctor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 الطَّبِيبِ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عِنْدِي … مُنْذُ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and since when.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آكُلُ … ، لٰكِنِّي أَشْرَبُ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healthy and one unhealthy habit.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وَتَشْرَبُ عَادَةً؟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كَمْ مَرَّةً …؟ / ثَلَاثَ مَرَّاتٍ؟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Check the instruction: how often?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الدَّوَاءُ. خُذْهُ ثَلَاثَ مَرَّاتٍ فِي اليَوْمِ.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يَجِبُ أَنْ … وَمِنَ الأَفْضَلِ أَنْ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two pieces of advice.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أَنْ تَفْعَلَ الآنَ؟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مِنَ الصَّيْدَلِيَّةِ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say thank you.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تَشْتَرِي الدَّوَاءَ؟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patient · Partner A = the doctor.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Doctor for a day: my health advice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 لِيَوْمٍ وَاحِدٍ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as a doctor giving advice to a tired student: what they must do, what is better to do, and what they should not do — with a reason. Then say which healthy habits you already have.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· اشْرَبْ … · اسْتَرِحْ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Give reasons and results: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— and dosage: …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مَرَّاتٍ فِي اليَوْمِ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better to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يَجِبُ أَنْ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not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 الدَّوَاءَ … مَرَّاتٍ فِي اليَوْمِ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take the medicine … times a day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must rest at home. (to a boy)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تَسْتَرِيحَ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تَسْتَرِيحُ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البَيْتِ.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البَيْتَ.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It is better to walk to school.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الأَفْضَلُ مِنْ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 تَمْشِيَ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 تَمْشِي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المَدْرَسَةِ.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المَدْرَسَةَ.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Drink plenty of water! (to a girl)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اشْرَبِي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اشْرَبْ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مَاءً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كَثِيرًا!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كَثِيرٌ!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must rest at home. (to a boy)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verb ending in -a.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تَسْتَرِيحَ فِي البَيْتِ.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It is better to walk to school.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Gentle advice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verb in -a (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تَمْشِيَ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 تَمْشِيَ إِلَى المَدْرَسَةِ.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Drink plenty of water! (to a girl)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a girl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اشْرَبِي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object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مَاءً كَثِيرًا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اشْرَبِي مَاءً كَثِيرًا!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الدَّوَاءَ يَا سَلْمَى.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Salma is a girl.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نَشْرَبُ مَاءً كَافِيًا.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تَشْرَبُ المَاءَ.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الدَّوَاءَ يَا سَلْمَى.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خُذِي الدَّوَاءَ يَا سَلْمَى.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 a girl: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نَشْرَبُ مَاءً كَافِيًا.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نَشْرَبَ مَاءً كَافِيًا.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verb ending in -a.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تَشْرَبُ المَاءَ.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تَشْرَبَ المَاءَ.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verb in -a.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______ لِأَنَّ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not … because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الآنَ سَأَمْشِي ______ وَسَأَنَامُ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now on I will walk … and sleep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______ 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doctor because I have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Since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______ مَرَّاتٍ فِي اليَوْمِ.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take the medicine … times a day.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doctor said: I must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وَمِنَ الأَفْضَلِ أَنْ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it is better to …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 · حُبُوبٌ  ·  صَيْدَلِيَّةٌ  ·  مَرَّتَيْنِ · ثَلَاثَ مَرَّاتٍ  ·  يَجِبُ أَنْ  ·  مِنَ الأَفْضَلِ أَنْ  ·  لَا يَجِبُ أَنْ  ·  أَسْتَرِيحَ · أَنَامَ مُبَكِّرًا  ·  مَاءً كَافِيًا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health plan after the doctor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خُطَّتِي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note (about 45–65 words) for your family after seeing the doctor. Include: • the problem and since when • the medicine and how often • two pieces of advice from the doctor • one unhealthy habit you will stop, with a reason • two healthy habits you will start.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F5-L09 AND F5-L10.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doctor because I have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قَالَ الطَّبِيبُ: يَجِبُ أَنْ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doctor said: I must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الدَّوَاءَ … مَرَّاتٍ فِي اليَوْمِ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take the medicine … times a day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الآنَ سَأَمْشِي … · لَنْ أَسْهَرَ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now on I will walk … · I will not stay up late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with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مُنْذُ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three strengths of advice and both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أَلَمٌ فِي المَعِدَةِ مُنْذُ يَوْمَيْنِ.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had a stomach ache for two 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الفَاكِهَةَ، لٰكِنِّي أَشْرَبُ مَشْرُوبَاتٍ غَازِيَّةً كَثِيرًا.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fruit, but I drink a lot of fizzy drinks.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وَتَشْرَبُ عَادَةً؟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كَمْ مَرَّةً فِي اليَوْمِ؟ ثَلَاثَ مَرَّاتٍ، بَعْدَ الأَكْلِ؟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how many times a day? Three times, after eating?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الدَّوَاءُ. خُذْهُ ثَلَاثَ مَرَّاتٍ فِي اليَوْمِ.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أَسْتَرِيحَ، وَمِنَ الأَفْضَلِ أَنْ أَشْرَبَ مَاءً كَافِيًا.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must rest, and it is better to drink enough water.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أَنْ تَفْعَلَ الآنَ؟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الصَّيْدَلِيَّةِ بِجَانِبِ المَدْرَسَةِ. شُكْرًا جَزِيلًا يَا دُكْتُورُ.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the pharmacy next to the school. Thank you very much, doctor.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تَشْتَرِي الدَّوَاءَ؟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لِأَنَّ عِنْدِي صُدَاعًا مُنْذُ ثَلَاثَةِ أَيَّامٍ، وَأَشْعُرُ بِالتَّعَبِ. آخُذُ الدَّوَاءَ مَرَّتَيْنِ فِي اليَوْمِ بَعْدَ الأَكْلِ. قَالَ الطَّبِيبُ: يَجِبُ أَنْ تَنَامَ مُبَكِّرًا، وَمِنَ الأَفْضَلِ أَنْ تَشْرَبَ مَاءً كَافِيًا. لَنْ أَسْهَرَ أَمَامَ الشَّاشَةِ لِأَنَّ ذٰلِكَ يُتْعِبُ عَيْنَيَّ. مِنَ الآنَ سَأَمْشِي كُلَّ يَوْمٍ، وَسَآكُلُ الفَاكِهَةَ وَالخَضْرَوَاتِ.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went to the doctor because I have had a headache for three days, and I feel tired. I take the medicine twice a day after eating. The doctor said: you must sleep early, and it is better to drink enough water. I will not stay up late in front of the screen because it tires my eyes. From now on I will walk every day, and I will eat fruit and vegetables.”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ثَلَاثَةِ أَيَّامٍ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اليَوْمِ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الأَفْضَلِ أَنْ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أَسْهَرَ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F5-W05 · Apply workshop (F5-L09 + F5-L10)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F5-L09 and F5-L10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F5-W05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F5-L11 · Speaking and Writing About Food and Health</a:t>
            </a:r>
            <a:endParaRPr lang="en-US" sz="18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التَّحَدُّثُ وَالكِتَابَةُ عَنِ الطَّعَامِ وَالصِّحَّةِ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F5-W05 · Apply Workshop — Health Week: Ask the Doctor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2026-10-26T15:17:35Z</dcterms:created>
  <dcterms:modified xsi:type="dcterms:W3CDTF">2026-10-26T15:17:35Z</dcterms:modified>
</cp:coreProperties>
</file>