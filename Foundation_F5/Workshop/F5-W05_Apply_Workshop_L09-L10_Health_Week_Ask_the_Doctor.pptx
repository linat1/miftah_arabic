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F5-L09 · Learn F5-L10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30–45 seconds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F5-L09 (At the Doctor and Pharmacy) and F5-L10 (Healthy Habits and Advice).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F5-L09 and F5-L10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LEARNT (3 min, main room). Ask: “What can you say after F5-L09? After F5-L10?” Take two answers in the chat for each lesson (one word or one sentence is enough). Then read objective 3 — today’s new situation that needs BOTH lessons. Students tick their route goals at the end of the lesson.
F5-L09 language: explaining a problem (ʿindī … mundhu …); advice with yajibu an + verb in -a; imperatives to a boy / girl (istariḥ / istarīḥī · ishrab / ishrabī · khudh / khudhī); kam marratan fī al-yawm?
F5-L10 language: habits with he / she verbs (yashrabu · yaʾkulu · yumārisu · yanāmu); advice: yajibu an (strong) · min al-afḍali an (gentle) · lā yajibu an (negative); li-anna · li-dhālika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F5-L09.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F5-L10.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3 (5 min). A NEW dialogue that joins F5-L09 and F5-L10. Teacher reads it once with a confident student; then pairs. Ask: “Which lines are from F5-L09? Which from F5-L10?” The problem, imperatives to a girl (اشْرَبِي · خُذِي) and dosage (مَرَّتَيْنِ فِي اليَوْمِ) come from F5-L09; habits and gentle advice (أَسْهَرُ · مِنَ الأَفْضَلِ أَنْ) from F5-L10. Here the doctor speaks to a girl: تَنَامِي · تَمْشِي (feminine after أَنْ).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5 (7 min). One NEW situation that needs both lessons: explaining a problem and understanding medicine instructions (F5-L09) with habits and advice: يَجِبُ أَنْ · مِنَ الأَفْضَلِ أَنْ · لَا يَجِبُ أَنْ (F5-L10). SUPPORTED: the plan column gives the first words, not the full answer. To a girl Partner A says: مَاذَا بِكِ؟ · خُذِيهِ · مَاذَا يَجِبُ أَنْ تَفْعَلِي؟.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F5-L09 and F5-L10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F5-L09 and F5-L10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(30–40 words). Develop: 40–70 words, frames only if stuck. Stretch: no frames, add reasons.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(46 words). CHECK YOURSELF (2 min). Find each bullet point in the model, and one phrase from F5-L09 and one from F5-L10.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7  ·  FOUNDATION F5  ·  F5-L09 + F5-L10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F5-W05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Health Week: Ask the Doctor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أُسْبُوعُ الصِّحَّةِ: اسْأَلِ الطَّبِيبَ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join the doctor’s visit with healthy habits: during the school health week a student who feels tired sees the doctor, explains the problem, receives medicine instructions and advice on habits (sleep, water, exercise), and writes a health plan that uses both lessons.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F5-L09 + F5-L10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Foundation · A1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Foundation › F5 › F5-L10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F5-L09 and F5-L10.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model dialogue · question cards · role-play card · short talk.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sentence builder · spot and fix · write your text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F5-L09 + F5-L10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F5-L09: At the Doctor and Pharmacy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F5-L10: Healthy Habits and Advice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seeing the doctor · My health plan after the doctor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Answer questions from BOTH lessons in full sentences.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Write the text using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Join both lessons in one conversation and a 30–45 seconds talk.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text, frames only if stuck.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Speak without notes; add reasons and opinions.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Add a reason (‏</a:t>
            </a:r>
            <a:pPr algn="l" indent="0" marL="0">
              <a:buNone/>
            </a:pPr>
            <a:r>
              <a:rPr lang="ar-SA" altLang="en-US" sz="17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‏) and an extra detail to every point.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Word race: two lessons, one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English → Arabic,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words from F5-L09 and F5-L10. Partner A says a word in ENGLISH; Partner B says it in ARABIC.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Arabic word clearly.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word, then a short sentence with it.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Join a word from each lesson in one sentence with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or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F5-L09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F5-L09 · At the Doctor and Pharmacy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الأَوَّلِ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 · f · pl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طَبِيبٌ / طَبِيبَةٌ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doctor m/f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ṭa-bī-bun / ṭa-bī-ba-tun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طَبِيبٌ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طَبِيبَةٌ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أَطِبَّاءُ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 · pl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مُسْتَشْفًى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hospital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mus-tash-fan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one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190488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مُسْتَشْفًى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مُسْتَشْفَيَاتٌ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صَيْدَلِيَّةٌ</a:t>
            </a:r>
            <a:endParaRPr lang="ar-SA" sz="3000" dirty="0"/>
          </a:p>
        </p:txBody>
      </p:sp>
      <p:sp>
        <p:nvSpPr>
          <p:cNvPr id="54" name="Text 51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pharmacy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ṣay-da-liy-ya-tun</a:t>
            </a:r>
            <a:endParaRPr lang="en-US" sz="1350" dirty="0"/>
          </a:p>
        </p:txBody>
      </p:sp>
      <p:sp>
        <p:nvSpPr>
          <p:cNvPr id="55" name="Shape 52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Shape 53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58" name="Shape 55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0" name="Text 57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مَوْعِدٌ طِبِّيٌّ</a:t>
            </a:r>
            <a:endParaRPr lang="ar-SA" sz="3000" dirty="0"/>
          </a:p>
        </p:txBody>
      </p:sp>
      <p:sp>
        <p:nvSpPr>
          <p:cNvPr id="61" name="Text 58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medical appointment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maw-ʿi-dun ṭib-biy-yun</a:t>
            </a:r>
            <a:endParaRPr lang="en-US" sz="1350" dirty="0"/>
          </a:p>
        </p:txBody>
      </p:sp>
      <p:sp>
        <p:nvSpPr>
          <p:cNvPr id="62" name="Shape 59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65" name="Shape 62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...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you should / one must ...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ya-ji-bu an ...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960120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960120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 · f · pl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اِشْرَبْ / اِشْرَبِي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drink! m/f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ish-rab / ish-ra-bī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294436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اِشْرَبْ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179222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اِشْرَبِي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اِشْرَبُوا</a:t>
            </a:r>
            <a:endParaRPr lang="ar-SA" sz="1500" dirty="0"/>
          </a:p>
        </p:txBody>
      </p:sp>
      <p:sp>
        <p:nvSpPr>
          <p:cNvPr id="87" name="Text 8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F5-L10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F5-L10 · Healthy Habits and Advice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الثَّانِي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· she · we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يَشْرَبُ مَاءً كَافِيًا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drinks enough water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yash-ra-bu mā-ʾan kā-fi-yan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أَشْرَبُ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تَشْرَبُ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نَشْرَبُ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8" name="Text 35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يَأْكُلُ الفَاكِهَةَ وَالخَضْرَوَاتِ</a:t>
            </a:r>
            <a:endParaRPr lang="ar-SA" sz="3000" dirty="0"/>
          </a:p>
        </p:txBody>
      </p:sp>
      <p:sp>
        <p:nvSpPr>
          <p:cNvPr id="39" name="Text 36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eats fruit and vegetables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yaʾ-ku-lu al-fā-ki-ha-ta wāl-khaḍ-ra-wā-ti</a:t>
            </a:r>
            <a:endParaRPr lang="en-US" sz="1350" dirty="0"/>
          </a:p>
        </p:txBody>
      </p:sp>
      <p:sp>
        <p:nvSpPr>
          <p:cNvPr id="40" name="Shape 37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960120" y="1938528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0120" y="1938528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· she · we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7" name="Text 44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يَمْشِي</a:t>
            </a:r>
            <a:endParaRPr lang="ar-SA" sz="3000" dirty="0"/>
          </a:p>
        </p:txBody>
      </p:sp>
      <p:sp>
        <p:nvSpPr>
          <p:cNvPr id="48" name="Text 45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walks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yam-shī</a:t>
            </a:r>
            <a:endParaRPr lang="en-US" sz="1350" dirty="0"/>
          </a:p>
        </p:txBody>
      </p:sp>
      <p:sp>
        <p:nvSpPr>
          <p:cNvPr id="49" name="Shape 46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51" name="Text 48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أَمْشِي</a:t>
            </a:r>
            <a:endParaRPr lang="ar-SA" sz="1500" dirty="0"/>
          </a:p>
        </p:txBody>
      </p:sp>
      <p:sp>
        <p:nvSpPr>
          <p:cNvPr id="52" name="Shape 49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54" name="Text 51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تَمْشِي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57" name="Text 54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نَمْشِي</a:t>
            </a:r>
            <a:endParaRPr lang="ar-SA" sz="1500" dirty="0"/>
          </a:p>
        </p:txBody>
      </p:sp>
      <p:sp>
        <p:nvSpPr>
          <p:cNvPr id="58" name="Shape 55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9" name="Shape 56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3" name="Text 60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يَسْتَرِيحُ</a:t>
            </a:r>
            <a:endParaRPr lang="ar-SA" sz="3000" dirty="0"/>
          </a:p>
        </p:txBody>
      </p:sp>
      <p:sp>
        <p:nvSpPr>
          <p:cNvPr id="64" name="Text 61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rests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yas-ta-rī-ḥu</a:t>
            </a:r>
            <a:endParaRPr lang="en-US" sz="1350" dirty="0"/>
          </a:p>
        </p:txBody>
      </p:sp>
      <p:sp>
        <p:nvSpPr>
          <p:cNvPr id="65" name="Shape 6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68" name="Shape 65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يَأْكُلُ سُكَّرًا كَثِيرًا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eats a lot of sugar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yaʾ-ku-lu suk-ka-ran ka-thī-ran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3" name="Shape 70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960120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960120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· she · we</a:t>
            </a:r>
            <a:endParaRPr lang="en-US" sz="800" dirty="0"/>
          </a:p>
        </p:txBody>
      </p:sp>
      <p:sp>
        <p:nvSpPr>
          <p:cNvPr id="77" name="Shape 74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9" name="Text 76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يَسْهَرُ</a:t>
            </a:r>
            <a:endParaRPr lang="ar-SA" sz="3000" dirty="0"/>
          </a:p>
        </p:txBody>
      </p:sp>
      <p:sp>
        <p:nvSpPr>
          <p:cNvPr id="80" name="Text 77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stays up late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yas-ha-ru</a:t>
            </a:r>
            <a:endParaRPr lang="en-US" sz="1350" dirty="0"/>
          </a:p>
        </p:txBody>
      </p:sp>
      <p:sp>
        <p:nvSpPr>
          <p:cNvPr id="81" name="Shape 78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294436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أَسْهَرُ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179222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تَسْهَرُ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نَسْهَرُ</a:t>
            </a:r>
            <a:endParaRPr lang="ar-SA" sz="1500" dirty="0"/>
          </a:p>
        </p:txBody>
      </p:sp>
      <p:sp>
        <p:nvSpPr>
          <p:cNvPr id="90" name="Text 8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WHICH LESSON?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lesson does it come from?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إِلَى الطَّبِيبِ لِأَنَّ عِنْدِي …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أَشْرَبُ … وَأَمْشِي …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…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قَالَ الطَّبِيبُ: يَجِبُ أَنْ …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آخُذُ الدَّوَاءَ … مَرَّاتٍ فِي اليَوْمِ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الأَفْضَلِ أَنْ …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يَجِبُ أَنْ … لِأَنَّ …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إِنْ شَاءَ اللّٰهُ سَأَكُونُ بِخَيْرٍ …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F5-L09 · At the Doctor and Pharmacy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F5-L10 · Healthy Habits and Advice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lesson?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F5-L09 · At the Doctor and Pharmacy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إِلَى الطَّبِيبِ لِأَنَّ عِنْدِي …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قَالَ الطَّبِيبُ: يَجِبُ أَنْ …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آخُذُ الدَّوَاءَ … مَرَّاتٍ فِي اليَوْمِ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إِنْ شَاءَ اللّٰهُ سَأَكُونُ بِخَيْرٍ …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F5-L10 · Healthy Habits and Advice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أَشْرَبُ … وَأَمْشِي …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…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الأَفْضَلِ أَنْ …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يَجِبُ أَنْ … لِأَنَّ …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4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MODEL DIALOGUE · BOTH LESSONS IN ONE CONVERSATION</a:t>
            </a:r>
            <a:endParaRPr lang="en-US" sz="934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At the health-week clinic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عِيَادَةِ أُسْبُوعِ الصِّحَّةِ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wrong (girl)?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بِكِ؟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feel tired, and I have had a headache for three days.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أَشْعُرُ بِالتَّعَبِ، وَعِنْدِي صُدَاعٌ مُنْذُ ثَلَاثَةِ أَيَّامٍ.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hours do you sleep?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سَاعَةً تَنَامِينَ؟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Only six hours, because I stay up late in front of the screen.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سِتَّ سَاعَاتٍ فَقَطْ، لِأَنِّي أَسْهَرُ أَمَامَ الشَّاشَةِ.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 must sleep early, and drink enough water.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تَنَامِي مُبَكِّرًا، وَاشْرَبِي مَاءً كَافِيًا.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take one tablet twice a day. And it is better to walk every day.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وَخُذِي حَبَّةً وَاحِدَةً مَرَّتَيْنِ فِي اليَوْمِ. وَمِنَ الأَفْضَلِ أَنْ تَمْشِي كُلَّ يَوْمٍ.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 (A and B). Round 2: swap letters. Round 3: cover the Arabic and say it from the English. Then change TWO details — one from each lesson — and say it again.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QUESTION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Mixed questions — answer, then add more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Add more (Develop · Stretch)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your answer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9432" y="181051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asks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مُنْذُ …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…</a:t>
            </a:r>
            <a:endParaRPr lang="ar-SA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4636008" y="226771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What’s wrong?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بِكَ؟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38360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وَهٰذَا كَافٍ / لَيْسَ كَافِيًا</a:t>
            </a:r>
            <a:endParaRPr lang="ar-SA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أَنَامُ … سَاعَاتٍ</a:t>
            </a:r>
            <a:endParaRPr lang="ar-SA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636008" y="2881884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hours do you sleep?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سَاعَةً تَنَامُ؟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38360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فِي العِيَادَةِ</a:t>
            </a:r>
            <a:endParaRPr lang="ar-SA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إِلَى طَبِيبِ الأَسْنَانِ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4636008" y="3496056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go with toothache?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تَذْهَبُ عِنْدَمَا يَكُونُ عِنْدَكَ أَلَمُ الأَسْنَانِ؟</a:t>
            </a:r>
            <a:endParaRPr lang="ar-SA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38360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مَرَّتَيْنِ فِي الأُسْبُوعِ</a:t>
            </a:r>
            <a:endParaRPr lang="ar-SA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أُمَارِسُ … / لَا، …</a:t>
            </a:r>
            <a:endParaRPr lang="ar-SA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4636008" y="4110228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do exercise?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تُمَارِسُ الرِّيَاضَةَ؟</a:t>
            </a:r>
            <a:endParaRPr lang="ar-SA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وَاشْرَبْ …</a:t>
            </a:r>
            <a:endParaRPr lang="ar-SA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يَقُولُ: اسْتَرِحْ وَ…</a:t>
            </a:r>
            <a:endParaRPr lang="ar-SA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636008" y="4724400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does the doctor say when you have a cold?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يَقُولُ الطَّبِيبُ عِنْدَمَا عِنْدَكَ زُكَامٌ؟</a:t>
            </a:r>
            <a:endParaRPr lang="ar-SA" sz="17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38360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لِذٰلِكَ …</a:t>
            </a:r>
            <a:endParaRPr lang="ar-SA" sz="15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أَسْهَرُ / آكُلُ … كَثِيرًا</a:t>
            </a:r>
            <a:endParaRPr lang="ar-SA" sz="1600" dirty="0"/>
          </a:p>
        </p:txBody>
      </p:sp>
      <p:sp>
        <p:nvSpPr>
          <p:cNvPr id="62" name="Text 59"/>
          <p:cNvSpPr txBox="1"/>
          <p:nvPr/>
        </p:nvSpPr>
        <p:spPr>
          <a:xfrm>
            <a:off x="4636008" y="533857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unhealthy habit?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العَادَةُ غَيْرُ الصِّحِّيَّةِ عِنْدَكَ؟</a:t>
            </a:r>
            <a:endParaRPr lang="ar-SA" sz="17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F5-L09, even numbers from F5-L10. Core: a full sentence from the starter. Develop: add the “more” part. Stretch: link two answers with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‏,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or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‏. Swap after each question.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ROLE-PLAY CARD · USE THE PLAN, THEN HIDE IT AND SPEAK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 — seeing the doctor</a:t>
            </a:r>
            <a:endParaRPr lang="en-US" sz="2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 الطَّبِيبِ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Plan: first words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← عِنْدِي … مُنْذُ …</a:t>
            </a:r>
            <a:endParaRPr lang="ar-SA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problem and since when.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بِكَ؟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75320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← آكُلُ … ، لٰكِنِّي أَشْرَبُ …</a:t>
            </a:r>
            <a:endParaRPr lang="ar-SA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one healthy and one unhealthy habit.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تَأْكُلُ وَتَشْرَبُ عَادَةً؟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75320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← كَمْ مَرَّةً …؟ / ثَلَاثَ مَرَّاتٍ؟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Check the instruction: how often?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الدَّوَاءُ. خُذْهُ ثَلَاثَ مَرَّاتٍ فِي اليَوْمِ.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75320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← يَجِبُ أَنْ … وَمِنَ الأَفْضَلِ أَنْ …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Repeat two pieces of advice.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يَجِبُ أَنْ تَفْعَلَ الآنَ؟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75320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← مِنَ الصَّيْدَلِيَّةِ …</a:t>
            </a:r>
            <a:endParaRPr lang="ar-SA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and say thank you.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وَأَيْنَ تَشْتَرِي الدَّوَاءَ؟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Speaker = the patient · Partner A = the doctor. Read the plan for 1 minute, then hide it and speak. Task ! is a surprise. Then swap roles.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SHORT TALK · 30–45 SECONDS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Doctor for a day: my health advice</a:t>
            </a:r>
            <a:endParaRPr lang="en-US" sz="2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طَبِيبٌ لِيَوْمٍ وَاحِدٍ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Talk for 30–45 seconds — use both lessons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Talk for 30–45 seconds as a doctor giving advice to a tired student: what they must do, what is better to do, and what they should not do — with a reason. Then say which healthy habits you already have.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Think for 30 seconds: 2 key words from EACH lesson, no sentences.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Speaker talks; the partner times it.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Partner: one thing that went well + one thing to improve.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then the teacher invites two volunteers.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… · اشْرَبْ … · اسْتَرِحْ …</a:t>
            </a:r>
            <a:endParaRPr lang="ar-SA" sz="14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الأَفْضَلِ أَنْ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…‏ and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يَجِبُ أَنْ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…‏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Give reasons and results: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…‏ — and dosage: …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مَرَّاتٍ فِي اليَوْمِ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…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 must …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الأَفْضَلِ أَنْ …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better to …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يَجِبُ أَنْ …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 should not …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خُذِ الدَّوَاءَ … مَرَّاتٍ فِي اليَوْمِ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take the medicine … times a day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SENTENCE BUILDER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three correct sentences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must rest at home. (to a boy)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تَسْتَرِيحَ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تَسْتَرِيحُ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البَيْتِ.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البَيْتَ.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It is better to walk to school.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الأَفْضَلِ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الأَفْضَلُ مِنْ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 تَمْشِيَ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 تَمْشِي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إِلَى المَدْرَسَةِ.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المَدْرَسَةَ.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Drink plenty of water! (to a girl)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اشْرَبِي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اشْرَبْ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مَاءً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مَاءٌ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كَثِيرًا!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كَثِيرٌ!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SENTENCES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Sentence builder: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must rest at home. (to a boy)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+ verb ending in -a.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تَسْتَرِيحَ فِي البَيْتِ.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It is better to walk to school.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Gentle advice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الأَفْضَلِ أَنْ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+ verb in -a (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تَمْشِيَ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الأَفْضَلِ أَنْ تَمْشِيَ إِلَى المَدْرَسَةِ.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Drink plenty of water! (to a girl)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 a girl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اشْرَبِي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object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مَاءً كَثِيرًا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اشْرَبِي مَاءً كَثِيرًا!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AND FIX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خُذْ الدَّوَاءَ يَا سَلْمَى.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Salma is a girl.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نَشْرَبُ مَاءً كَافِيًا.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After </a:t>
            </a:r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…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تَشْرَبُ المَاءَ.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After </a:t>
            </a:r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…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خُذْ الدَّوَاءَ يَا سَلْمَى.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خُذِي الدَّوَاءَ يَا سَلْمَى.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 a girl: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خُذِي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نَشْرَبُ مَاءً كَافِيًا.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نَشْرَبَ مَاءً كَافِيًا.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+ verb ending in -a.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تَشْرَبُ المَاءَ.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تَشْرَبَ المَاءَ.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+ verb in -a.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لَنْ ______ لِأَنَّ ______ .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not … because …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الآنَ سَأَمْشِي ______ وَسَأَنَامُ ______ 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From now on I will walk … and sleep …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إِلَى الطَّبِيبِ لِأَنَّ عِنْدِي ______ 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went to the doctor because I have …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______ .</a:t>
            </a:r>
            <a:endParaRPr lang="ar-SA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Since …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آخُذُ الدَّوَاءَ ______ مَرَّاتٍ فِي اليَوْمِ.</a:t>
            </a:r>
            <a:endParaRPr lang="ar-SA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take the medicine … times a day.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قَالَ الطَّبِيبُ: يَجِبُ أَنْ ______ .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doctor said: I must …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202168" y="4517136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وَمِنَ الأَفْضَلِ أَنْ ______ .</a:t>
            </a:r>
            <a:endParaRPr lang="ar-SA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6327648" y="4517136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it is better to …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دَوَاءٌ · حُبُوبٌ  ·  صَيْدَلِيَّةٌ  ·  مَرَّتَيْنِ · ثَلَاثَ مَرَّاتٍ  ·  يَجِبُ أَنْ  ·  مِنَ الأَفْضَلِ أَنْ  ·  لَا يَجِبُ أَنْ  ·  أَسْتَرِيحَ · أَنَامَ مُبَكِّرًا  ·  مَاءً كَافِيًا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ABOUT 45–65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My health plan after the doctor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خُطَّتِي الصِّحِّيَّةُ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1984248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BOTH LESSONS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Write a note (about 45–65 words) for your family after seeing the doctor. Include: • the problem and since when • the medicine and how often • two pieces of advice from the doctor • one unhealthy habit you will stop, with a reason • two healthy habits you will start.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Every bullet point has at least one sentence.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Language from F5-L09 AND F5-L10.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Full sentences with the right ending (I · my · he · she).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At least one ‏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and one ‏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(Develop).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إِلَى الطَّبِيبِ لِأَنَّ عِنْدِي …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went to the doctor because I have …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قَالَ الطَّبِيبُ: يَجِبُ أَنْ …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doctor said: I must …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آخُذُ الدَّوَاءَ … مَرَّاتٍ فِي اليَوْمِ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take the medicine … times a day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الآنَ سَأَمْشِي … · لَنْ أَسْهَرَ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from now on I will walk … · I will not stay up late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EVERY bullet point?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problem with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… مُنْذُ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…‏?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three strengths of advice and both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 and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linking words (‏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‏)?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reason, a time phrase or an opinion?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ROLE-PLAY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card: compare with a strong answer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أَلَمٌ فِي المَعِدَةِ مُنْذُ يَوْمَيْنِ.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had a stomach ache for two days.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بِكَ؟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آكُلُ الفَاكِهَةَ، لٰكِنِّي أَشْرَبُ مَشْرُوبَاتٍ غَازِيَّةً كَثِيرًا.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eat fruit, but I drink a lot of fizzy drinks.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تَأْكُلُ وَتَشْرَبُ عَادَةً؟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كَمْ مَرَّةً فِي اليَوْمِ؟ ثَلَاثَ مَرَّاتٍ، بَعْدَ الأَكْلِ؟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how many times a day? Three times, after eating?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الدَّوَاءُ. خُذْهُ ثَلَاثَ مَرَّاتٍ فِي اليَوْمِ.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أَسْتَرِيحَ، وَمِنَ الأَفْضَلِ أَنْ أَشْرَبَ مَاءً كَافِيًا.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must rest, and it is better to drink enough water.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يَجِبُ أَنْ تَفْعَلَ الآنَ؟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الصَّيْدَلِيَّةِ بِجَانِبِ المَدْرَسَةِ. شُكْرًا جَزِيلًا يَا دُكْتُورُ.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From the pharmacy next to the school. Thank you very much, doctor.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وَأَيْنَ تَشْتَرِي الدَّوَاءَ؟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WRITE YOUR TEXT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إِلَى الطَّبِيبِ لِأَنَّ عِنْدِي صُدَاعًا مُنْذُ ثَلَاثَةِ أَيَّامٍ، وَأَشْعُرُ بِالتَّعَبِ. آخُذُ الدَّوَاءَ مَرَّتَيْنِ فِي اليَوْمِ بَعْدَ الأَكْلِ. قَالَ الطَّبِيبُ: يَجِبُ أَنْ تَنَامَ مُبَكِّرًا، وَمِنَ الأَفْضَلِ أَنْ تَشْرَبَ مَاءً كَافِيًا. لَنْ أَسْهَرَ أَمَامَ الشَّاشَةِ لِأَنَّ ذٰلِكَ يُتْعِبُ عَيْنَيَّ. مِنَ الآنَ سَأَمْشِي كُلَّ يَوْمٍ، وَسَآكُلُ الفَاكِهَةَ وَالخَضْرَوَاتِ.</a:t>
            </a:r>
            <a:endParaRPr lang="ar-SA" sz="26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“I went to the doctor because I have had a headache for three days, and I feel tired. I take the medicine twice a day after eating. The doctor said: you must sleep early, and it is better to drink enough water. I will not stay up late in front of the screen because it tires my eyes. From now on I will walk every day, and I will eat fruit and vegetables.”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ثَلَاثَةِ أَيَّامٍ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مَرَّتَيْنِ فِي اليَوْمِ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الأَفْضَلِ أَنْ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لَنْ أَسْهَرَ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questions from F5-L09 and F5-L10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a sentence for every bullet point.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language from BOTH lessons when I spoke and when I wrote.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text and I fixed one mistake.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added reasons (‏</a:t>
            </a:r>
            <a:pPr algn="l" indent="0" marL="0">
              <a:buNone/>
            </a:pPr>
            <a:r>
              <a:rPr lang="ar-SA" altLang="en-US" sz="17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‏) and extra details without frames.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F5-W05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F5-L11 · Speaking and Writing About Food and Health</a:t>
            </a:r>
            <a:endParaRPr lang="en-US" sz="18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التَّحَدُّثُ وَالكِتَابَةُ عَنِ الطَّعَامِ وَالصِّحَّةِ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week’s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F5-W05 · Apply Workshop — Health Week: Ask the Doctor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2026-10-26T15:47:42Z</dcterms:created>
  <dcterms:modified xsi:type="dcterms:W3CDTF">2026-10-26T15:47:42Z</dcterms:modified>
</cp:coreProperties>
</file>