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F5-L11 · Learn F5-L12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30–45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F5-L11 (Speaking and Writing About Food and Health) and F5-L12 (Review and Unit Assessment: Food, Health and Body).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F5-L11 and F5-L12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LEARNT (3 min, main room). Ask: “What can you say after F5-L11? After F5-L12?” Take two answers in the chat for each lesson (one word or one sentence is enough). Then read objective 3 — today’s new situation that needs BOTH lessons. Students tick their route goals at the end of the lesson.
F5-L11 language: the whole F5 system: food and meals, preferences + li-annahu / li-annahā, ordering, the body, illness with ʿindī … mundhu, advice; connectors awwalan · thumma · baʿda dhālika · ayḍan · lākinna · li-anna · li-dhālika · akhīran · mathalan
F5-L12 language: all of F5: ākulu / ashrabu; meals + frequency; ufaḍḍilu … ʿalā; li-annahu / li-annahā + agreeing adjectives; ordering (urīdu … min faḍlika); body parts + duals; ʿindī … mundhu; advice with yajibu 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F5-L11.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F5-L12.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F5-L11 and F5-L12. Teacher reads it once with a confident student; then pairs. Ask: “Which lines are from F5-L11? Which from F5-L12?” The connectors (مَثَلًا · لِذٰلِكَ · أَوَّلًا · أَخِيرًا) and the three-part answer come from F5-L11; the content revises the whole unit, as in F5-L12.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5 (7 min). One NEW situation that needs both lessons: the whole F5 system (F5-L12 review) in connected spoken answers with connectors and examples (F5-L11). SUPPORTED: the plan column gives the first words, not the full answer. To a girl Partner A says: صِفِي وَجَبَاتِكِ · أَيُّهُمَا تُفَضِّلِينَ؟ · مَتَى كُنْتِ مَرِيضَةً؟ · مَا نَصِيحَتُكِ؟.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F5-L11 and F5-L12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F5-L11 and F5-L12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(49 words). CHECK YOURSELF (2 min). Find each bullet point in the model, and one phrase from F5-L11 and one from F5-L12.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F5  ·  F5-L11 + F5-L12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F5-W06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Our Food and Health Podcast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بُودْكَاسْتُ الطَّعَامِ وَالصِّحَّةِ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use all of F5 for one real purpose: they record an episode of a class podcast — meals and favourite foods with reasons, a time they were ill, and advice for a healthy life — then write it up as a three-paragraph magazine article with connectors.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F5-L11 + F5-L12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end of unit F5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F5 › F5-L12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F5-L11 and F5-L12.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model dialogue · question cards · role-play card · short talk.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sentence builder · spot and fix · write your text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F5-L11 + F5-L12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F5-L11: Speaking and Writing About Food and Health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F5-L12: Review and Unit Assessment: Food, Health and Body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the podcast guest · Article: my food and my health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Answer questions from BOTH lessons in full sentences.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Write the text using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Join both lessons in one conversation and a 30–45 seconds talk.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text, frames only if stuck.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Speak without notes; add reasons and opinions.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Add a reason (‏</a:t>
            </a:r>
            <a:pPr algn="l" indent="0" marL="0">
              <a:buNone/>
            </a:pPr>
            <a:r>
              <a:rPr lang="ar-SA" altLang="en-US" sz="17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‏) and an extra detail to every point.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 race: two lessons, one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English → Arabic,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words from F5-L11 and F5-L12. Partner A says a word in ENGLISH; Partner B says it in ARABIC.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word, then a short sentence with it.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Join a word from each lesson in one sentence with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F5-L11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F5-L11 · Speaking and Writing About Food and Health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الأَوَّلِ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</a:t>
            </a:r>
            <a:endParaRPr lang="ar-SA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ذٰلِكَ</a:t>
            </a:r>
            <a:endParaRPr lang="ar-SA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after that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baʿ-da dhā-li-ka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وَلٰكِنْ / لٰكِنَّ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but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wa-lā-kin / lā-kin-na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3000" dirty="0"/>
          </a:p>
        </p:txBody>
      </p:sp>
      <p:sp>
        <p:nvSpPr>
          <p:cNvPr id="42" name="Text 39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therefore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li-dhā-li-ka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8" name="Text 4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فَضْلِكَ، أَعِدِ السُّؤَالَ.</a:t>
            </a:r>
            <a:endParaRPr lang="ar-SA" sz="3000" dirty="0"/>
          </a:p>
        </p:txBody>
      </p:sp>
      <p:sp>
        <p:nvSpPr>
          <p:cNvPr id="49" name="Text 4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Please repeat the question.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min faḍ-li-ka, a-ʿi-di as-su-ʾā-la.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my opinion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fī raʾ-yī</a:t>
            </a:r>
            <a:endParaRPr lang="en-US" sz="1350" dirty="0"/>
          </a:p>
        </p:txBody>
      </p:sp>
      <p:sp>
        <p:nvSpPr>
          <p:cNvPr id="57" name="Text 5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F5-L12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F5-L12 · Review and Unit Assessment: Food, Health and Body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الثَّانِي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خُبْزٌ · أَرُزٌّ · دَجَاجٌ</a:t>
            </a:r>
            <a:endParaRPr lang="ar-SA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bread · rice · chicken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khub-zun · a-ruz-zun · da-jā-jun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فُطُورٌ · غَدَاءٌ · عَشَاءٌ</a:t>
            </a:r>
            <a:endParaRPr lang="ar-SA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breakfast · lunch · dinner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fu-ṭū-run · gha-dā-ʾun · ʿa-shā-ʾun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عَلَى …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prefer …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u-faḍ-ḍi-lu … ʿa-lā …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رَأْسٌ · عَيْنَانِ · يَدَانِ</a:t>
            </a:r>
            <a:endParaRPr lang="ar-SA" sz="3000" dirty="0"/>
          </a:p>
        </p:txBody>
      </p:sp>
      <p:sp>
        <p:nvSpPr>
          <p:cNvPr id="42" name="Text 39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head · two eyes · two hands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raʾ-sun · ʿay-nā-ni · ya-dā-ni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8" name="Text 4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أَلَمٌ فِي …</a:t>
            </a:r>
            <a:endParaRPr lang="ar-SA" sz="3000" dirty="0"/>
          </a:p>
        </p:txBody>
      </p:sp>
      <p:sp>
        <p:nvSpPr>
          <p:cNvPr id="49" name="Text 4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have a pain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ʿin-dī a-la-mun fī …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دَوَاءٌ · صَيْدَلِيَّةٌ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medicine · pharmacy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da-wā-ʾun · ṣay-da-liy-ya-tun</a:t>
            </a:r>
            <a:endParaRPr lang="en-US" sz="1350" dirty="0"/>
          </a:p>
        </p:txBody>
      </p:sp>
      <p:sp>
        <p:nvSpPr>
          <p:cNvPr id="57" name="Text 5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SORT IT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Food or health?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الأَرُزَّ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صُدَاعٌ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عَيْنَانِ · يَدَانِ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الغَدَاءِ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لَذِيذَةٌ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أَمْسِ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تَسْتَرِيحَ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حُمُّصًا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Food and meals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Health and the body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Sort: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Food and meals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الأَرُزَّ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الغَدَاءِ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لَذِيذَةٌ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حُمُّصًا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Health and the body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صُدَاعٌ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عَيْنَانِ · يَدَانِ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أَمْسِ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تَسْتَرِيحَ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MODEL DIALOGUE · BOTH LESSONS IN ONE CONVERSATION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Podcast episode 1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الحَلْقَةُ الأُولَى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Welcome to our podcast! What is your favourite food, Nour?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بِكُمْ فِي بُودْكَاسْتِنَا! مَا طَعَامُكِ المُفَضَّلُ يَا نُورُ؟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food is fish because it is tasty and healthy. For example, I eat it with rice.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طَعَامِي المُفَضَّلُ السَّمَكُ لِأَنَّهُ لَذِيذٌ وَصِحِّيٌّ. مَثَلًا، آكُلُهُ مَعَ الأَرُزِّ.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were you last ill?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كُنْتِ مَرِيضَةً آخِرَ مَرَّةٍ؟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winter. I had a cold and a fever, so I went to the doctor.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الشِّتَاءِ. كَانَ عِنْدِي زُكَامٌ وَحُمَّى، لِذٰلِكَ ذَهَبْتُ إِلَى الطَّبِيبِ.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what is your advice for the listeners?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نَصِيحَتُكِ لِلْمُسْتَمِعِينَ؟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Firstly, we must drink enough water, and finally it is better to sleep early.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أَوَّلًا، يَجِبُ أَنْ نَشْرَبَ مَاءً كَافِيًا، وَأَخِيرًا مِنَ الأَفْضَلِ أَنْ نَنَامَ مُبَكِّرًا.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 (A and B). Round 2: swap letters. Round 3: cover the Arabic and say it from the English. Then change TWO details — one from each lesson — and say it again.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QUESTION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Mixed questions — answer, then add more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Add more (Develop · Stretch)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your answer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مَثَلًا …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طَعَامِي المُفَضَّلُ … لِأَنَّهُ / لِأَنَّهَا …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636008" y="226771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Favourite food? Why?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طَعَامُكَ المُفَضَّلُ؟ لِمَاذَا؟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لِأَنَّهُ / لِأَنَّهَا …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طَعَامِي المُفَضَّلُ …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36008" y="2881884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food?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طَعَامُكَ المُفَضَّلُ؟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وَأَخِيرًا …</a:t>
            </a:r>
            <a:endParaRPr lang="ar-SA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636008" y="3496056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meals on a normal day.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وَجَبَاتِكَ فِي يَوْمٍ عَادِيٍّ.</a:t>
            </a:r>
            <a:endParaRPr lang="ar-SA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لِأَنَّ …</a:t>
            </a:r>
            <a:endParaRPr lang="ar-SA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عَلَى …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4636008" y="4110228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Tea or coffee?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تُفَضِّلُ: الشَّايَ أَمِ القَهْوَةَ؟</a:t>
            </a:r>
            <a:endParaRPr lang="ar-SA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لٰكِنَّ أُخْتِي …</a:t>
            </a:r>
            <a:endParaRPr lang="ar-SA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عَادَةً أَطْلُبُ …</a:t>
            </a:r>
            <a:endParaRPr lang="ar-SA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636008" y="4724400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order at a restaurant?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تَطْلُبُ فِي المَطْعَمِ؟</a:t>
            </a:r>
            <a:endParaRPr lang="ar-SA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وَأَنْفِي …</a:t>
            </a:r>
            <a:endParaRPr lang="ar-SA" sz="15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عَيْنَايَ … وَشَعْرِي …</a:t>
            </a:r>
            <a:endParaRPr lang="ar-SA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4636008" y="533857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face.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وَجْهَكَ.</a:t>
            </a:r>
            <a:endParaRPr lang="ar-SA" sz="17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F5-L11, even numbers from F5-L12. Core: a full sentence from the starter. Develop: add the “more” part. Stretch: link two answers with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‏,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or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 Swap after each question.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ROLE-PLAY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 — the podcast guest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ضَيْفُ البُودْكَاسْتِ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← فِي الفُطُورِ … وَفِي الغَدَاءِ …</a:t>
            </a:r>
            <a:endParaRPr lang="ar-SA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 meals with what you eat.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وَجَبَاتِكَ فِي يَوْمٍ عَادِيٍّ.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← أُفَضِّلُ … عَلَى … لِأَنَّهُ / لِأَنَّهَا …</a:t>
            </a:r>
            <a:endParaRPr lang="ar-SA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Prefer one with a reason that agrees.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تُفَضِّلُ: الشَّايَ أَمِ القَهْوَةَ؟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75320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← أَقُولُ: أُرِيدُ … مِنْ فَضْلِكَ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order, politely.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تَطْلُبُ فِي المَطْعَمِ؟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5320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← كَانَ عِنْدِي … ، لِذٰلِكَ …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you had and what you did.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كُنْتَ مَرِيضًا آخِرَ مَرَّةٍ؟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75320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← أَوَّلًا يَجِبُ أَنْ … وَأَخِيرًا …</a:t>
            </a:r>
            <a:endParaRPr lang="ar-SA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 pieces of advice with connectors.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لِحَيَاةٍ صِحِّيَّةٍ؟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podcast guest · Partner A = the presenter. Read the plan for 1 minute, then hide it and speak. Task ! is a surprise. Then swap roles.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SHORT TALK · 30–45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one-minute podcast slot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فَقْرَتِي فِي البُودْكَاسْتِ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30–45 seconds — use both lessons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Record your podcast slot (30–45 seconds) in three parts: (1) your meals and favourite food with a reason, (2) a time you were ill and what you did, (3) one piece of advice for a healthy life. Use ‏</a:t>
            </a:r>
            <a:pPr algn="l" indent="0" marL="0">
              <a:buNone/>
            </a:pPr>
            <a:r>
              <a:rPr lang="ar-SA" altLang="en-US" sz="17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</a:t>
            </a:r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and ‏</a:t>
            </a:r>
            <a:pPr algn="l" indent="0" marL="0">
              <a:buNone/>
            </a:pPr>
            <a:r>
              <a:rPr lang="ar-SA" altLang="en-US" sz="17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Think for 30 seconds: 2 key words from EACH lesson,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partner times it.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Partner: one thing that went well + one thing to improve.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then the teacher invites two volunteers.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طَعَامِي المُفَضَّلُ … لِأَنَّهُ … · كَانَ عِنْدِي … · يَجِبُ أَنْ …</a:t>
            </a:r>
            <a:endParaRPr lang="ar-SA" sz="14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Use four connectors: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أَخِيرًا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an example (‏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…‏), a preference (‏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عَلَى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…‏) and ‏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 أَخِيرًا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firstly … then … finally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 example …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عِنْدِي … ، لِذٰلِكَ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had …, so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· مِنَ الأَفْضَلِ أَنْ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must · it is better to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SENTENCE BUILDER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correct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like fish, but my brother prefers meat.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السَّمَكَ،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السَّمَكُ،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وَلٰكِنَّ أَخِي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وَلٰكِنَّ أَخُو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يُفَضِّلُ اللَّحْمَ.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تُفَضِّلُ اللَّحْمَ.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prefer salad to chips because it is healthy.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السَّلَطَةَ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السَّلَطَةُ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عَلَى البَطَاطِسِ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البَطَاطِسِ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صِحِّيَّةٌ.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صِحِّيٌّ.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For example, I eat an apple every day.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مَثَلًا،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لِذٰلِكَ،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آكُلُ تُفَّاحَةً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آكُلُ تُفَّاحَةٌ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كُلَّ يَوْمٍ.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كُلُّ يَوْمٍ.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SENTENCES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Sentence builder: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like fish, but my brother prefers meat.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noun in -a (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أَخِي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); he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يُفَضِّلُ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السَّمَكَ، وَلٰكِنَّ أَخِي يُفَضِّلُ اللَّحْمَ.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prefer salad to chips because it is healthy.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عَلَى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…; salad (f.)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صِحِّيَّةٌ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السَّلَطَةَ عَلَى البَطَاطِسِ لِأَنَّهَا صِحِّيَّةٌ.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For example, I eat an apple every day.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 example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object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تُفَّاحَةً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مَثَلًا، آكُلُ تُفَّاحَةً كُلَّ يَوْمٍ.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AND FIX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الحُمُّصَ لِأَنَّهَا لَذِيذَةٌ.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حُمُّصٌ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masculine.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يَدِي.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يَدٌ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feminine.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زُكَامٌ مِنْ يَوْمَيْنِ.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“for two days”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الحُمُّصَ لِأَنَّهَا لَذِيذَةٌ.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الحُمُّصَ لِأَنَّهُ لَذِيذٌ.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Masculine food →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لَذِيذٌ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يَدِي.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 يَدِي.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Feminine body part →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زُكَامٌ مِنْ يَوْمَيْنِ.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زُكَامٌ مُنْذُ يَوْمَيْنِ.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Duration =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مَثَلًا، ______ .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 example, …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______ عَلَى ______ 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… to …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2468880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______ .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 / since …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الفُطُورِ آكُلُ ______ ، وَفِي الغَدَاءِ ______ .</a:t>
            </a:r>
            <a:endParaRPr lang="ar-SA" sz="155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For breakfast I eat …, and for lunch …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طَعَامِي المُفَضَّلُ ______ لِأَنَّهُ / لِأَنَّهَا ______ .</a:t>
            </a:r>
            <a:endParaRPr lang="ar-SA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My favourite food is … because it is …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عِنْدِي ______ ، لِذٰلِكَ ______ .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I had …, so …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يَجِبُ أَنْ ______ .</a:t>
            </a:r>
            <a:endParaRPr lang="ar-SA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Firstly we must …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02168" y="4517136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وَأَخِيرًا مِنَ الأَفْضَلِ أَنْ ______ 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327648" y="4517136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And finally it is better to …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· ثُمَّ  ·  بَعْدَ ذٰلِكَ · أَخِيرًا  ·  مَثَلًا  ·  لِأَنَّ · لِذٰلِكَ  ·  لَذِيذٌ · صِحِّيٌّ  ·  عِنْدِي … مُنْذُ …  ·  يَجِبُ أَنْ  ·  مِنَ الأَفْضَلِ أَنْ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ABOUT 50–70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Article: my food and my health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طَعَامِي وَصِحَّتِي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984248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BOTH LESSONS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Write your podcast as a magazine article (about 50–70 words) in three paragraphs. Paragraph 1: your meals and favourite food, with a reason and a preference. Paragraph 2: a time you were ill — what you had, since when, what you did. Paragraph 3: two pieces of advice for a healthy life. Use at least five connectors, including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</a:t>
            </a:r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and ‏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Every bullet point has at least one sentence.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Language from F5-L11 AND F5-L12.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Full sentences with the right ending (I · my · he · she).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At least one 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and one 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 (Develop).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الفُطُورِ … وَفِي الغَدَاءِ …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 breakfast … and for lunch …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عَلَى … لِأَنَّهُ / لِأَنَّهَا …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… to … because it …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عِنْدِي … مُنْذُ … ، لِذٰلِكَ …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had … for …, so …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يَجِبُ أَنْ … وَأَخِيرًا …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firstly we must … and finally …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EVERY bullet point?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three paragraphs: meals and food · illness · advice?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get the agreements right (food adjectives, body parts, he / she verbs)?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linking words (‏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reason, a time phrase or an opinion?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ROLE-PLAY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card: compare with a strong answer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الفُطُورِ آكُلُ خُبْزًا وَبَيْضًا، وَفِي الغَدَاءِ آكُلُ دَجَاجًا وَسَلَطَةً.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 breakfast I eat bread and eggs, and for lunch I eat chicken and salad.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وَجَبَاتِكَ فِي يَوْمٍ عَادِيٍّ.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الشَّايَ عَلَى القَهْوَةِ لِأَنَّ القَهْوَةَ مُرَّةٌ.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tea to coffee because coffee is bitter.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تُفَضِّلُ: الشَّايَ أَمِ القَهْوَةَ؟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أَقُولُ: أُرِيدُ شَاوَرْمَا وَعَصِيرًا، مِنْ فَضْلِكَ.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say: I would like shawarma and a juice, please.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تَطْلُبُ فِي المَطْعَمِ؟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الشَّهْرَ المَاضِيَ كَانَ عِنْدِي أَلَمٌ فِي الحَلْقِ، لِذٰلِكَ شَرِبْتُ شَايًا بِالعَسَلِ.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month I had a sore throat, so I drank tea with honey.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كُنْتَ مَرِيضًا آخِرَ مَرَّةٍ؟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يَجِبُ أَنْ نَأْكُلَ الفَاكِهَةَ، وَأَخِيرًا مِنَ الأَفْضَلِ أَنْ نَمْشِيَ كُلَّ يَوْمٍ.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Firstly we must eat fruit, and finally it is better to walk every day.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لِحَيَاةٍ صِحِّيَّةٍ؟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WRITE YOUR TEXT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الفُطُورِ آكُلُ خُبْزًا وَجُبْنًا، وَفِي الغَدَاءِ آكُلُ أَرُزًّا وَسَمَكًا. طَعَامِي المُفَضَّلُ السَّمَكُ لِأَنَّهُ لَذِيذٌ وَصِحِّيٌّ، وَأُفَضِّلُ العَصِيرَ عَلَى المَشْرُوبَاتِ الغَازِيَّةِ.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الشِّتَاءِ كَانَ عِنْدِي زُكَامٌ وَحُمَّى مُنْذُ ثَلَاثَةِ أَيَّامٍ، لِذٰلِكَ ذَهَبْتُ إِلَى الطَّبِيبِ.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أَوَّلًا، يَجِبُ أَنْ نَأْكُلَ طَعَامًا مُتَوَازِنًا، مَثَلًا الفَاكِهَةَ وَالخَضْرَوَاتِ. وَأَخِيرًا، مِنَ الأَفْضَلِ أَنْ نَنَامَ مُبَكِّرًا.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“For breakfast I eat bread and cheese, and for lunch I eat rice and fish. My favourite food is fish because it is tasty and healthy, and I prefer juice to fizzy drinks. / In winter I had a cold and a fever for three days, so I went to the doctor. / Firstly, we must eat a balanced diet, for example fruit and vegetables. And finally, it is better to sleep early.”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لَذِيذٌ وَصِحِّيٌّ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 ذَهَبْتُ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 الفَاكِهَةَ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وَأَخِيرًا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F5-W06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F5 · Food, Health and Body · F5-W06 · Apply workshop (F5-L11 + F5-L12)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from F5-L11 and F5-L12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a sentence for every bullet point.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language from BOTH lessons when I spoke and when I wrote.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text and I fixed one mistake.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added reasons (‏</a:t>
            </a:r>
            <a:pPr algn="l" indent="0" marL="0">
              <a:buNone/>
            </a:pPr>
            <a:r>
              <a:rPr lang="ar-SA" altLang="en-US" sz="17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‏) and extra details without frames.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F5-W06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F5 complete · Well done — the unit is complete</a:t>
            </a:r>
            <a:endParaRPr lang="en-US" sz="2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unit’s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F5-W06 · Apply Workshop — Our Food and Health Podcast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2026-10-26T15:47:43Z</dcterms:created>
  <dcterms:modified xsi:type="dcterms:W3CDTF">2026-10-26T15:47:43Z</dcterms:modified>
</cp:coreProperties>
</file>