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2 (Landscapes, nature and animals, TC-L02) — new role plays and questions (not the ones in the Exam Practice workshop), using the lesson’s language (broken plurals (jibāl, ghābāt, ṭuyūr) + non-human plural agreement (feminine singular); yūjadu / tūjadu; yaʿīshu fī; relative clause with alladhī / allatī; muhaddadun bi-l-inqirāḍ).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تُرِيدِينَ · مَعَكِ · تُحِبِّينَ.
Language: urīdu an arā · kam + accusative (shakhṣan) · an + verb in -a twice · tūjadu (f. noun) · al-ṭuyūr, al-salāḥif: non-human plurals.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تُرِيدِينَ · تَتَطَوَّعِي · عِنْدَكِ · يُعْجِبُكِ.
Stretch language: li-annī … wa-li-annī · kuntu uṭʿimuhā (past habit) · alladhī yaʿīshu fī … · bi-sababi … li-dhālika · non-human plural + feminine singular (ḥayawānātun … faqadat).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Landscapes, Nature and Animals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الطَّبِيعَةُ وَالحَيَوَانَاتُ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landscapes and animals, the answer ladder, two new role plays (booking a nature tour, a wildlife-park volunteer interview), a topic conversation with A-R-E-T, and a one-minute talk about a natural place they love.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Landscapes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المَنَاظِرُ الطَّبِيعِيَّةُ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high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جَبَلٌ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mountain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ja-ba-lun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high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 عَالِيَةٌ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جَبَلٌ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vast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صَحْرَاءُ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desert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ṣaḥ-rā-ʾu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vast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صَحْرَاءُ وَاسِعَةٌ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صَحَارٍ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صَحْرَاءُ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tropical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forest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ghā-ba-tun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tropical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غَابَةٌ اسْتِوَائِيَّةٌ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غَابَاتٌ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غَابَةٌ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نَهْرٌ · بُحَيْرَةٌ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river · a lake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nah-run · bu-ḥay-ra-tun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أَنْهَارٌ · بُحَيْرَاتٌ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وَادٍ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valley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wā-din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وِدْيَانٌ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الوَادِي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شَاطِئٌ · سَاحِلٌ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beach · a coast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shā-ṭi-ʾun · sā-ḥi-lun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شَوَاطِئُ · سَوَاحِلُ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Animals and describing nature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الحَيَوَانَاتُ وَوَصْفُ الطَّبِيعَةِ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wild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animal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ḥa-ya-wā-nun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wild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حَيَوَانَاتٌ بَرِّيَّةٌ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حَيَوَانَاتٌ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rare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طَائِرٌ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bird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ṭā-ʾi-run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rare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طُيُورٌ نَادِرَةٌ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طُيُورٌ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طَائِرٌ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habitat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 فِي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lives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ya-ʿī-shu fī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 (people)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/ non-hum. pl.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تَعِيشُ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جَمِيلٌ · خَلَّابٌ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beautiful · stunning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ja-mī-lun · khal-lā-bun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جَمِيلَةٌ · خَلَّابَةٌ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endangered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نَادِرٌ · مُهَدَّدٌ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rare · endangered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nā-di-run · mu-had-da-dun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endangered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مُهَدَّدٌ بِالانْقِرَاضِ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نَادِرَةٌ · مُهَدَّدَةٌ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the environment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نِظَامٌ بِيئِيٌّ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ecosystem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ni-ẓā-mun bī-ʾiy-yun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environment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أَنْظِمَةٌ بِيئِيَّةٌ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“Describe a beautiful natural place you have visited.”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طَبِيعِيًّا جَمِيلًا زُرْتَهُ.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جِبَالَ الأَطْلَسِ فِي المَغْرِبِ.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visited the Atlas Mountains in Morocco.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جِبَالَ الأَطْلَسِ فِي المَغْرِبِ، وَهِيَ عَالِيَةٌ وَخَلَّابَةٌ.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which are high and stunning.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تُوجَدُ فِيهَا وِدْيَانٌ خَضْرَاءُ وَأَنْهَارٌ صَغِيرَةٌ، وَرَأَيْنَا قُرُودًا بَرِّيَّةً بَيْنَ الأَشْجَارِ.</a:t>
            </a:r>
            <a:endParaRPr lang="ar-SA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there are green valleys and small rivers, and we saw wild monkeys among the trees.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رَأْيِي هِيَ أَجْمَلُ مِنْ أَيِّ مَدِينَةٍ، وَأَتَمَنَّى أَنْ أَصْعَدَ إِلَى قِمَّتِهَا يَوْمًا مَا.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in my opinion it is more beautiful than any city, and I hope to climb to the top one day.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فِي الصَّيْفِ المَاضِي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البَحْرَ أَمِ الجِبَالَ؟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وَهُوَ مُهَدَّدٌ لِأَنَّ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يَعِيشُ فِي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حَيَوَانِي المُفَضَّلُ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حَيَوَانُكَ المُفَضَّلُ؟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وَلٰكِنْ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وَأَذْهَبُ إِلَى هُنَاكَ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/ تُوجَدُ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الطَّبِيعَةِ حَوْلَ مَدِينَتِكَ؟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زُرْتُهَا لَرَكِبْتُ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كَانَتْ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… / لَا،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صَحْرَاءَ؟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Booking a nature tour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حَجْزُ رِحْلَةٍ إِلَى الطَّبِيعَةِ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← أُرِيدُ أَنْ أَرَى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landscape you want to see.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أَيَّ رِحْلَةٍ تُرِيدُ؟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نَحْنُ … أَشْخَاصٍ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people.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مَعَكَ؟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نُحِبُّ أَنْ … وَأَنْ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activities.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تُحِبُّونَ أَنْ تَفْعَلُوا هُنَاكَ؟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اسْأَلْ ← هَلْ … السَّلَاحِفَ؟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turtles.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رِحْلَةٌ إِلَى الشَّاطِئِ أَيْضًا.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لِأَنَّهَا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 الطَّبِيعَةَ؟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tourist · Leader = the travel agent.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Volunteering at a wildlife reserve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مُتَطَوِّعٌ فِي مَحْمِيَّةٍ طَبِيعِيَّةٍ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تَتَطَوَّعَ فِي مَحْمِيَّتِنَا؟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experience.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خِبْرَةٌ مَعَ الحَيَوَانَاتِ؟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animal (where it lives + why).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حَيَوَانٍ يُعْجِبُكَ أَكْثَرَ هُنَا؟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React and ASK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يَبْدَأُ فِي السَّادِسَةِ صَبَاحًا.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(cause → result).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أَصْبَحَتْ حَيَوَانَاتٌ كَثِيرَةٌ مُهَدَّدَةً؟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volunteer · Leader = the reserve manager.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الطَّبِيعَةُ وَالحَيَوَانَاتُ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صِفْهُ.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pet?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حَيَوَانٌ أَلِيفٌ؟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the beach?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الشَّاطِئَ؟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وَمَتَى؟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most beautiful view you have seen.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مَنْظَرٍ طَبِيعِيٍّ رَأَيْتَهُ.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وَالحَيَوَانَاتُ؟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nature in Britain and in your family’s country?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الطَّبِيعَةِ فِي بِرِيطَانِيَا وَفِي بَلَدِ عَائِلَتِكَ؟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…؟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zoos a good idea?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حَدَائِقُ الحَيَوَانِ فِكْرَةٌ جَيِّدَةٌ؟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وَدَوْرُكَ أَنْتَ؟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we protect endangered animals?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نَحْمِي الحَيَوَانَاتِ المُهَدَّدَةَ؟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natural place I love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مَكَانٌ طَبِيعِيٌّ أُحِبُّهُ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natural place you love: where it is, what there is (mountains, rivers, beaches…), the animals that live there, what you did there — and why it matters.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where, two things you find there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), one animal.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adjectives that agree, a past visit and a reason.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danger to the place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how to protect it.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/ تُوجَدُ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with the right gender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feminine singular adjectives with non-human plurals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 عَالِيَةٌ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أَرَى الصَّحْرَاءَ وَالجِبَالَ.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see the desert and the mountains.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أَيَّ رِحْلَةٍ تُرِيدُ؟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نَحْنُ أَرْبَعَةُ أَشْخَاصٍ: أَنَا وَوَالِدَايَ وَأُخْتِي.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are four people: me, my parents and my sister.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مَعَكَ؟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نُحِبُّ أَنْ نَمْشِيَ فِي الوَادِي وَأَنْ نَرَى الطُّيُورَ.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like to walk in the valley and see the birds.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تُحِبُّونَ أَنْ تَفْعَلُوا هُنَاكَ؟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نَرَى السَّلَاحِفَ عَلَى الشَّاطِئِ؟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we see the turtles on the beach?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رِحْلَةٌ إِلَى الشَّاطِئِ أَيْضًا.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هَادِئَةٌ وَجَمِيلَةٌ، وَأَشْعُرُ فِيهَا بِالرَّاحَةِ.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calm and beautiful, and I feel relaxed there.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 الطَّبِيعَةَ؟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أُحِبُّ الحَيَوَانَاتِ، وَلِأَنِّي أُرِيدُ أَنْ أَدْرُسَ عِلْمَ الأَحْيَاءِ فِي الجَامِعَةِ.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love animals, and because I want to study biology at university.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تَتَطَوَّعَ فِي مَحْمِيَّتِنَا؟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السَّنَةِ المَاضِيَةِ سَاعَدْتُ فِي مَرْكَزٍ لِلطُّيُورِ المَجْرُوحَةِ، وَكُنْتُ أُطْعِمُهَا كُلَّ صَبَاحٍ.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year I helped at a centre for injured birds, and I fed them every morning.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خِبْرَةٌ مَعَ الحَيَوَانَاتِ؟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يُعْجِبُنِي المَهَا العَرَبِيُّ الَّذِي يَعِيشُ فِي الصَّحْرَاءِ، لِأَنَّهُ يَسْتَطِيعُ أَنْ يَعِيشَ بِدُونِ مَاءٍ أَيَّامًا.</a:t>
            </a:r>
            <a:endParaRPr lang="ar-SA" sz="17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the Arabian oryx, which lives in the desert, because it can live without water for days.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حَيَوَانٍ يُعْجِبُكَ أَكْثَرَ هُنَا؟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مُشْكِلَةَ! هَلْ سَأَعْمَلُ مَعَ فَرِيقٍ أَمْ وَحْدِي؟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problem! Will I work with a team or alone?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يَبْدَأُ فِي السَّادِسَةِ صَبَاحًا.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قَطْعِ الغَابَاتِ وَالصَّيْدِ، فَقَدَتْ حَيَوَانَاتٌ كَثِيرَةٌ بُيُوتَهَا، لِذٰلِكَ يَجِبُ أَنْ نَحْمِيَ المَحْمِيَّاتِ مِثْلَ هٰذِهِ.</a:t>
            </a:r>
            <a:endParaRPr lang="ar-SA" sz="15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cutting forests and hunting, many animals lost their homes, so we must protect reserves like this one.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أَصْبَحَتْ حَيَوَانَاتٌ كَثِيرَةٌ مُهَدَّدَةً؟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مَنْظَرٍ رَأَيْتُهُ كَانَ غُرُوبَ الشَّمْسِ فِي صَحْرَاءِ وَادِي رَمٍّ، لِأَنَّ الرِّمَالَ أَصْبَحَتْ حَمْرَاءَ؛ نِمْنَا فِي خَيْمَةٍ، وَرَأَيْنَا نُجُومًا كَثِيرَةً، وَسَأَرْجِعُ إِلَى هُنَاكَ مَعَ أَصْدِقَائِي.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sunset in the Wadi Rum desert · R: the sand turned red · E: we slept in a tent and saw many stars · T: I will go back with friends.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مَنْظَرٍ طَبِيعِيٍّ رَأَيْتَهُ.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بِرِيطَانِيَا تُوجَدُ غَابَاتٌ خَضْرَاءُ وَأَنْهَارٌ كَثِيرَةٌ، لِأَنَّ الأَمْطَارَ تَسْقُطُ دَائِمًا؛ أَمَّا فِي السُّودَانِ فَالصَّحْرَاءُ وَاسِعَةٌ، وَتَعِيشُ فِيهَا الجِمَالُ، وَالنِّيلُ أَطْوَلُ مِنْ أَيِّ نَهْرٍ هُنَا.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in Britain, green forests and many rivers · R: it always rains · E/contrast: in Sudan the desert is vast, camels live there, and the Nile is longer than any river here.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الطَّبِيعَةِ فِي بِرِيطَانِيَا وَفِي بَلَدِ عَائِلَتِكَ؟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الحَيَوَانَاتِ فِي حَدَائِقِ الحَيَوَانِ لَيْسَتْ حُرَّةً، غَيْرَ أَنَّ بَعْضَهَا يَحْمِي الحَيَوَانَاتِ المُهَدَّدَةَ؛ مَثَلًا، رَأَيْتُ نَمِرًا نَادِرًا فِي حَدِيقَةِ لَنْدَنَ، وَلَوْلَا الحَدِيقَةُ لَمَاتَ.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zoo animals aren’t free, but some zoos protect endangered species · E: I saw a rare tiger at London Zoo — without the zoo it would have died.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حَدَائِقُ الحَيَوَانِ فِكْرَةٌ جَيِّدَةٌ؟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TC-L02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TC-L02 · Speaking Practice Room — Landscapes, Nature and Animals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2026-10-25T14:48:53Z</dcterms:created>
  <dcterms:modified xsi:type="dcterms:W3CDTF">2026-10-25T14:48:53Z</dcterms:modified>
</cp:coreProperties>
</file>