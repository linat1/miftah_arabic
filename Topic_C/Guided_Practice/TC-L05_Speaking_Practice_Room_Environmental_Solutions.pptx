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5 (Environmental solutions, TC-L05) — new role plays and questions (not the ones in the Exam Practice workshop), using the lesson’s language (obligation and advice (yajibu ʿalā … an · yanbaghī an · lā budda min); purpose (li-kay / li- + verb in -a); masʾūlun ʿan; the future (sa- / sawfa); idhā … fa-; imperatives for campaigns).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تُرِيدِينَ · تَنْضَمِّي · تَفْعَلِينَ · تَأْتِينَ.
Language: li-annī urīdu an + verb in -a · uʿīdu tadwīra · bi-l-ḥāfila · fī ayyi sāʿatin · yajibu ʿalā … an + verb in -a.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you speak to a female head teacher: تَسْمَحِينَ — and the Speaker stays the same.
Stretch language: naqtariḥu an · li-kay + verb in -a · ṣaḥīḥun anna … ghayra anna · past evidence + fa- for result · nastaṭīʿu an … wa-an … ·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Environmental Solutions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حُلُولٌ لِلْبِيئَةِ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green solutions, the answer ladder, two new role plays (joining the school eco-club, presenting a green idea to the head teacher), a topic conversation with A-R-E-T, and a one-minute talk on what they do to help the planet.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Green actions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أَعْمَالٌ خَضْرَاءُ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يُعِيدُ التَّدْوِيرَ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recycles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yu-ʿī-du at-tad-wī-ra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recyclable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قَابِلٌ لِلتَّدْوِيرِ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recycling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إِعَادَةُ التَّدْوِيرِ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تُعِيدُ التَّدْوِيرَ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we · saving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يُوَفِّرُ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saves (water, energy)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yu-waf-fi-ru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saving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تَوْفِيرٌ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نُوَفِّرُ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تُوَفِّرُ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we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يُقَلِّلُ مِنْ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reduces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yu-qal-li-lu min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نُقَلِّلُ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تُقَلِّلُ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we · protection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يَحْمِي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protects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yaḥ-mī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protection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حِمَايَةٌ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نَحْمِي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تَحْمِي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they · a tree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يَزْرَعُ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yaz-ra-ʿu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tree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شَجَرَةٌ · أَشْجَارٌ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5614416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يَزْرَعُونَ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تَزْرَعُ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207751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207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solar energy · renewable (f.)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الطَّاقَةُ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energy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aṭ-ṭā-qa-tu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renewable (f.)</a:t>
            </a:r>
            <a:endParaRPr lang="en-US" sz="700" dirty="0"/>
          </a:p>
        </p:txBody>
      </p:sp>
      <p:sp>
        <p:nvSpPr>
          <p:cNvPr id="113" name="Text 110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مُتَجَدِّدَةٌ</a:t>
            </a:r>
            <a:endParaRPr lang="ar-SA" sz="135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solar energy</a:t>
            </a:r>
            <a:endParaRPr lang="en-US" sz="70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الطَّاقَةُ الشَّمْسِيَّةُ</a:t>
            </a:r>
            <a:endParaRPr lang="ar-SA" sz="135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Advice, duty and purpose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النَّصِيحَةُ وَالوَاجِبُ وَالهَدَفُ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bus · train · a bicycle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المُوَاصَلَاتُ العَامَّةُ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public transport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al-mu-wā-ṣa-lā-tu al-ʿām-ma-tu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bicycle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دَرَّاجَةٌ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bus · train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· القِطَارُ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should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yan-ba-ghī an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(m.) should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تُطْفِئَ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 should reduce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نُقَلِّلَ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obligation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… أَنْ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must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ʿa-lā … an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عَلَيْنَا أَنْ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government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الحُكُومَةِ أَنْ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purpose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لِكَيْ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 that, in order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li-kay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also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لِنَحْمِيَ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 that we protect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لِكَيْ نَحْمِيَ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responsibility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مَسْؤُولٌ عَنْ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responsible for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mas-ʾū-lun ʿan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responsibility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مَسْؤُولِيَّةٌ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مَسْؤُولَةٌ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an awareness campaign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حَمْلَةٌ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campaign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ḥam-la-tun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awareness campaign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حَمْلَةُ تَوْعِيَةٍ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حَمَلَاتٌ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do you do to protect the environment?”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لِتَحْمِيَ البِيئَةَ؟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تَدْوِيرَ الوَرَقِ.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recycle paper.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تَدْوِيرَ الوَرَقِ وَالزُّجَاجِ، وَأُطْفِئُ الأَضْوَاءَ لِكَيْ أُوَفِّرَ الطَّاقَةَ.</a:t>
            </a:r>
            <a:endParaRPr lang="ar-SA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glass, and I switch off the lights to save energy.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وَبَدَلًا مِنَ السَّيَّارَةِ أَذْهَبُ إِلَى المَدْرَسَةِ بِالدَّرَّاجَةِ، لِأَنَّهَا لَا تُلَوِّثُ الهَوَاءَ.</a:t>
            </a:r>
            <a:endParaRPr lang="ar-SA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instead of the car I cycle to school, because it doesn’t pollute the air.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رَأْيِي يَجِبُ عَلَى كُلِّ شَخْصٍ أَنْ يُسَاعِدَ، وَفِي الشَّهْرِ القَادِمِ سَأَزْرَعُ شَجَرَةً مَعَ نَادِي البِيئَةِ.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in my view everyone must help, and next month I will plant a tree with the eco-club.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فِي بَيْتِنَا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لِكَيْ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نُقَلِّلُ مِنَ النُّفَايَاتِ؟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وَإِذَا … فَسَأَذْهَبُ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تَسْتَعْمِلُ المُوَاصَلَاتِ العَامَّةَ؟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كُنْتُ رَئِيسًا لَمَنَعْتُ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يَنْبَغِي أَنْ تَفْعَلَهُ الحُكُومَةُ؟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وَأُخْتِي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لِكَيْ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أُغْلِقُ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تُوَفِّرُ المَاءَ فِي البَيْتِ؟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Joining the eco-club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الانْضِمَامُ إِلَى نَادِي البِيئَةِ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لِأَنِّي أُرِيدُ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لِمَاذَا تُرِيدُ أَنْ تَنْضَمَّ إِلَى النَّادِي؟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أُعِيدُ تَدْوِيرَ … وَأُوَفِّرُ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green actions.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البَيْتِ لِلْبِيئَةِ؟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آتِي مَشْيًا / بِالحَافِلَةِ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travel.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تَأْتِي إِلَى المَدْرَسَةِ؟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اقْبَلْ ← فِكْرَةٌ رَائِعَةٌ! … 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and ASK a question.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سَنَزْرَعُ أَشْجَارًا يَوْمَ السَّبْتِ.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← يَجِبُ عَلَى المَدْرَسَةِ أَنْ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يَجِبُ أَنْ تُغَيِّرَهُ المَدْرَسَةُ؟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new member · Leader = the club leader.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Pitching a green idea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نَعْرِضُ فِكْرَةً خَضْرَاءَ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Present the idea with its purpose.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فِكْرَتُكُمْ؟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objection (concession).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غَالٍ جِدًّا!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past example as evidence.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جَرَّبَتْ مَدْرَسَةٌ أُخْرَى ذٰلِكَ؟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student actions + ASK for permission.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يَسْتَطِيعُ الطُّلَّابُ أَنْ يَفْعَلُوا؟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 الآبَاءُ، مَاذَا تَفْعَلُونَ؟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student council representative · Leader = the head teacher.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حُلُولٌ لِلْبِيئَةِ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بِالضَّبْطِ؟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recycle at home?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تُعِيدُ التَّدْوِيرَ فِي البَيْتِ؟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walk to school?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تَمْشِي إِلَى المَدْرَسَةِ؟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سَتَفْعَلُ؟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have you done recently to help the environment?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مُؤَخَّرًا لِتُسَاعِدَ البِيئَةَ؟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وَمَنِ المَسْؤُولُ؟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could your school be greener?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تَكُونُ مَدْرَسَتُكَ أَكْثَرَ خُضْرَةً؟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وَلٰكِنْ …؟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the government ban cars in city centres?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تَمْنَعَ الحُكُومَةُ السَّيَّارَاتِ فِي وَسَطِ المُدُنِ؟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one person change the world?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يَسْتَطِيعُ شَخْصٌ وَاحِدٌ أَنْ يُغَيِّرَ العَالَمَ؟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how I help the planet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أُسَاعِدُ الأَرْضَ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what you and your family do for the environment: recycling, energy, water, transport — something you did recently — and what others (school, government) should do.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things you do,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لِكَيْ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once.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a past action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…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concession and a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sentence about what you would change.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/ يَنْبَغِي أَنْ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verb in -a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purpose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لِكَيْ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verb in -a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أُرِيدُ أَنْ أَحْمِيَ البِيئَةَ.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protect the environment.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لِمَاذَا تُرِيدُ أَنْ تَنْضَمَّ إِلَى النَّادِي؟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تَدْوِيرَ البْلَاسْتِيكِ، وَأُوَفِّرُ المَاءَ.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recycle plastic, and I save water.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البَيْتِ لِلْبِيئَةِ؟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آتِي بِالحَافِلَةِ مَعَ أَصْدِقَائِي.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come by bus with my friends.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تَأْتِي إِلَى المَدْرَسَةِ؟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رَائِعَةٌ! فِي أَيِّ سَاعَةٍ نَبْدَأُ؟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 idea! What time do we start?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سَنَزْرَعُ أَشْجَارًا يَوْمَ السَّبْتِ.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المَدْرَسَةِ أَنْ تَضَعَ سِلَالًا لِإِعَادَةِ التَّدْوِيرِ فِي كُلِّ صَفٍّ.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school must put recycling bins in every class.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يَجِبُ أَنْ تُغَيِّرَهُ المَدْرَسَةُ؟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نَقْتَرِحُ أَنْ نَضَعَ أَلْوَاحًا شَمْسِيَّةً عَلَى سَطْحِ المَدْرَسَةِ، لِكَيْ نُوَفِّرَ الكَهْرَبَاءَ وَالمَالَ.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suggest putting solar panels on the school roof, to save electricity and money.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فِكْرَتُكُمْ؟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غَالِيَةٌ فِي البِدَايَةِ، غَيْرَ أَنَّهَا سَتُوَفِّرُ آلَافَ الجُنَيْهَاتِ بَعْدَ خَمْسِ سَنَوَاتٍ.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true they are expensive at first, but they will save thousands of pounds after five years.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غَالٍ جِدًّا!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السَّنَةِ المَاضِيَةِ رَكَّبَتْ مَدْرَسَةٌ قَرِيبَةٌ أَلْوَاحًا، فَانْخَفَضَتْ فَاتُورَتُهَا إِلَى النِّصْفِ.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year a nearby school installed panels, and its bill fell by half.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جَرَّبَتْ مَدْرَسَةٌ أُخْرَى ذٰلِكَ؟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نَسْتَطِيعُ أَنْ نَجْمَعَ المَالَ وَأَنْ نُنَظِّمَ حَمْلَةً. هَلْ تَسْمَحُ لَنَا بِسُوقٍ خَيْرِيٍّ؟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can raise money and organise a campaign. Will you allow us a charity sale?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يَسْتَطِيعُ الطُّلَّابُ أَنْ يَفْعَلُوا؟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رَفَضُوا، لَدَعَوْنَاهُمْ إِلَى اجْتِمَاعٍ، وَشَرَحْنَا لَهُمْ أَنَّ هٰذَا المَشْرُوعَ مُفِيدٌ لِمُسْتَقْبَلِ أَوْلَادِهِمْ.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they refused, we would invite them to a meeting and explain that this project helps their children’s future.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 الآبَاءُ، مَاذَا تَفْعَلُونَ؟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الشَّهْرِ المَاضِي شَارَكْتُ فِي تَنْظِيفِ النَّهْرِ مَعَ نَادِي البِيئَةِ، لِأَنَّهُ كَانَ مَلِيئًا بِالأَكْيَاسِ؛ جَمَعْنَا خَمْسِينَ كِيسًا، وَفِي الصَّيْفِ سَنُنَظِّفُ الحَدِيقَةَ العَامَّةَ.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last month I joined a river clean-up · R: it was full of bags · E: we collected fifty bags · T: in summer we’ll clean the park.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مُؤَخَّرًا لِتُسَاعِدَ البِيئَةَ؟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نَسْتَعْمِلَ وَرَقًا أَقَلَّ، لِأَنَّنَا نَطْبَعُ كَثِيرًا؛ مَثَلًا، نَسْتَطِيعُ أَنْ نُرْسِلَ الوَاجِبَاتِ بِالإِنْتَرْنِتِ، وَأَنْ نَزْرَعَ حَدِيقَةً لِلْخُضَارِ خَلْفَ المَلْعَبِ.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use less paper · R: we print a lot · E: send homework online and plant a vegetable garden behind the pitch.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تَكُونُ مَدْرَسَتُكَ أَكْثَرَ خُضْرَةً؟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شَخْصًا وَاحِدًا لَا يَسْتَطِيعُ أَنْ يَفْعَلَ كُلَّ شَيْءٍ، غَيْرَ أَنَّهُ يَسْتَطِيعُ أَنْ يُلْهِمَ الآخَرِينَ؛ مَثَلًا، بَدَأَتْ غْرِيتَا ثُونْبِرْغ وَحْدَهَا، ثُمَّ تَبِعَهَا مَلَايِينُ الشَّبَابِ.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one person can’t do everything, but they can inspire others · E: Greta Thunberg started alone, then millions of young people followed her.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يَسْتَطِيعُ شَخْصٌ وَاحِدٌ أَنْ يُغَيِّرَ العَالَمَ؟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TC-L05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TC-L05 · Speaking Practice Room — Environmental Solutions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2026-10-25T14:54:31Z</dcterms:created>
  <dcterms:modified xsi:type="dcterms:W3CDTF">2026-10-25T14:54:31Z</dcterms:modified>
</cp:coreProperties>
</file>