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9 (Shopping, prices and consumer choices, TC-L09) — new role plays and questions (not the ones in the Exam Practice workshop), using the lesson’s language (demonstratives (hādhā · hādhihi · hāʾulāʾi); asking prices (kam thamanuhu / thamanuhā?); numbers with currencies; rakhīṣun / ghālin + comparatives (arkhaṣu · aghlā); polite requests (hal yumkinu an …); complaints (maksūrun · maʿībun)).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تُرِيدِينَ · تُفَضِّلِينَ · تَدْفَعِينَ — and the Speaker says to a female seller: هَلْ تَقْبَلِينَ.
Language: urīdu hadiyyatan li- · kam thamanuhā (f. noun) · ghālin · miʾatay dirhamin (dual in iḍāfa) · colour agreement (al-bunniyyata) · naqdan / bi-l-biṭāqa.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أُسَاعِدُكِ · عِنْدَكِ · سَيَصِلُكِ · تَتَسَوَّقِينَ.
Stretch language: ṭalabtu … wa-waṣalat (non-human plural → f.) · maksūratun · urīdu an … lā an … · dual usbūʿāni · ṣaḥīḥun anna … ghayra anna + comparatives.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Shopping, Prices and Consumer Choices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التَّسَوُّقُ وَالأَسْعَارُ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shopping and prices, the answer ladder, two new role plays (buying a present at a souq, returning a faulty online order), a topic conversation with A-R-E-T, and a one-minute talk about their shopping habits.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In the shop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المَحَلِّ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agreement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that (m. · 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ذٰلِكَ · تِلْكَ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these (non-hum. pl.)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5749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price (m.) · its price (f.)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ثَمَنٌ · سِعْرٌ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tha-ma-nun · siʿ-run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أَسْعَارٌ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price (f.)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price (m.)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ثَمَنُهُ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 · غَالٍ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 · expensive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ra-khī-ṣun · ghā-lin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· أَغْلَى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رَخِيصَةٌ · غَالِيَةٌ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20 pounds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جُنَيْهٌ · دِرْهَمٌ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pound · a dirham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ju-nay-hun · dir-ha-mun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20 pounds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عِشْرُونَ جُنَيْهًا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جُنَيْهَاتٌ · دَرَاهِمُ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discount · half price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تَخْفِيضَاتٌ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sales, discounts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takh-fī-ḍā-tun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half price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نِصْفُ الثَّمَنِ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discount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خَصْمٌ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bigger · smaller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size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ma-qā-sun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bigger · smaller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· أَصْغَرُ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مَقَاسَاتٌ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Paying, returning and shopping online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الدَّفْعُ وَالإِرْجَاعُ وَالتَّسَوُّقُ عَلَى الإِنْتَرْنِتِ</a:t>
            </a:r>
            <a:endParaRPr lang="ar-SA" sz="2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by card · cash · payment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ad-fa-ʿu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payment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الدَّفْعُ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cash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نَقْدًا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by card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بِالبِطَاقَةِ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all tenses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buy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ash-ta-rī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purchases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مُشْتَرَيَاتٌ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سَأَشْتَرِي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a refund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أُرْجِعُ · أُبَدِّلُ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return · I exchange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ur-ji-ʿu · u-bad-di-lu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refund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اسْتِرْدَادُ المَالِ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أَرْجَعْتُ · بَدَّلْتُ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guarantee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إِيصَالٌ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receipt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ī-ṣā-lun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guarantee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ضَمَانٌ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إِيصَالَاتٌ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it doesn’t work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مَكْسُورٌ · مَعِيبٌ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broken · faulty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mak-sū-run · ma-ʿī-bun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doesn’t work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يَعْمَلُ · لَا تَعْمَلُ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مَكْسُورَةٌ · مَعِيبَةٌ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delivery · the consumer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التَّسَوُّقُ عَلَى الإِنْتَرْنِتِ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online shopping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at-ta-saw-wu-qu ʿa-lā al-in-tar-ni-ti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consumer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المُسْتَهْلِكُ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delivery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التَّوْصِيلُ</a:t>
            </a:r>
            <a:endParaRPr lang="ar-SA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“Where do you like to shop?”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تَتَسَوَّقَ؟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أَتَسَوَّقَ فِي السُّوقِ.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like shopping at the market.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أَتَسَوَّقَ فِي السُّوقِ، لِأَنَّ الأَسْعَارَ أَرْخَصُ مِنَ المَحَلَّاتِ.</a:t>
            </a:r>
            <a:endParaRPr lang="ar-SA" sz="2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prices are cheaper than in shops.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وَأَسْتَطِيعُ أَنْ أُفَاصِلَ؛ مَثَلًا، اشْتَرَيْتُ أَمْسِ قَمِيصًا بِعَشَرَةِ جُنَيْهَاتٍ بَدَلًا مِنْ خَمْسَةَ عَشَرَ.</a:t>
            </a:r>
            <a:endParaRPr lang="ar-SA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I can bargain — yesterday I bought a shirt for £10 instead of £15.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صَحِيحٌ أَنَّ التَّسَوُّقَ عَلَى الإِنْتَرْنِتِ أَسْهَلُ، غَيْرَ أَنِّي أُحِبُّ أَنْ أَلْمِسَ المَلَابِسَ قَبْلَ أَنْ أَشْتَرِيَهَا.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it’s true online is easier, but I like to touch clothes before I buy them.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وَأُوَفِّرُ … لِكَيْ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وَأَشْتَرِي بِهِ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مَصْرُوفِي … جُنَيْهَاتٍ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مَصْرُوفُكَ فِي الأُسْبُوعِ؟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وَكَانَ أَغْلَى / أَرْخَصُ مِنْ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بِعِشْرِينَ جُنَيْهًا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آخِرُ شَيْءٍ اشْتَرَيْتَهُ؟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آخِرِ تَخْفِيضَاتٍ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التَّخْفِيضَاتِ؟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فَأَعْطَوْنِي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كَانَ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أَرْجَعْتُ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أَرْجَعْتَ شَيْئًا إِلَى مَحَلٍّ؟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Buying a present at the souq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شِرَاءُ هَدِيَّةٍ فِي السُّوقِ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أُرِيدُ هَدِيَّةً لِأُمِّي / لِأَبِي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and for whom.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تُرِيدُ؟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اسْأَلْ ← كَمْ ثَمَنُ … 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price.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هٰذِهِ الحَقِيبَةُ الجِلْدِيَّةُ.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غَالِيَةٌ ← هٰذَا غَالٍ! … مِئَتَيْ دِرْهَمٍ؟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is expensive and offer a price.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 ثَلَاثُمِئَةِ دِرْهَمٍ.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لَوْنٌ ← أُفَضِّلُ الحَقِيبَةَ … ← الحَمْرَاءَ / البُنِّيَّةَ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colour.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تُفَضِّلُ؟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أَدْفَعُ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تَدْفَعُ نَقْدًا أَمْ بِالبِطَاقَةِ؟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tourist · Leader = the shopkeeper.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Returning a faulty order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إِرْجَاعُ طَلَبٍ مَعِيبٍ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you ordered and when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خِدْمَةُ العُمَلَاءِ،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faults.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بِالضَّبْطِ؟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say what you want.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الإِيصَالُ؟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React and ASK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سَيَصِلُكَ المَالُ بَعْدَ أُسْبُوعَيْنِ.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تَتَسَوَّقُ عَلَى الإِنْتَرْنِتِ إِذَا كَانَتْ هُنَاكَ مَشَاكِلُ؟</a:t>
            </a:r>
            <a:endParaRPr lang="ar-SA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· Leader = the customer-service agent.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التَّسَوُّقُ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usually shop with?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تَتَسَوَّقُ عَادَةً؟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غَالٍ؟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were your shoes?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حِذَائِكَ؟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اشْتَرَيْتَ؟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time you went shopping.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ذَهَبْتَ فِيهَا لِلتَّسَوُّقِ.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shops or shopping online?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المَحَلَّاتِ أَمِ التَّسَوُّقَ عَلَى الإِنْتَرْنِتِ؟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وَالسَّبَبُ؟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buy too much?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يَشْتَرِي الشَّبَابُ أَكْثَرَ مِنَ اللَّازِمِ؟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حَتَّى لَوْ كَانَتْ أَغْلَى؟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important to buy eco-friendly products?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المُهِمِّ أَنْ نَشْتَرِيَ مُنْتَجَاتٍ صَدِيقَةً لِلْبِيئَةِ؟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me and shopping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وَالتَّسَوُّقُ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shopping habits: where and with whom, what you buy, how much you spend, a good or bad shopping experience — and your opinion on online shopping.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where you shop, two things you buy, one price.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 comparison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a past purchase.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problem you had and an opinion with a concession.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/ هٰذِهِ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asked prices correctly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ثَمَنُهُ / ثَمَنُهَا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comparatives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with prices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هَدِيَّةً لِأُمِّي.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a present for my mum.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تُرِيدُ؟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جَمِيلَةٌ! كَمْ ثَمَنُهَا؟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Lovely! How much is it?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هٰذِهِ الحَقِيبَةُ الجِلْدِيَّةُ.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غَالٍ جِدًّا! هَلْ تَقْبَلُ مِئَتَيْ دِرْهَمٍ؟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That’s very expensive! Will you accept 200 dirhams?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 ثَلَاثُمِئَةِ دِرْهَمٍ.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الحَقِيبَةَ البُنِّيَّةَ.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brown bag.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تُفَضِّلُ؟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 نَقْدًا، لِأَنَّ بِطَاقَتِي لَا تَعْمَلُ هُنَا.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pay cash, because my card doesn’t work here.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تَدْفَعُ نَقْدًا أَمْ بِالبِطَاقَةِ؟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طَلَبْتُ سَمَّاعَاتٍ لَاسِلْكِيَّةً مِنْ مَوْقِعِكُمْ يَوْمَ الإِثْنَيْنِ، وَوَصَلَتْ أَمْسِ.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ordered wireless headphones from your site on Monday, and they arrived yesterday.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خِدْمَةُ العُمَلَاءِ،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العُلْبَةُ كَانَتْ مَكْسُورَةً، وَالسَّمَّاعَةُ اليُسْرَى لَا تَعْمَلُ أَبَدًا.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box was broken, and the left earphone doesn’t work at 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الإِيصَالُ الإِلِكْتْرُونِيُّ. أُرِيدُ أَنْ تُرْجِعُوا لِي المَالَ، لَا أَنْ تُبَدِّلُوهَا.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the e-receipt. I want a refund, not an exchange.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الإِيصَالُ؟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أُسْبُوعَانِ؟ هٰذَا طَوِيلٌ! هَلْ يُمْكِنُ أَنْ يَكُونَ أَسْرَعَ؟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weeks? That’s long! Can it be faster?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سَيَصِلُكَ المَالُ بَعْدَ أُسْبُوعَيْنِ.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هُنَاكَ مَشَاكِلَ أَحْيَانًا، غَيْرَ أَنَّ الأَسْعَارَ أَرْخَصُ، وَالاخْتِيَارَ أَكْبَرُ، وَلَا أَحْتَاجُ إِلَى المُوَاصَلَاتِ.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true there are problems sometimes, but prices are cheaper, the choice is bigger, and I don’t need transport.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تَتَسَوَّقُ عَلَى الإِنْتَرْنِتِ إِذَا كَانَتْ هُنَاكَ مَشَاكِلُ؟</a:t>
            </a:r>
            <a:endParaRPr lang="ar-SA" sz="15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يَوْمَ السَّبْتِ مَعَ أُخْتِي إِلَى المَرْكَزِ التِّجَارِيِّ، لِأَنَّنَا أَرَدْنَا مَلَابِسَ لِلْعِيدِ؛ اشْتَرَيْتُ ثَوْبًا أَخْضَرَ بِثَلَاثِينَ جُنَيْهًا، وَسَأَلْبَسُهُ فِي صَلَاةِ العِيدِ.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Saturday with my sister at the shopping centre · R: we wanted Eid clothes · E: a green thobe for £30 · T: I’ll wear it for Eid prayer.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ذَهَبْتَ فِيهَا لِلتَّسَوُّقِ.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الإِنْتَرْنِتَ لِلْكُتُبِ وَالأَلْعَابِ، لِأَنَّهُ أَرْخَصُ وَأَسْرَعُ؛ أَمَّا المَلَابِسُ فَأَشْتَرِيهَا مِنَ المَحَلَّاتِ، لِأَنَّ المَقَاسَ لَمْ يَكُنْ مُنَاسِبًا مَرَّتَيْنِ عِنْدَمَا طَلَبْتُهَا عَلَى الإِنْتَرْنِتِ.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online for books and games · R: cheaper and faster · contrast/E: clothes in shops — twice the size was wrong when I ordered online.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المَحَلَّاتِ أَمِ التَّسَوُّقَ عَلَى الإِنْتَرْنِتِ؟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الإِعْلَانَاتِ عَلَى وَسَائِلِ التَّوَاصُلِ تُشَجِّعُهُمْ؛ مَثَلًا، اشْتَرَيْتُ مَرَّةً حِذَاءً غَالِيًا لِأَنَّ كُلَّ أَصْدِقَائِي اشْتَرَوْهُ، ثُمَّ لَبِسْتُهُ مَرَّتَيْنِ فَقَطْ!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social media adverts push them · E: I once bought expensive trainers because all my friends did — then wore them only twice!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يَشْتَرِي الشَّبَابُ أَكْثَرَ مِنَ اللَّازِمِ؟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TC-L09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TC-L09 · Speaking Practice Room — Shopping, Prices and Consumer Choices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2026-10-25T15:00:42Z</dcterms:created>
  <dcterms:modified xsi:type="dcterms:W3CDTF">2026-10-25T15:00:42Z</dcterms:modified>
</cp:coreProperties>
</file>