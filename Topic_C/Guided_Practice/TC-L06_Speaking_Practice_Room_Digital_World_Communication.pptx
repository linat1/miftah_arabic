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C · The World Around Us, Lesson 6 (The digital world and communication, TC-L06) — new role plays and questions (not the ones in the Exam Practice workshop), using the lesson’s language (present-tense habits with frequency (marratan fī …, ʿādatan); verbs + prepositions (atawāṣalu maʿa · uʿalliqu ʿalā · abḥathu ʿan); verbal nouns (istikhdām, idmān); advantages / disadvantages (min fawāʾidi … · min ʿuyūbi …); comparatives).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أُسَاعِدُكِ · اشْتَرَيْتِهِ · تَسْتَعْمِلِينَ · عِنْدَكِ · تُفَضِّلِينَ · لَكِ.
Language: ishtaraytu + lākinna · object pronoun -hu (ishtaraytuhu) · atawāṣalu maʿa · uḥammilu · hal yumkinu an + verb in -a.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رَأْيُكِ · حَاوَلْتِ · تَعِيشِي.
Stretch language: min fawāʾidihā anna … · lam yakun ʿindanā + fa- result · passive tursalu · law … la- + ṣaḥīḥun anna … ghayra anna.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GUIDED PRACTICE  ·  TC-L06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Digital World and Communication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العَالَمُ الرَّقْمِيُّ وَالتَّوَاصُلُ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 on technology, the answer ladder, two new role plays (a phone-shop problem, a debate about a screen-free week), a topic conversation with A-R-E-T, and a one-minute talk about technology in their life.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Advanced Topic C · The World Around Us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Devices and apps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الأَجْهِزَةُ وَالتَّطْبِيقَاتُ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 screen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هَاتِفٌ ذَكِيٌّ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smartphone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hā-ti-fun dha-kiy-yun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screen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شَاشَةٌ · شَاشَاتٌ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هَوَاتِفُ ذَكِيَّةٌ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95315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953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useful (non-hum. pl.)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تَطْبِيقٌ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app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taṭ-bī-qun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(non-hum. pl.)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تَطْبِيقَاتٌ مُفِيدَةٌ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تَطْبِيقَاتٌ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platform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وَسَائِلُ التَّوَاصُلِ الاجْتِمَاعِيِّ</a:t>
            </a:r>
            <a:endParaRPr lang="ar-SA" sz="29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social media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wa-sā-ʾi-lu at-ta-wā-ṣu-li alj-ti-mā-ʿiy-yi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platform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640080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مِنَصَّةٌ · مِنَصَّاتٌ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604504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604504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+ maʿa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أَتَوَاصَلُ مَعَ …</a:t>
            </a:r>
            <a:endParaRPr lang="ar-SA" sz="3000" dirty="0"/>
          </a:p>
        </p:txBody>
      </p:sp>
      <p:sp>
        <p:nvSpPr>
          <p:cNvPr id="65" name="Text 62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keep in touch with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a-ta-wā-ṣa-lu ma-ʿa …</a:t>
            </a:r>
            <a:endParaRPr lang="en-US" sz="1350" dirty="0"/>
          </a:p>
        </p:txBody>
      </p:sp>
      <p:sp>
        <p:nvSpPr>
          <p:cNvPr id="66" name="Shape 63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700" dirty="0"/>
          </a:p>
        </p:txBody>
      </p:sp>
      <p:sp>
        <p:nvSpPr>
          <p:cNvPr id="68" name="Text 65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التَّوَاصُلُ</a:t>
            </a:r>
            <a:endParaRPr lang="ar-SA" sz="1350" dirty="0"/>
          </a:p>
        </p:txBody>
      </p:sp>
      <p:sp>
        <p:nvSpPr>
          <p:cNvPr id="69" name="Shape 66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تَتَوَاصَلُ مَعَ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يَتَوَاصَلُ مَعَ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+ ʿalā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أُعَلِّقُ عَلَى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comment on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u-ʿal-li-qu ʿa-lā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comment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تَعْلِيقٌ · تَعْلِيقَاتٌ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يُعَلِّقُ عَلَى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207751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20775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the internet · a website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أَتَصَفَّحُ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browse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a-ta-ṣaf-fa-ḥu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website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مَوْقِعٌ · مَوَاقِعُ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internet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الإِنْتَرْنِتُ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يَتَصَفَّحُ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Online life: verbs and issues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الحَيَاةُ عَلَى الإِنْتَرْنِتِ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downloading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أُحَمِّلُ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download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u-ḥam-mi-lu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downloading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تَحْمِيلٌ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يُحَمِّلُ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a post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أَنْشُرُ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post, publish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an-shu-ru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post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مَنْشُورٌ · مَنْشُورَاتٌ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يَنْشُرُ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+ ʿan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أَبْحَثُ عَنْ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search for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ab-ḥa-thu ʿan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search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بَحْثٌ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يَبْحَثُ عَنْ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· excessive use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اسْتِخْدَامٌ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(verbal noun)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as-tikh-dā-mun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excessive use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الاسْتِخْدَامُ المُفْرِطُ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أَسْتَخْدِمُ · يَسْتَخْدِمُ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95315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953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safe (m. · f.) · a password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خُصُوصِيَّةٌ · أَمَانٌ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privacy · safety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khu-ṣū-ṣiy-ya-tun · a-mā-nun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password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كَلِمَةُ السِّرِّ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safe (m. · f.)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آمِنٌ · آمِنَةٌ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220187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2201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addicted (m. · f.) · on screens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إِدْمَانٌ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addiction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id-mā-nun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 screens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الشَّاشَاتِ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addicted (m. · f.)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مُدْمِنٌ · مُدْمِنَةٌ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“How do you use your phone?”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تَسْتَعْمِلُ هَاتِفَكَ؟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 هَاتِفِي كُلَّ يَوْمٍ.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use my phone every day.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 هَاتِفِي كُلَّ يَوْمٍ لِكَيْ أَتَوَاصَلَ مَعَ أَصْدِقَائِي.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to keep in touch with my friends.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وَأَبْحَثُ عَنْ مَعْلُومَاتٍ لِلْوَاجِبَاتِ، وَأَسْمَعُ البُودْكَاسْتَ فِي الحَافِلَةِ.</a:t>
            </a:r>
            <a:endParaRPr lang="ar-SA" sz="22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 search for information for homework, and listen to podcasts on the bus.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لٰكِنْ فِي الشَّهْرِ المَاضِي قَضَيْتُ سِتَّ سَاعَاتٍ يَوْمِيًّا عَلَيْهِ، لِذٰلِكَ أُغْلِقُهُ الآنَ فِي التَّاسِعَةِ مَسَاءً.</a:t>
            </a:r>
            <a:endParaRPr lang="ar-SA" sz="18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but last month I spent six hours a day on it, so now I switch it off at 9 p.m.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وَأَمْسِ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تَطْبِيقِي المُفَضَّلُ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تَطْبِيقُكَ المُفَضَّلُ؟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العُطْلَةِ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وَهٰذَا كَثِيرٌ / قَلِيلٌ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أَقْضِي … سَاعَاتٍ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تَقْضِي عَلَى الإِنْتَرْنِتِ؟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وَمَرَّةً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الخُصُوصِيَّةَ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تَنْشُرُ صُوَرًا عَلَى وَسَائِلِ التَّوَاصُلِ؟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وَلَوْ عِشْتُ فِي ذٰلِكَ الوَقْتِ لَقَرَأْتُ …</a:t>
            </a:r>
            <a:endParaRPr lang="ar-SA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أَمَّا الآنَ فَنَحْنُ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النَّاسُ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الحَيَاةُ بِدُونِ إِنْتَرْنِتٍ؟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A problem with my new phone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 فِي هَاتِفِي الجَدِيدِ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← اشْتَرَيْتُ … ، لٰكِنَّ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problem.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اشْتَرَيْتُهُ يَوْمَ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اشْتَرَيْتَهُ؟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أَسْتَعْمِلُهُ لِكَيْ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two uses.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تَسْتَعْمِلُ فِيهِ أَكْثَرَ؟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نَعَمْ، … هَلْ يُمْكِنُ أَنْ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and ASK for a solution.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الإِيصَالُ؟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 ← أُفَضِّلُ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with a reason.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هَاتِفًا جَدِيدًا أَمْ أَنْ نُرْجِعَ لَكَ المَالَ؟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customer · Leader = the shop assistant.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A screen-free week?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أُسْبُوعٌ بِلَا شَاشَاتٍ؟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opinion with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تَقْتَرِحُ المَدْرَسَةُ أُسْبُوعًا بِلَا شَاشَاتٍ. مَا رَأْيُكَ؟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advantages.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فَوَائِدُ التِّكْنُولُوجْيَا؟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a past experience.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حَاوَلْتَ أَنْ تَعِيشَ بِدُونِ هَاتِفٍ؟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React and ASK the chair a question.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بَعْضُ الطُّلَّابِ يَقُولُونَ إِنَّ هٰذَا مُسْتَحِيلٌ.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 + concession).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اخْتَفَى الإِنْتَرْنِتُ غَدًا، مَاذَا يَحْدُثُ؟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 giving your view · Leader = the debate chair.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التِّكْنُولُوجْيَا فِي حَيَاتِي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a smartphone?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هَاتِفٌ ذَكِيٌّ؟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do you keep in touch with every day?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تَتَوَاصَلُ كُلَّ يَوْمٍ؟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أَمْسِ؟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use technology for studying?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تَسْتَعْمِلُ التِّكْنُولُوجْيَا فِي الدِّرَاسَةِ؟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يَسْتَعْمِلُهُ أَكْثَرَ؟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is your phone use different from your parents’?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اسْتِخْدَامِكَ لِلْهَاتِفِ وَاسْتِخْدَامِ وَالِدَيْكَ؟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الحَلُّ؟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social media dangerous for young people?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وَسَائِلُ التَّوَاصُلِ الاجْتِمَاعِيِّ خَطِيرَةٌ عَلَى الشَّبَابِ؟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هٰذَا جَيِّدٌ؟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will schools change because of technology?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سَتَتَغَيَّرُ المَدَارِسُ بِسَبَبِ التِّكْنُولُوجْيَا؟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technology in my life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التِّكْنُولُوجْيَا فِي حَيَاتِي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technology in your life: the devices and apps you use, how often and why, one advantage and one disadvantage — a time technology helped (or annoyed) you — and your opinion.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two devices or apps, how often, one reason.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an advantage, a disadvantage and a past example.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compare with your parents’ generation and add a concession.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verbs with the right preposition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أَتَوَاصَلُ مَعَ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أَبْحَثُ عَنْ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an advantage and a disadvantage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فَوَائِدِ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عُيُوبِ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هٰذَا الهَاتِفَ أَمْسِ، لٰكِنَّ الشَّاشَةَ لَا تَعْمَلُ.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bought this phone yesterday, but the screen doesn’t work.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اشْتَرَيْتُهُ يَوْمَ السَّبْتِ صَبَاحًا.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bought it on Saturday morning.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اشْتَرَيْتَهُ؟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أَسْتَعْمِلُهُ لِكَيْ أَتَوَاصَلَ مَعَ عَائِلَتِي وَأُحَمِّلَ الصُّوَرَ.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 it to keep in touch with my family and upload photos.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تَسْتَعْمِلُ فِيهِ أَكْثَرَ؟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تَفَضَّلْ. هَلْ يُمْكِنُ أَنْ أُبَدِّلَهُ؟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here you are. Can I exchange it?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الإِيصَالُ؟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هَاتِفًا جَدِيدًا، لِأَنِّي أَحْتَاجُهُ لِلْمَدْرَسَةِ.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a new phone, because I need it for school.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هَاتِفًا جَدِيدًا أَمْ أَنْ نُرْجِعَ لَكَ المَالَ؟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هِيَ فِكْرَةٌ جَيِّدَةٌ، لِأَنَّنَا نَقْضِي وَقْتًا طَوِيلًا جِدًّا أَمَامَ الشَّاشَاتِ.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view it’s a good idea, because we spend far too long in front of screens.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تَقْتَرِحُ المَدْرَسَةُ أُسْبُوعًا بِلَا شَاشَاتٍ. مَا رَأْيُكَ؟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فَوَائِدِهَا أَنَّنَا نَتَعَلَّمُ بِسُرْعَةٍ، وَنَتَوَاصَلُ مَعَ أَقَارِبِنَا فِي بُلْدَانٍ بَعِيدَةٍ.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Among its benefits: we learn quickly and keep in touch with relatives in far-off countries.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فَوَائِدُ التِّكْنُولُوجْيَا؟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المُخَيَّمِ الصَّيْفِيِّ لَمْ يَكُنْ عِنْدَنَا إِنْتَرْنِتٌ، فَتَكَلَّمْنَا أَكْثَرَ، وَنِمْتُ أَفْضَلَ.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at summer camp we had no internet, so we talked more, and I slept better.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حَاوَلْتَ أَنْ تَعِيشَ بِدُونِ هَاتِفٍ؟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أَفْهَمُ ذٰلِكَ، لٰكِنْ كَيْفَ سَنَعْمَلُ الوَاجِبَاتِ الَّتِي تُرْسَلُ بِالإِنْتَرْنِتِ؟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understand, but how will we do the homework that is sent online?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بَعْضُ الطُّلَّابِ يَقُولُونَ إِنَّ هٰذَا مُسْتَحِيلٌ.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اخْتَفَى، لَتَوَقَّفَتْ بُنُوكٌ وَمُسْتَشْفَيَاتٌ كَثِيرَةٌ؛ صَحِيحٌ أَنَّنَا سَنَقْرَأُ أَكْثَرَ، غَيْرَ أَنَّ الحَيَاةَ سَتَكُونُ صَعْبَةً جِدًّا.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it vanished, many banks and hospitals would stop — we’d read more, but life would be very hard.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اخْتَفَى الإِنْتَرْنِتُ غَدًا، مَاذَا يَحْدُثُ؟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 الحَاسُوبَ لِكَيْ أَكْتُبَ الوَاجِبَاتِ وَأَبْحَثَ عَنِ المَعْلُومَاتِ، لِأَنَّهُ أَسْرَعُ مِنَ الكُتُبِ؛ أَمْسِ شَاهَدْتُ فِيدْيُو عَنِ الأَحْمَاضِ، وَسَأَسْتَعْمِلُ تَطْبِيقًا لِلْمُرَاجَعَةِ قَبْلَ الامْتِحَانِ.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the computer for homework and research · R: faster than books · E: yesterday a video about acids · T: I’ll use a revision app before the exam.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تَسْتَعْمِلُ التِّكْنُولُوجْيَا فِي الدِّرَاسَةِ؟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أَسْتَعْمِلُهُ لِلْأَلْعَابِ وَالفِيدْيُوهَاتِ، أَمَّا أَبِي فَيَسْتَعْمِلُهُ لِلْعَمَلِ فَقَطْ؛ لٰكِنَّ أُمِّي تَقْضِي وَقْتًا أَطْوَلَ مِنِّي عَلَيْهِ، لِأَنَّهَا تَتَكَلَّمُ مَعَ أَخَوَاتِهَا فِي العِرَاقِ كُلَّ مَسَاءٍ!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I use it for games and videos, dad only for work · contrast: but mum spends longer than me · R: she talks to her sisters in Iraq every evening!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اسْتِخْدَامِكَ لِلْهَاتِفِ وَاسْتِخْدَامِ وَالِدَيْكَ؟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تُسَاعِدُنَا عَلَى التَّوَاصُلِ، غَيْرَ أَنَّهَا قَدْ تُسَبِّبُ الإِدْمَانَ وَالقَلَقَ؛ مَثَلًا، صَدِيقَتِي كَانَتْ حَزِينَةً لِأَنَّ صُورَتَهَا لَمْ تَحْصُلْ عَلَى إِعْجَابَاتٍ، لِذٰلِكَ يَجِبُ أَنْ نَسْتَعْمِلَهَا بِحَذَرٍ.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Concession: it helps us connect, but it can cause addiction and anxiety · E: my friend was upset when her photo got no likes · so we must use it carefully.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وَسَائِلُ التَّوَاصُلِ الاجْتِمَاعِيِّ خَطِيرَةٌ عَلَى الشَّبَابِ؟</a:t>
            </a:r>
            <a:endParaRPr lang="ar-SA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TC-L06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TC-L06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TC-L06 · Speaking Practice Room — Digital World and Communication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2026-10-25T14:54:58Z</dcterms:created>
  <dcterms:modified xsi:type="dcterms:W3CDTF">2026-10-25T14:54:58Z</dcterms:modified>
</cp:coreProperties>
</file>