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5 (Environmental Solutions and Responsibility, TC-L05), using that lesson’s language (advice (yanbaghī an); obligation (yajibu ʿalā … an); purpose (li-kay / li-); conditionals (idhā … fa-, law … la-)).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after أَنْ and لِكَيْ the verb takes fatḥa (subjunctive): نُقَلِّلُ → أَنْ نُقَلِّلَ · نَحْمِي → لِكَيْ نَحْمِيَ. Recycling: نُعِيدُ تَدْوِيرَ البْلَاسْتِيكِ.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advice: يَنْبَغِي أَنْ. Duty: يَجِبُ عَلَى + person + أَنْ. Purpose: لِكَيْ. Condition: إِذَا + past, فَـ + result: إِذَا أَطْفَأْنَا الأَضْوَاءَ، فَسَنُوَفِّرُ الطَّاقَةَ.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an eco-club meeting.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تَفْعَلِينَ · فِكْرَتُكِ · تَزْرَعِينَ.
Core: an aḥmiya (subjunctive), yanbaghī an naḍaʿa, li-iʿādati at-tadwīr (purpose with li- + noun).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home.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إِخْوَتَكِ · سَتُسَاعِدِينَ.
Core+: yanbaghī an + subjunctive, nastaṭīʿu an, the CANDIDATE asks (hal yumkinu an …?), li-kay nuqallila.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project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مَشْرُوعِكُنَّ / مَشْرُوعِكُمْ · جَمَعْتُنَّ / جَمَعْتُمْ.
Develop: past (jamaʿnā, ṣanaʿnā), numbers (khamsimiʾati zujājatin), purpose with li-kay ×2, a problem → solution (fa-), law … la- with a past verb.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climate summit.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رَأَيْتِ.
Stretch: arā anna, alladhīna, yajibu ʿalayhā an … wa-an, a concession with sa-, ḥaythu + example, idhā lam … fa-sa-.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purpose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Environmental Solutions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حُلُولٌ لِلْبِيئَةِ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suggest solutions — recycling, saving water and energy, public transport — give advice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who is responsible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… أَنْ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explain purpose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use conditionals.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ACTIONS (HE · SHE · WE)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Recycle, save, protect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نَحْمِي البِيئَةَ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يُعِيدُ التَّدْوِيرَ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recycles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yu-ʿī-du at-tad-wī-ra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recyclable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قَابِلٌ لِلتَّدْوِيرِ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recycling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إِعَادَةُ التَّدْوِيرِ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تُعِيدُ التَّدْوِيرَ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we · saving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يُوَفِّرُ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saves (water, energy)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yu-waf-fi-ru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saving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تَوْفِيرٌ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نُوَفِّرُ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تُوَفِّرُ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we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يُقَلِّلُ مِنْ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reduces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yu-qal-li-lu min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نُقَلِّلُ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تُقَلِّلُ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we · protection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يَحْمِي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protects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yaḥ-mī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protection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حِمَايَةٌ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نَحْمِي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تَحْمِي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they · a tree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يَزْرَعُ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plants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yaz-ra-ʿu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tree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676656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شَجَرَةٌ · أَشْجَارٌ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5614416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يَزْرَعُونَ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تَزْرَعُ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207751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20775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solar energy · renewable (f.)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الطَّاقَةُ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energy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aṭ-ṭā-qa-tu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renewable (f.)</a:t>
            </a:r>
            <a:endParaRPr lang="en-US" sz="700" dirty="0"/>
          </a:p>
        </p:txBody>
      </p:sp>
      <p:sp>
        <p:nvSpPr>
          <p:cNvPr id="113" name="Text 110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مُتَجَدِّدَةٌ</a:t>
            </a:r>
            <a:endParaRPr lang="ar-SA" sz="135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solar energy</a:t>
            </a:r>
            <a:endParaRPr lang="en-US" sz="70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الطَّاقَةُ الشَّمْسِيَّةُ</a:t>
            </a:r>
            <a:endParaRPr lang="ar-SA" sz="135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ADVICE, DUTY AND PURPOSE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Should, must, so that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النَّصِيحَةُ وَالمَسْؤُولِيَّةُ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bus · train · a bicycle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المُوَاصَلَاتُ العَامَّةُ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public transport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al-mu-wā-ṣa-lā-tu al-ʿām-ma-tu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bicycle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دَرَّاجَةٌ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bus · train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· القِطَارُ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should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(m.) should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تُطْفِئَ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should reduce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نُقَلِّلَ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obligation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… أَنْ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must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ʿa-lā … an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عَلَيْنَا أَنْ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government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الحُكُومَةِ أَنْ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purpose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 that, in order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li-kay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لِنَحْمِيَ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that we protect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 نَحْمِيَ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responsibility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مَسْؤُولٌ عَنْ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responsible for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mas-ʾū-lun ʿan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responsibility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مَسْؤُولِيَّةٌ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مَسْؤُولَةٌ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an awareness campaign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حَمْلَةٌ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campaign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ḥam-la-tun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awareness campaign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حَمْلَةُ تَوْعِيَةٍ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حَمَلَاتٌ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AN ECO-CLUB MEETING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Joining the eco-club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نَادِي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لِمَاذَا تُرِيدُ أَنْ تَنْضَمَّ إِلَى النَّادِي؟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أُعِيدُ … / أُطْفِئُ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one thing you do.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البَيْتِ لِلْبِيئَةِ؟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one idea.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فِكْرَتُكَ لِلْمَدْرَسَةِ؟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 وَأَيْنَ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and where.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نَجْتَمِعُ كُلَّ أُسْبُوعٍ.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أَزْرَعُ …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تَزْرَعُ شَيْئًا فِي البَيْتِ؟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member  ·  The examiner is: the club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HOME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greener family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أُسْرَةٌ صَدِيقَةٌ لِلْبِيئَةِ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نُطْفِئَ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way to save energy.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فَاتُورَةُ الكَهْرَبَاءِ غَالِيَةٌ جِدًّا هٰذَا الشَّهْرَ!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نَسْتَطِيعُ أَنْ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way to save water.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وَالمَاءُ؟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 family meeting.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جَيِّدَةٌ، لٰكِنَّ إِخْوَتَكَ لَا يَسْمَعُونَ!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نَسْتَطِيعُ أَنْ … لِكَيْ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an alternative and its purpose.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السَّيَّارَةِ؟ نَسْتَخْدِمُهَا كُلَّ يَوْمٍ.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سَأَفْرِزُ … وَ…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سَتُسَاعِدُ فِي فَرْزِ النُّفَايَاتِ؟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father or mother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PROJECT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Our recycling project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مَشْرُوعُ إِعَادَةِ التَّدْوِيرِ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جَمَعْنَا … وَصَنَعْنَا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مَشْرُوعِكُمْ.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جَمَعْنَا … فِي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number and a time.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زُجَاجَةً جَمَعْتُمْ؟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 … وَلِكَيْ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purpose.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اخْتَرْتُمْ هٰذَا المَشْرُوعَ؟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البِدَايَةِ … لٰكِنَّنَا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difficulty and how you solved it.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الصُّعُوبَاتُ الَّتِي وَاجَهْتُمُوهَا؟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فُزْنَا، لَاشْتَرَيْنَا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فُزْتُمْ بِالجَائِزَةِ، مَاذَا تَفْعَلُونَ بِالمَالِ؟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project leader  ·  The examiner is: a teacher on the judging panel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CLIMATE SUMMIT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Who should act first?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يَجِبُ أَنْ يَبْدَأَ؟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clear opinion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حِمَايَةِ البِيئَةِ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عَلَيْهَا أَنْ … وَأَنْ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Make two demands.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عَلَى البَلَدِيَّةِ أَنْ تَفْعَلَ؟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مُكْلِفٌ جِدًّا!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حَيْثُ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another place.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رَأَيْتَ هٰذِهِ الحُلُولَ تَنْجَحُ فِي مَكَانٍ آخَرَ؟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تُوَافِقْ، فَسَنُطْلِقُ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 + 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تُوَافِقِ البَلَدِيَّةُ؟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delegate  ·  The examiner is: a city councillor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suggested a solution with yanbaghī an or yajibu an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who is responsible (yajibu ʿalā …) and gave a purpose (li-kay)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أَحْمِيَ البِيئَةَ.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protect the environment.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لِمَاذَا تُرِيدُ أَنْ تَنْضَمَّ إِلَى النَّادِي؟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أُطْفِئُ الأَضْوَاءَ عِنْدَمَا أَخْرُجُ مِنَ الغُرْفَةِ.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switch off the lights when I leave the room.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البَيْتِ لِلْبِيئَةِ؟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نَضَعَ سَلَّاتٍ لِإِعَادَةِ التَّدْوِيرِ فِي كُلِّ صَفٍّ.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put recycling bins in every classroom.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فِكْرَتُكَ لِلْمَدْرَسَةِ؟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وَأَيْنَ نَجْتَمِعُ؟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and where do we meet?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نَجْتَمِعُ كُلَّ أُسْبُوعٍ.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أَزْرَعُ الطَّمَاطِمَ وَالنَّعْنَاعَ فِي الحَدِيقَةِ.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grow tomatoes and mint in the garden.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تَزْرَعُ شَيْئًا فِي البَيْتِ؟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نُطْفِئَ الأَجْهِزَةَ فِي اللَّيْلِ.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switch the devices off at 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فَاتُورَةُ الكَهْرَبَاءِ غَالِيَةٌ جِدًّا هٰذَا الشَّهْرَ!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نَسْتَطِيعُ أَنْ نَسْتَحِمَّ فِي خَمْسِ دَقَائِقَ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can shower in only five minutes.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وَالمَاءُ؟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نَعْقِدَ اجْتِمَاعًا عَائِلِيًّا يَوْمَ الجُمُعَةِ؟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Could we hold a family meeting on Friday?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جَيِّدَةٌ، لٰكِنَّ إِخْوَتَكَ لَا يَسْمَعُونَ!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نَسْتَطِيعُ أَنْ نَمْشِيَ إِلَى السُّوقِ، لِكَيْ نُقَلِّلَ مِنَ التَّلَوُّثِ وَنُحَافِظَ عَلَى صِحَّتِنَا.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can walk to the shops, to reduce pollution and keep healthy.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السَّيَّارَةِ؟ نَسْتَخْدِمُهَا كُلَّ يَوْمٍ.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سَأَفْرِزُ الوَرَقَ وَالبْلَاسْتِيكَ كُلَّ أُسْبُوعٍ.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sort the paper and plastic every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سَتُسَاعِدُ فِي فَرْزِ النُّفَايَاتِ؟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جَمَعْنَا الزُّجَاجَاتِ البْلَاسْتِيكِيَّةَ مِنَ المَدْرَسَةِ، وَصَنَعْنَا مِنْهَا حَدِيقَةً عَمُودِيَّةً.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collected plastic bottles from school and made a vertical garden from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مَشْرُوعِكُمْ.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جَمَعْنَا أَكْثَرَ مِنْ خَمْسِمِئَةِ زُجَاجَةٍ فِي شَهْرٍ وَاحِدٍ.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collected more than five hundred bottles in one month.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زُجَاجَةً جَمَعْتُمْ؟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 نُقَلِّلَ النُّفَايَاتِ، وَلِكَيْ نُعَلِّمَ الطُّلَّابَ أَنَّ البْلَاسْتِيكَ لَهُ حَيَاةٌ ثَانِيَةٌ.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reduce waste, and to teach students that plastic has a second life.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اخْتَرْتُمْ هٰذَا المَشْرُوعَ؟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البِدَايَةِ لَمْ يَهْتَمَّ الطُّلَّابُ، لٰكِنَّنَا عَمِلْنَا مُسَابَقَةً بَيْنَ الصُّفُوفِ، فَتَحَمَّسَ الجَمِيعُ.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first students weren’t interested, but we ran a competition between classes, and everyone got excited.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الصُّعُوبَاتُ الَّتِي وَاجَهْتُمُوهَا؟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فُزْنَا، لَاشْتَرَيْنَا أَلْوَاحًا شَمْسِيَّةً لِسَقْفِ المَدْرَسَةِ.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won, we would buy solar panels for the school roof.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فُزْتُمْ بِالجَائِزَةِ، مَاذَا تَفْعَلُونَ بِالمَالِ؟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مُشْتَرَكَةٌ، لِأَنَّ الحُكُومَاتِ تَضَعُ القَوَانِينَ، لٰكِنَّ الأَفْرَادَ هُمُ الَّذِينَ يُطَبِّقُونَهَا.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the responsibility is shared: governments make laws, but individuals apply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حِمَايَةِ البِيئَةِ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عَلَيْهَا أَنْ تُخَفِّضَ أَسْعَارَ الحَافِلَاتِ لِلطُّلَّابِ، وَأَنْ تُنْشِئَ مَمَرَّاتٍ آمِنَةً لِلدَّرَّاجَاتِ.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must lower bus fares for students, and build safe cycle lanes.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عَلَى البَلَدِيَّةِ أَنْ تَفْعَلَ؟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مُكْلِفٌ فِي البِدَايَةِ، غَيْرَ أَنَّهُ سَيُوَفِّرُ مَلَايِينَ الجُنَيْهَاتِ مِنْ تَكَالِيفِ العِلَاجِ وَالطُّرُقِ.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costly at first, but it will save millions of pounds in health and road costs.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مُكْلِفٌ جِدًّا!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أَمْسْتِرْدَامَ حَيْثُ يَذْهَبُ أَكْثَرُ مِنْ نِصْفِ السُّكَّانِ إِلَى العَمَلِ بِالدَّرَّاجَةِ، فَأَصْبَحَ الهَوَاءُ أَنْظَفَ بِكَثِيرٍ.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Amsterdam, where over half the people cycle to work, and the air has become much cleaner.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رَأَيْتَ هٰذِهِ الحُلُولَ تَنْجَحُ فِي مَكَانٍ آخَرَ؟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تُوَافِقْ، فَسَنُطْلِقُ حَمْلَةَ تَوْقِيعَاتٍ، وَسَنَكْتُبُ إِلَى الصُّحُفِ المَحَلِّيَّةِ.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it doesn’t agree, we’ll launch a petition and write to the local papers.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تُوَافِقِ البَلَدِيَّةُ؟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shared-responsibility opinion, two demands, a concession, a real-world example and a conditional plan.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وَالبِيئَةُ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نُعِيدُ تَدْوِيرَ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recycle at home?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تُعِيدُ التَّدْوِيرَ فِي البَيْتِ؟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أُغْلِقُ … عِنْدَمَا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save water?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تُوَفِّرُ المَاءَ؟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… بِالحَافِلَةِ / مَشْيًا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to school?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we do for the environment?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نَفْعَلَ لِلْبِيئَةِ؟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أَسْتَخْدِمُ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use plastic bags?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تَسْتَخْدِمُ أَكْيَاسَ البْلَاسْتِيكِ؟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حُلُولٌ عَمَلِيَّةٌ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تُنَظِّمُ مَدْرَسَتِي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school do to protect the environment?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مَدْرَسَتُكَ لِحِمَايَةِ البِيئَةِ؟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فَأَحْمِلُ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have you changed in your habits for the environment?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غَيَّرْتَهُ فِي عَادَاتِكَ لِلْبِيئَةِ؟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 نُقَلِّلَ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should we use public transport?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يَنْبَغِي أَنْ نَسْتَخْدِمَ المُوَاصَلَاتِ العَامَّةَ؟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شَارَكْتُ فِي … حَيْثُ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taken part in an environmental campaign?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شَارَكْتَ فِي حَمْلَةٍ بِيئِيَّةٍ؟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أَطْفَأْنَا …، فَسَنُوَفِّرُ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switch off devices, what happens?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أَطْفَأْنَا الأَجْهِزَةَ، مَاذَا يَحْدُثُ؟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purpose (li-kay), a past change and a condition.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مَسْؤُولِيَّةُ مَنْ؟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يَجِبُ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the government ban plastic bags?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عَلَى الحُكُومَةِ أَنْ تَمْنَعَ أَكْيَاسَ البْلَاسْتِيكِ؟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one person change anything?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يَسْتَطِيعُ فَرْدٌ وَاحِدٌ أَنْ يُغَيِّرَ شَيْئًا؟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electric cars?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السَّيَّارَاتِ الكَهْرَبَائِيَّةِ؟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يُمْكِنُ أَنْ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can we persuade adults to change their habits?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يُمْكِنُ أَنْ نُقْنِعَ الكِبَارَ بِتَغْيِيرِ عَادَاتِهِمْ؟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وَزِيرًا،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environment minister, what would you do first?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وَزِيرًا لِلْبِيئَةِ، مَاذَا تَفْعَلُ أَوَّلًا؟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arā anna, a concession, a balanced view, li-kay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نُعِيدُ تَدْوِيرَ الوَرَقِ وَالبْلَاسْتِيكِ.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recycle paper and plastic.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تُعِيدُ التَّدْوِيرَ فِي البَيْتِ؟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أُغْلِقُ الحَنَفِيَّةَ عِنْدَمَا أُنَظِّفُ أَسْنَانِي.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turn off the tap when I brush my teeth.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تُوَفِّرُ المَاءَ؟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إِلَى المَدْرَسَةِ بِالحَافِلَةِ.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to school by bus.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نَزْرَعَ أَشْجَارًا كَثِيرَةً.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plant lots of trees.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نَفْعَلَ لِلْبِيئَةِ؟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أَسْتَخْدِمُ حَقِيبَةً مِنَ القُمَاشِ.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use a cloth bag.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تَسْتَخْدِمُ أَكْيَاسَ البْلَاسْتِيكِ؟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yanbaghī an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تُنَظِّمُ مَدْرَسَتِي يَوْمًا لِلتَّنْظِيفِ كُلَّ شَهْرٍ، وَعِنْدَنَا أَلْوَاحٌ شَمْسِيَّةٌ عَلَى السَّقْفِ.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organises a clean-up day every month, and we have solar panels on the roof.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مَدْرَسَتُكَ لِحِمَايَةِ البِيئَةِ؟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أَشْتَرِي زُجَاجَةَ مَاءٍ كُلَّ يَوْمٍ، أَمَّا الآنَ فَأَحْمِلُ زُجَاجَتِي الخَاصَّةَ.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buy a bottle of water every day; now I carry my own bottle.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غَيَّرْتَهُ فِي عَادَاتِكَ لِلْبِيئَةِ؟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 نُقَلِّلَ مِنْ زَحْمَةِ المُرُورِ وَالتَّلَوُّثِ، وَلِأَنَّهَا أَرْخَصُ مِنَ السَّيَّارَةِ.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reduce traffic and pollution, and because it is cheaper than a car.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يَنْبَغِي أَنْ نَسْتَخْدِمَ المُوَاصَلَاتِ العَامَّةَ؟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شَارَكْتُ فِي حَمْلَةٍ لِزِرَاعَةِ الأَشْجَارِ، حَيْثُ زَرَعْنَا خَمْسِينَ شَجَرَةً فِي يَوْمٍ وَاحِدٍ.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a tree-planting campaign, where we planted fifty trees in one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شَارَكْتَ فِي حَمْلَةٍ بِيئِيَّةٍ؟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أَطْفَأْنَا الأَجْهِزَةَ، فَسَنُوَفِّرُ الطَّاقَةَ وَالمَالَ مَعًا.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switch off devices, we will save energy and money together.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أَطْفَأْنَا الأَجْهِزَةَ، مَاذَا يَحْدُثُ؟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Purpose + past + condition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يَجِبُ عَلَيْهَا ذٰلِكَ، لِأَنَّ التَّجْرِبَةَ أَثْبَتَتْ أَنَّ النَّاسَ يَتَعَوَّدُونَ عَلَى البَدَائِلِ بِسُرْعَةٍ.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should, because experience has shown people get used to alternatives quickly.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عَلَى الحُكُومَةِ أَنْ تَمْنَعَ أَكْيَاسَ البْلَاسْتِيكِ؟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تَأْثِيرَ الفَرْدِ صَغِيرٌ، غَيْرَ أَنَّ مَلَايِينَ الأَفْرَادِ يَصْنَعُونَ فَرْقًا كَبِيرًا، كَمَا أَنَّ المِثَالَ الجَيِّدَ يَنْتَشِرُ.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person’s impact is small, but millions make a big difference — and a good example spreads.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يَسْتَطِيعُ فَرْدٌ وَاحِدٌ أَنْ يُغَيِّرَ شَيْئًا؟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لَا تُخْرِجُ دُخَانًا فِي المَدِينَةِ، وَمِنْ نَاحِيَةٍ أُخْرَى، مَا زَالَتْ غَالِيَةً، وَتَحْتَاجُ بَطَّارِيَّاتُهَا إِلَى مَعَادِنَ نَادِرَةٍ.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hand, no fumes in the city; on the other, they are still expensive and their batteries need rare metals.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السَّيَّارَاتِ الكَهْرَبَائِيَّةِ؟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ṣaḥīḥun anna … ghayra anna, min nāḥiya …, purpose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يُمْكِنُ أَنْ نُبَيِّنَ لَهُمْ كَمْ سَيُوَفِّرُونَ مِنَ المَالِ، لِكَيْ يَرَوْا الفَائِدَةَ بِأَعْيُنِهِمْ.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can show them how much money they’ll save, so they see the benefit for themselves.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يُمْكِنُ أَنْ نُقْنِعَ الكِبَارَ بِتَغْيِيرِ عَادَاتِهِمْ؟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وَزِيرًا لِلْبِيئَةِ، لَجَعَلْتُ المُوَاصَلَاتِ العَامَّةَ مَجَّانِيَّةً لِلطُّلَّابِ، وَلَزَرَعْتُ غَابَةً حَوْلَ كُلِّ مَدِينَةٍ.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environment minister, I’d make public transport free for students and plant a forest round every city.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وَزِيرًا لِلْبِيئَةِ، مَاذَا تَفْعَلُ أَوَّلًا؟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ṣaḥīḥun anna … ghayra anna, min nāḥiya …, purpose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suggested solutions with yanbaghī an or nastaṭīʿu an.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I do at home to help the environment.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purpose with li-kay and the right verb ending.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who must act (yajibu ʿalā … an).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 balanced view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TC-L05 · Speaking Workshop — Environmental Solutions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2026-10-11T09:44:18Z</dcterms:created>
  <dcterms:modified xsi:type="dcterms:W3CDTF">2026-10-11T09:44:18Z</dcterms:modified>
</cp:coreProperties>
</file>