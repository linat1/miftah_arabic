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C, Lesson 11 (Integrated Communication Workshop, TC-L11), using that lesson’s language (mixed tenses in one answer; cohesion (awwalan, thumma, bi-l-iḍāfati ilā, maʿa dhālika, li-dhālika); a balanced opinion (min nāḥiya … wa-min nāḥiya ukhrā); idhā … fa-sa- and law … la-).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linkers turn a list into an answer: أَوَّلًا … ثُمَّ … بِالإِضَافَةِ إِلَى ذٰلِكَ … مَعَ ذٰلِكَ … لِذٰلِكَ. Target: three different linkers in every developed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the examiner may jump between themes. Have one ready-made sentence for each: weather (tasquṭu al-amṭār), environment (yajibu an …), tech (atawāṣalu maʿa), town (tūjadu / yūjadu). Then add a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hostel reception.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عِنْدَكِ · تُرِيدِينَ.
Core: four themes in one card — booking (ḥajaztu), weather (kāna + accusative, saqaṭat), town (two places), tech (kalimatu as-sirr), environment (recycling).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B (Core+) — a school trip plan.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(same words — the tutor may be a woman).
Core+: nurīdu an + subjunctive, comparatives (asraʿu wa-anẓafu min), the CANDIDATE asks with idhā, a balanced view, the past.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 pen-friend video call.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صِفِي · مَدِينَتَكِ · أَقَارِبِكِ · سَتَزُورِينَنِي.
Develop: linkers (awwalan, bi-l-iḍāfati ilā dhālika, li-dhālika), tūjadu + non-human pl., ammā … fa- comparisons, kāna + present, bi-sababi, a future with idhā.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youth council interview.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اقْتِرَاحُكِ · لَدَيْكِ · انْتُخِبْتِ.
Stretch: arā anna + a cause chain (bi-sababi … mimmā), aqtariḥu an + passive (yubnā) + li-kay, a past project with a measurable result, a concession, law + passive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linkers and two time frames.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C · EXAM PRACTICE  ·  TC-L11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TC-L11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Integrated Communication Workshop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وَرْشَةُ التَّوَاصُلِ المُتَكَامِلِ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rooms, mixing all of Topic C: weather and seasons, the environment, the digital world and town life. Link ideas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ذٰلِكَ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move between past, present and future, and give a balanced opinion.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Advanced Topic C · The World Around Us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C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C › TC-L11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LINKING WORDS (COHESION)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Firstly, also, however, so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أَدَوَاتُ الرَّبْطِ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sequence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· ثَانِيًا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firstly · secondly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aw-wa-lan · thā-ni-yan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then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 · بَعْدَ ذٰلِكَ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finally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أَخِيرًا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adding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addition to that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bil-ʾi-ḍā-fa-ti i-lā dhā-li-ka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moreover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فَضْلًا عَنْ ذٰلِكَ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also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كَمَا أَنَّ …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contrast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ذٰلِكَ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nevertheless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ma-ʿa dhā-li-ka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although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أَنَّ …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however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غَيْرَ أَنَّ …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result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therefore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li-dhā-li-ka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which leads to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مِمَّا يُؤَدِّي إِلَى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so (result)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فَذَهَبْنَا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balance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on one hand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min nā-ḥi-ya-tin …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on the other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4462272" y="591616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وَمِنْ نَاحِيَةٍ أُخْرَى …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960120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960120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opinion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my opinion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fī raʾ-yī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see that</a:t>
            </a:r>
            <a:endParaRPr lang="en-US" sz="700" dirty="0"/>
          </a:p>
        </p:txBody>
      </p:sp>
      <p:sp>
        <p:nvSpPr>
          <p:cNvPr id="98" name="Text 95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</a:t>
            </a:r>
            <a:endParaRPr lang="ar-SA" sz="1350" dirty="0"/>
          </a:p>
        </p:txBody>
      </p:sp>
      <p:sp>
        <p:nvSpPr>
          <p:cNvPr id="99" name="Shape 96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think that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</a:t>
            </a:r>
            <a:endParaRPr lang="ar-SA" sz="1350" dirty="0"/>
          </a:p>
        </p:txBody>
      </p:sp>
      <p:sp>
        <p:nvSpPr>
          <p:cNvPr id="102" name="Text 9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THE FOUR TOPIC C THEMES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Weather, environment, tech, town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مَوْضُوعَاتُ الوَحْدَةِ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58008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580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 rains (f.) · comp.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الطَّقْسُ · المُنَاخُ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weather · climate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aṭ-ṭaq-su · al-mu-nā-khu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comp.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أَبْرَدُ · أَحَرُّ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 rains (f.)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تَسْقُطُ الأَمْطَارُ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58008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580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pollution · recycling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البِيئَةُ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environment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al-bī-ʾa-tu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recycling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إِعَادَةُ التَّدْوِيرِ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pollution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التَّلَوُّثُ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95315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9531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keep in touch with · apps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التِّكْنُولُوجْيَا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technology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at-tik-nū-lūj-yā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apps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تَطْبِيقَاتٌ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keep in touch with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أَتَوَاصَلُ مَعَ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207751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20775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there is (m. · f.) · services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المَدِينَةُ · الرِّيفُ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city · the countryside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al-ma-dī-na-tu · ar-rī-fu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services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خِدْمَاتٌ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there is (m. · f.)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· تُوجَدُ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 habit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3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</a:t>
            </a:r>
            <a:pPr algn="l" indent="0" marL="0">
              <a:buNone/>
            </a:pPr>
            <a:r>
              <a:rPr lang="en-US" sz="3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+ present</a:t>
            </a:r>
            <a:endParaRPr lang="en-US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kun-tu + present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 used to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كَانَتْ تَلْعَبُ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e.g.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أَلْعَبُ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hypothetical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… لَاخْتَرْتُ …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if I were … I would choose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law kun-tu … lākh-tar-tu …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would choose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لَاخْتَرْتُ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if I were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…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HOSTEL RECEPTION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Arriving at a youth hostel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بَيْتِ الشَّبَابِ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حَجَزْتُ … لَيَالٍ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 have a booking and for how many nights.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هَلْ عِنْدَكَ حَجْزٌ؟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الجَوُّ … وَ…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weather (past).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الطَّقْسُ فِي الطَّرِيقِ؟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أَزُورَ … وَ…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two places.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تُرِيدُ أَنْ تَزُورَ فِي المَدِينَةِ؟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… مِنْ فَضْلِكَ؟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for the password.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إِنْتَرْنِتٌ مَجَّانِيٌّ.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أُعِيدُ تَدْوِيرَ … فِي البَيْتِ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تُعِيدُ التَّدْوِيرَ؟ عِنْدَنَا ثَلَاثُ سَلَّاتٍ.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traveller  ·  The examiner is: the hostel receptionist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SCHOOL TRIP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Planning the end-of-year trip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رِحْلَةُ نِهَايَةِ السَّنَةِ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نُرِيدُ أَنْ نَذْهَبَ إِلَى …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a place and a reason.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تُرِيدُونَ أَنْ تَذْهَبُوا؟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بِالقِطَارِ، لِأَنَّهُ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transport and why.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وَكَيْفَ نَذْهَبُ؟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وَإِذَا أَمْطَرَتْ، هَلْ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a plan B.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لٰكِنْ قَدْ يَكُونُ الجَوُّ مُمْطِرًا.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balanced suggestion.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فِكْرَةٌ جَيِّدَةٌ. وَالهَوَاتِفُ؟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ذَهَبْنَا إِلَى … وَ…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(past).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فَعَلْتُمْ فِي رِحْلَةِ السَّنَةِ المَاضِيَةِ؟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class representative  ·  The examiner is: your form tutor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PEN-FRIEND VIDEO CALL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Life in my town, life in yours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مُكَالَمَةٌ مَعَ صَدِيقٍ فِي الخَارِجِ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بِالإِضَافَةِ إِلَى ذٰلِكَ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it with linkers.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لِي مَدِينَتَكَ.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الجَوُّ هُنَا … أَمَّا عِنْدَكُمْ فَالشَّمْسُ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with Morocco.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وَكَيْفَ الطَّقْسُ عِنْدَكُمُ الآنَ؟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أَتَوَاصَلُ مَعَهُمْ … أَمَّا فِي المَاضِي فَكَانَ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Explain, then compare with the past.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تَتَوَاصَلُ مَعَ أَقَارِبِكَ فِي الخَارِجِ؟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… بِسَبَبِ … لِذٰلِكَ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problem, a cause and a solution.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هُنَاكَ مَشَاكِلُ بِيئِيَّةٌ فِي مَدِينَتِكَ؟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سَأَزُورُكَ فِي … إِذَا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 + condition).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سَتَزُورُنِي فِي مَرَّاكُشَ؟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in the UK  ·  The examiner is: a pen-friend in Morocco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YOUTH COUNCIL INTERVIEW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Designing a better town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مَدِينَةٌ أَفْضَلُ لِلشَّبَابِ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 … بِسَبَبِ … مِمَّا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Identify a problem and its cause chain.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أَكْبَرُ مُشْكِلَةٍ تُوَاجِهُ الشَّبَابَ فِي مَدِينَتِنَا؟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أَقْتَرِحُ أَنْ … لِكَيْ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Propose a project linking environment and technology.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اقْتِرَاحُكَ؟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العَامِ المَاضِي نَظَّمْتُ … فَجَمَعْنَا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past project with a result.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لَدَيْكَ خِبْرَةٌ فِي مِثْلِ هٰذِهِ المَشَارِيعِ؟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counter.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المِيزَانِيَّةَ مَحْدُودَةٌ.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انْتُخِبْتُ، لَأَجْرَيْتُ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+ passive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انْتُخِبْتَ، مَا أَوَّلُ شَيْءٍ تَفْعَلُهُ؟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youth-council candidate  ·  The examiner is: a council member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questions on two different Topic C themes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three linking words and two time frames in one answer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حَجَزْتُ سَرِيرًا لِثَلَاثِ لَيَالٍ.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booked a bed for three nights.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هَلْ عِنْدَكَ حَجْزٌ؟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الجَوُّ بَارِدًا، وَسَقَطَتْ أَمْطَارٌ كَثِيرَةٌ.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was cold, and a lot of rain fell.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الطَّقْسُ فِي الطَّرِيقِ؟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أَزُورَ المَتْحَفَ وَالسُّوقَ القَدِيمَ.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visit the museum and the old market.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تُرِيدُ أَنْ تَزُورَ فِي المَدِينَةِ؟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كَلِمَةُ السِّرِّ مِنْ فَضْلِكَ؟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password, please?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إِنْتَرْنِتٌ مَجَّانِيٌّ.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أُعِيدُ تَدْوِيرَ الوَرَقِ وَالبْلَاسْتِيكِ فِي البَيْتِ دَائِمًا.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always recycle paper and plastic at home.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تُعِيدُ التَّدْوِيرَ؟ عِنْدَنَا ثَلَاثُ سَلَّاتٍ.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نُرِيدُ أَنْ نَذْهَبَ إِلَى الحَدِيقَةِ الوَطَنِيَّةِ، لِأَنَّ الطَّبِيعَةَ هُنَاكَ جَمِيلَةٌ.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want to go to the national park, because the nature there is beautiful.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تُرِيدُونَ أَنْ تَذْهَبُوا؟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بِالقِطَارِ، لِأَنَّهُ أَسْرَعُ وَأَنْظَفُ لِلْبِيئَةِ مِنَ الحَافِلَةِ.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By train, because it is faster and cleaner for the environment than the coach.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وَكَيْفَ نَذْهَبُ؟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وَإِذَا أَمْطَرَتْ، هَلْ يُمْكِنُ أَنْ نَزُورَ مَرْكَزَ الزُّوَّارِ بَدَلًا مِنَ المَشْيِ؟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if it rains, could we visit the visitor centre instead of walking?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لٰكِنْ قَدْ يَكُونُ الجَوُّ مُمْطِرًا.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نَحْتَاجُهَا لِلصُّوَرِ وَالخَرَائِطِ، وَمِنْ نَاحِيَةٍ أُخْرَى، يَجِبُ أَنْ نَسْتَمْتِعَ بِالطَّبِيعَةِ.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one hand we need them for photos and maps; on the other, we should enjoy nature.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فِكْرَةٌ جَيِّدَةٌ. وَالهَوَاتِفُ؟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ذَهَبْنَا إِلَى مَتْحَفِ العُلُومِ فِي لَنْدَنَ، وَتَعَلَّمْنَا كَثِيرًا عَنِ الفَضَاءِ.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went to the Science Museum in London and learnt a lot about space.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فَعَلْتُمْ فِي رِحْلَةِ السَّنَةِ المَاضِيَةِ؟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أَوَّلًا، مَدِينَتِي كَبِيرَةٌ وَمُزْدَحِمَةٌ؛ بِالإِضَافَةِ إِلَى ذٰلِكَ، تُوجَدُ فِيهَا حَدَائِقُ كَثِيرَةٌ وَمَكْتَبَةٌ حَدِيثَةٌ.</a:t>
            </a:r>
            <a:endParaRPr lang="ar-SA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Firstly, my city is big and busy; in addition, it has many parks and a modern library.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لِي مَدِينَتَكَ.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الجَوُّ هُنَا بَارِدٌ وَغَائِمٌ، أَمَّا عِنْدَكُمْ فَالشَّمْسُ مُشْرِقَةٌ، فَأَنْتُمْ أَسْعَدُ مِنَّا!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Here it’s cold and cloudy; with you the sun shines — you’re luckier than us!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وَكَيْفَ الطَّقْسُ عِنْدَكُمُ الآنَ؟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أَتَوَاصَلُ مَعَهُمْ بِالفِيدْيُو كُلَّ أُسْبُوعٍ، أَمَّا فِي المَاضِي فَكَانَ أَبِي يَكْتُبُ لَهُمْ رَسَائِلَ تَصِلُ بَعْدَ أَسَابِيعَ.</a:t>
            </a:r>
            <a:endParaRPr lang="ar-SA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video-call them weekly; in the past my dad wrote them letters that arrived weeks later.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تَتَوَاصَلُ مَعَ أَقَارِبِكَ فِي الخَارِجِ؟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الهَوَاءُ مُلَوَّثٌ بِسَبَبِ زَحْمَةِ السَّيَّارَاتِ، لِذٰلِكَ أَذْهَبُ إِلَى المَدْرَسَةِ بِالدَّرَّاجَةِ.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the air is polluted because of traffic, so I cycle to school.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هُنَاكَ مَشَاكِلُ بِيئِيَّةٌ فِي مَدِينَتِكَ؟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سَأَزُورُكَ فِي الرَّبِيعِ القَادِمِ إِذَا وَجَدْتُ تَذْكِرَةً رَخِيصَةً، لِأَنَّ الجَوَّ سَيَكُونُ مُعْتَدِلًا.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visit you next spring if I find a cheap ticket, because the weather will be mild.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سَتَزُورُنِي فِي مَرَّاكُشَ؟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 أَكْبَرَهَا قِلَّةُ الأَمَاكِنِ الآمِنَةِ لِلِقَاءِ، بِسَبَبِ إِغْلَاقِ المَرَاكِزِ الشَّبَابِيَّةِ، مِمَّا يَدْفَعُ الشَّبَابَ إِلَى الشَّاشَاتِ.</a:t>
            </a:r>
            <a:endParaRPr lang="ar-SA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biggest is the lack of safe places to meet, because youth centres closed, which pushes young people to screens.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أَكْبَرُ مُشْكِلَةٍ تُوَاجِهُ الشَّبَابَ فِي مَدِينَتِنَا؟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أَقْتَرِحُ أَنْ يُبْنَى مَرْكَزٌ أَخْضَرُ بِأَلْوَاحٍ شَمْسِيَّةٍ، فِيهِ مُخْتَبَرٌ رَقْمِيٌّ وَحَدِيقَةٌ، لِكَيْ يَتَعَلَّمَ الشَّبَابُ وَيَلْتَقُوا.</a:t>
            </a:r>
            <a:endParaRPr lang="ar-SA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suggest a green, solar-powered centre with a digital lab and a garden, so young people can learn and meet.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اقْتِرَاحُكَ؟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العَامِ المَاضِي نَظَّمْتُ مَعَ زُمَلَائِي سُوقًا لِلْأَجْهِزَةِ المُسْتَعْمَلَةِ، فَجَمَعْنَا خَمْسَمِئَةِ جُنَيْهٍ لِلْمَدْرَسَةِ.</a:t>
            </a:r>
            <a:endParaRPr lang="ar-SA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last year I ran a second-hand electronics market with friends, and we raised £500 for the school.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لَدَيْكَ خِبْرَةٌ فِي مِثْلِ هٰذِهِ المَشَارِيعِ؟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المِيزَانِيَّةَ مَحْدُودَةٌ، غَيْرَ أَنَّ الأَلْوَاحَ الشَّمْسِيَّةَ سَتُوَفِّرُ تَكَالِيفَ الكَهْرَبَاءِ، وَقَدْ تَدْعَمُنَا الشَّرِكَاتُ المَحَلِّيَّةُ.</a:t>
            </a:r>
            <a:endParaRPr lang="ar-SA" sz="13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True, but solar panels will save on electricity, and local companies may support us.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المِيزَانِيَّةَ مَحْدُودَةٌ.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انْتُخِبْتُ، لَأَجْرَيْتُ اسْتِطْلَاعًا إِلِكْتْرُونِيًّا لِكُلِّ طُلَّابِ المَدِينَةِ، لِأَعْرِفَ مَا يَحْتَاجُونَ إِلَيْهِ حَقًّا.</a:t>
            </a:r>
            <a:endParaRPr lang="ar-SA" sz="16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elected, I’d run an online survey of all the town’s students, to find out what they really need.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انْتُخِبْتَ، مَا أَوَّلُ شَيْءٍ تَفْعَلُهُ؟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all four Topic C themes in one card — town, environment, technology and money — with cohesion and range.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العَالَمُ حَوْلِي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الجَوُّ اليَوْمَ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weather like today?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الطَّقْسُ اليَوْمَ؟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… وَتُوجَدُ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there in your town?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فِي مَدِينَتِكَ؟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أُعِيدُ … / أُطْفِئُ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protect the environment?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تَحْمِي البِيئَةَ؟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تَطْبِيقِي المُفَضَّلُ … لِأَنَّ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app?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تَطْبِيقُكَ المُفَضَّلُ؟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فَصْلِي المُفَضَّلُ …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season?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فَصْلُكَ المُفَضَّلُ؟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 — the topic changes each time, so listen for the key word.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أَرْبَعَةُ مَوْضُوعَاتٍ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… ذَهَبْنَا إِلَى … لٰكِنْ … لِذٰلِكَ قَضَيْنَا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trip affected by the weather.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رِحْلَةً تَأَثَّرَتْ بِالطَّقْسِ.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هُنَاكَ … أَمَّا الآنَ فَتُوجَدُ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has your town changed?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تَغَيَّرَتْ مَدِينَتُكَ؟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فَمَثَلًا … مَعَ ذٰلِكَ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Does technology help the environment?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تُسَاعِدُ التِّكْنُولُوجْيَا البِيئَةَ؟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لِأَنَّ … بِالإِضَافَةِ إِلَى ذٰلِكَ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would you rather live: city or countryside?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تُفَضِّلُ أَنْ تَسْكُنَ: فِي المَدِينَةِ أَمْ فِي الرِّيفِ؟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سَأُسَافِرُ إِلَى … وَسَأَحْجِزُ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will you do next holiday?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سَتَفْعَلُ فِي العُطْلَةِ القَادِمَةِ؟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at least two linkers and two time frames per answer.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نَظْرَةٌ أَوْسَعُ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 لٰكِنِّي أَرَى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is more dangerous: climate change or screen addiction?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أَخْطَرُ: تَغَيُّرُ المُنَاخِ أَمْ إِدْمَانُ الشَّاشَاتِ؟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إِذَا زُرِعَتْ … فَسَتَنْخَفِضُ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Can a city be environmentally friendly?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تَكُونَ المَدِينَةُ صَدِيقَةً لِلْبِيئَةِ؟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عِنْدَمَا … فَأَدْرَكْتُ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Have you experienced something that made you think about the environment?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عِشْتَ مَوْقِفًا جَعَلَكَ تُفَكِّرُ فِي البِيئَةِ؟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Does online shopping harm towns?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التَّسَوُّقُ عَلَى الإِنْتَرْنِتِ يَضُرُّ بِالمُدُنِ؟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أَسْتَطِيعُ، لَجَعَلْتُ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could change one thing in the world, what would it be?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تَسْتَطِيعُ أَنْ تُغَيِّرَ شَيْئًا وَاحِدًا فِي العَالَمِ، مَاذَا تُغَيِّرُ؟</a:t>
            </a:r>
            <a:endParaRPr lang="ar-SA" sz="165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link themes together — a balanced view, a passive condition, a personal turning point, a concession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الجَوُّ اليَوْمَ مُشْمِسٌ وَدَافِئٌ.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 it is sunny and warm.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الطَّقْسُ اليَوْمَ؟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مَرْكَزٌ رِيَاضِيٌّ، وَتُوجَدُ حَدِيقَةٌ كَبِيرَةٌ.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is a sports centre and a big park.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فِي مَدِينَتِكَ؟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أُطْفِئُ الأَضْوَاءَ، وَأُعِيدُ تَدْوِيرَ الوَرَقِ.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turn off the lights and recycle paper.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تَحْمِي البِيئَةَ؟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تَطْبِيقِيَ المُفَضَّلُ تَطْبِيقُ المُوسِيقَى، لِأَنَّهُ مُمْتِعٌ.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app is a music app, because it is fun.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تَطْبِيقُكَ المُفَضَّلُ؟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فَصْلِيَ المُفَضَّلُ الخَرِيفُ، لِأَنَّ الأَلْوَانَ جَمِيلَةٌ.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season is autumn, because the colours are beautiful.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فَصْلُكَ المُفَضَّلُ؟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 reason (li-anna) = a secure Core answer on any theme.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الصَّيْفِ ذَهَبْنَا إِلَى الشَّاطِئِ، لٰكِنْ هَبَّتْ عَاصِفَةٌ قَوِيَّةٌ، لِذٰلِكَ قَضَيْنَا اليَوْمَ فِي مَتْحَفِ البَحْرِ.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summer we went to the beach, but a storm blew up, so we spent the day in the maritime museum.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رِحْلَةً تَأَثَّرَتْ بِالطَّقْسِ.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هُنَاكَ مَصْنَعٌ قَدِيمٌ، أَمَّا الآنَ فَتُوجَدُ مَكَانَهُ حَدِيقَةٌ وَمَكْتَبَةٌ رَقْمِيَّةٌ.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was an old factory; now there is a park and a digital library in its place.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تَغَيَّرَتْ مَدِينَتُكَ؟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فَمَثَلًا تُوَفِّرُ الأَلْوَاحُ الشَّمْسِيَّةُ الطَّاقَةَ، وَمَعَ ذٰلِكَ تُسَبِّبُ الأَجْهِزَةُ القَدِيمَةُ نُفَايَاتٍ كَثِيرَةً.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 — solar panels save energy — but old devices create a lot of waste.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تُسَاعِدُ التِّكْنُولُوجْيَا البِيئَةَ؟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المَدِينَةَ، لِأَنَّ الخِدْمَاتِ أَكْثَرُ؛ بِالإِضَافَةِ إِلَى ذٰلِكَ، المُوَاصَلَاتُ أَسْرَعُ.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city: more services, and transport is faster too.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تُفَضِّلُ أَنْ تَسْكُنَ: فِي المَدِينَةِ أَمْ فِي الرِّيفِ؟</a:t>
            </a:r>
            <a:endParaRPr lang="ar-SA" sz="145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سَأُسَافِرُ إِلَى الأُرْدُنِّ، وَسَأَحْجِزُ رِحْلَةً إِلَى البَتْرَاءِ عَلَى الإِنْتَرْنِتِ قَبْلَ السَّفَرِ.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travel to Jordan, and book a Petra trip online before I go.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سَتَفْعَلُ فِي العُطْلَةِ القَادِمَةِ؟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Linkers + two time frames = a strong Develop answer on any Topic C theme.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يُؤَثِّرُ الإِدْمَانُ فِي صِحَّتِنَا، وَمِنْ نَاحِيَةٍ أُخْرَى، يُهَدِّدُ تَغَيُّرُ المُنَاخِ الكَوْكَبَ كُلَّهُ؛ لِذٰلِكَ أَرَى أَنَّهُ أَخْطَرُ.</a:t>
            </a:r>
            <a:endParaRPr lang="ar-SA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Addiction affects our health, but climate change threatens the whole planet — so I think it is more dangerous.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أَخْطَرُ: تَغَيُّرُ المُنَاخِ أَمْ إِدْمَانُ الشَّاشَاتِ؟</a:t>
            </a:r>
            <a:endParaRPr lang="ar-SA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إِذَا زُرِعَتِ الأَشْجَارُ عَلَى الأَسْطُحِ، وَأَصْبَحَتِ المُوَاصَلَاتُ كَهْرَبَائِيَّةً، فَسَتَنْخَفِضُ الحَرَارَةُ وَالتَّلَوُّثُ مَعًا.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Yes: if trees are planted on rooftops and transport goes electric, heat and pollution will both fall.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تَكُونَ المَدِينَةُ صَدِيقَةً لِلْبِيئَةِ؟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عِنْدَمَا فَاضَ النَّهْرُ فِي مَدِينَتِنَا وَأُغْلِقَتِ المَدَارِسُ، فَأَدْرَكْتُ أَنَّ تَغَيُّرَ المُنَاخِ لَيْسَ بَعِيدًا عَنَّا.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when our river flooded and schools closed, I realised climate change isn’t far away.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عِشْتَ مَوْقِفًا جَعَلَكَ تُفَكِّرُ فِي البِيئَةِ؟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balance → judgement, idhā + passive … fa-sa-, adraktu anna, ṣaḥīḥun anna … ghayra anna,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أَنَّهُ مُرِيحٌ، غَيْرَ أَنَّ مَحَلَّاتٍ كَثِيرَةً أُغْلِقَتْ فِي شَارِعِنَا، مِمَّا جَعَلَ وَسَطَ المَدِينَةِ حَزِينًا وَفَارِغًا.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It’s convenient, but many shops on our street have closed, which has left the centre sad and empty.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التَّسَوُّقُ عَلَى الإِنْتَرْنِتِ يَضُرُّ بِالمُدُنِ؟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أَسْتَطِيعُ، لَجَعَلْتُ الطَّاقَةَ النَّظِيفَةَ مَجَّانِيَّةً لِلْجَمِيعِ، لِأَنَّ ذٰلِكَ سَيَحُلُّ مَشَاكِلَ كَثِيرَةً فِي وَقْتٍ وَاحِدٍ.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could, I’d make clean energy free for everyone, because that would solve many problems at once.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تَسْتَطِيعُ أَنْ تُغَيِّرَ شَيْئًا وَاحِدًا فِي العَالَمِ، مَاذَا تُغَيِّرُ؟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balance → judgement, idhā + passive … fa-sa-, adraktu anna, ṣaḥīḥun anna … ghayra anna,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questions on at least two Topic C themes.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reason in every answer (li-anna).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three different linking words.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two time frames in one answer.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linked two themes and used a concession or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TC-L11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TC-L11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TC-L11 · Speaking Workshop — Integrated Communication Workshop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2026-10-11T13:19:07Z</dcterms:created>
  <dcterms:modified xsi:type="dcterms:W3CDTF">2026-10-11T13:19:07Z</dcterms:modified>
</cp:coreProperties>
</file>