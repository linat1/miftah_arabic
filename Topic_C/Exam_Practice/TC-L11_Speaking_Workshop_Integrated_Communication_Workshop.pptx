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11 (Integrated Communication Workshop, TC-L11), using that lesson’s language (mixed tenses in one answer; cohesion (awwalan, thumma, bi-l-iḍāfati ilā, maʿa dhālika, li-dhālika); a balanced opinion (min nāḥiya … wa-min nāḥiya ukhrā); idhā … fa-sa- and law … la-).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linkers turn a list into an answer: أَوَّلًا … ثُمَّ … بِالإِضَافَةِ إِلَى ذٰلِكَ … مَعَ ذٰلِكَ … لِذٰلِكَ. Target: three different linkers in every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examiner may jump between themes. Have one ready-made sentence for each: weather (tasquṭu al-amṭār), environment (yajibu an …), tech (atawāṣalu maʿa), town (tūjadu / yūjadu). Then add a time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hostel reception.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تُرِيدِينَ.
Core: four themes in one card — booking (ḥajaztu), weather (kāna + accusative, saqaṭat), town (two places), tech (kalimatu as-sirr), environment (recycling).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school trip plan.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tutor may be a woman).
Core+: nurīdu an + subjunctive, comparatives (asraʿu wa-anẓafu min), the CANDIDATE asks with idhā, a balanced view, the past.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pen-friend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مَدِينَتَكِ · أَقَارِبِكِ · سَتَزُورِينَنِي.
Develop: linkers (awwalan, bi-l-iḍāfati ilā dhālika, li-dhālika), tūjadu + non-human pl., ammā … fa- comparisons, kāna + present, bi-sababi, a future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council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اقْتِرَاحُكِ · لَدَيْكِ · انْتُخِبْتِ.
Stretch: arā anna + a cause chain (bi-sababi … mimmā), aqtariḥu an + passive (yubnā) + li-kay, a past project with a measurable result, a concession, law + passive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Integrated Communication Workshop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وَرْشَةُ التَّوَاصُلِ المُتَكَامِلِ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rooms, mixing all of Topic C: weather and seasons, the environment, the digital world and town life. Link ideas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move between past, present and future, and give a balanced opinion.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LINKING WORDS (COHESION)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Firstly, also, however, so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الرَّبْطِ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ثَانِيًا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secondly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thā-ni-yan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· بَعْدَ ذٰلِكَ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moreover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فَضْلًا عَنْ 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كَمَا أَنَّ …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nevertheless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dhā-li-ka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although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أَنَّ …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غَيْرَ أَنَّ …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leads to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 يُؤَدِّي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(result)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فَذَهَبْنَا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balance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 one hand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nā-ḥi-ya-tin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وَمِنْ نَاحِيَةٍ أُخْرَى …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opinion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see that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 that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endParaRPr lang="ar-SA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FOUR TOPIC C THEMES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Weather, environment, tech, town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مَوْضُوعَاتُ الوَحْدَةِ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 (f.) · comp.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· المُنَاخُ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weather · climate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aṭ-ṭaq-su · al-mu-nā-khu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أَبْرَدُ · أَحَرُّ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تَسْقُطُ الأَمْطَارُ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pollution · recycling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البِيئَةُ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al-bī-ʾa-tu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recycling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إِعَادَةُ التَّدْوِيرِ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التَّلَوُّثُ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 with · apps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التِّكْنُولُوجْيَا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technology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at-tik-nū-lūj-yā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تَطْبِيقَاتٌ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 with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(m. · f.) · services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المَدِينَةُ · الرِّيفُ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city · the countryside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al-ma-dī-na-tu · ar-rī-fu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services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خِدْمَاتٌ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habit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3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3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present</a:t>
            </a:r>
            <a:endParaRPr lang="en-US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+ present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used to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تَلْعَبُ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hypothetical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choose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lākh-tar-tu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would choose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لَاخْتَرْتُ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were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HOSTEL RECEPTION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Arriving at a youth hostel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حَجَزْتُ … لَيَالٍ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have a booking and for how many nights.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حَجْزٌ؟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الجَوُّ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weather (past).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فِي الطَّرِيقِ؟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places.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تَزُورَ فِي المَدِينَةِ؟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… مِنْ فَضْلِكَ؟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the password.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إِنْتَرْنِتٌ مَجَّانِيٌّ.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أُعِيدُ تَدْوِيرَ … فِي البَيْتِ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تُعِيدُ التَّدْوِيرَ؟ عِنْدَنَا ثَلَاثُ سَلَّاتٍ.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the hostel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SCHOOL TRIP PLAN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Planning the end-of-year trip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رِحْلَةُ نِهَايَةِ السَّنَةِ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نَذْهَبَ إِلَى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place and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تُرِيدُونَ أَنْ تَذْهَبُوا؟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بِالقِطَارِ،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transport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نَذْهَبُ؟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أَمْطَرَتْ، هَلْ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 plan 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لٰكِنْ قَدْ يَكُونُ الجَوُّ مُمْطِرًا.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suggestion.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وَالهَوَاتِفُ؟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إِلَى … وَ…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فِي رِحْلَةِ السَّنَةِ المَاضِيَةِ؟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class representative  ·  The examiner is: your form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PEN-FRIEND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Life in my town, life in yours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مُكَالَمَةٌ مَعَ صَدِيقٍ فِي الخَارِجِ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linkers.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مَدِينَتَكَ.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هُنَا … أَمَّا عِنْدَكُمْ فَالشَّمْسُ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Morocco.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الطَّقْسُ عِنْدَكُمُ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مَعَهُمْ … أَمَّا فِي المَاضِي فَكَانَ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Explain, then compare with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بِسَبَبِ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problem, a cause and a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مَشَاكِلُ بِيئِيَّةٌ فِي مَدِينَتِكَ؟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سَأَزُورُكَ فِي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سَتَزُورُنِي فِي مَرَّاكُشَ؟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in the UK  ·  The examiner is: a pen-friend in Morocco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COUNCIL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Designing a better town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مَدِينَةٌ أَفْضَلُ لِلشَّبَابِ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بِسَبَبِ … مِمَّا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Identify a problem and its cause chain.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تُوَاجِهُ الشَّبَابَ فِي مَدِينَتِنَا؟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… لِكَيْ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 project linking environment and technology.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اقْتِرَاحُكَ؟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العَامِ المَاضِي نَظَّمْتُ … فَجَمَعْنَا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project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خِبْرَةٌ فِي مِثْلِ هٰذِهِ المَشَارِيعِ؟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المِيزَانِيَّةَ مَحْدُودَةٌ.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انْتُخِبْتُ، لَأَجْرَيْتُ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+ passive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انْتُخِبْتَ، مَا أَوَّلُ شَيْءٍ تَفْعَلُهُ؟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youth-council candidate  ·  The examiner is: a council member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questions on two different Topic C themes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linking words and two time frames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حَجَزْتُ سَرِيرًا لِثَلَاثِ لَيَالٍ.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booked a bed for three nights.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حَجْزٌ؟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الجَوُّ بَارِدًا، وَسَقَطَتْ أَمْطَارٌ كَثِيرَةٌ.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cold, and a lot of rain fell.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فِي الطَّرِيقِ؟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المَتْحَفَ وَالسُّوقَ القَدِيمَ.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the museum and the old market.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تَزُورَ فِي المَدِينَةِ؟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كَلِمَةُ السِّرِّ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password,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إِنْتَرْنِتٌ مَجَّانِيٌّ.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أُعِيدُ تَدْوِيرَ الوَرَقِ وَالبْلَاسْتِيكِ فِي البَيْتِ دَائِمًا.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recycle paper and plastic at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تُعِيدُ التَّدْوِيرَ؟ عِنْدَنَا ثَلَاثُ سَلَّاتٍ.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نَذْهَبَ إِلَى الحَدِيقَةِ الوَطَنِيَّةِ، لِأَنَّ الطَّبِيعَةَ هُنَاكَ جَمِيلَةٌ.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go to the national park, because the nature there is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تُرِيدُونَ أَنْ تَذْهَبُوا؟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بِالقِطَارِ، لِأَنَّهُ أَسْرَعُ وَأَنْظَفُ لِلْبِيئَةِ مِنَ الحَافِلَةِ.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train, because it is faster and cleaner for the environment than the coach.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نَذْهَبُ؟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أَمْطَرَتْ، هَلْ يُمْكِنُ أَنْ نَزُورَ مَرْكَزَ الزُّوَّارِ بَدَلًا مِنَ المَشْيِ؟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if it rains, could we visit the visitor centre instead of walking?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لٰكِنْ قَدْ يَكُونُ الجَوُّ مُمْطِرًا.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نَحْتَاجُهَا لِلصُّوَرِ وَالخَرَائِطِ، وَمِنْ نَاحِيَةٍ أُخْرَى، يَجِبُ أَنْ نَسْتَمْتِعَ بِالطَّبِيعَةِ.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we need them for photos and maps; on the other, we should enjoy nature.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وَالهَوَاتِفُ؟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إِلَى مَتْحَفِ العُلُومِ فِي لَنْدَنَ، وَتَعَلَّمْنَا كَثِيرًا عَنِ الفَضَاءِ.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Science Museum in London and learnt a lot about space.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فِي رِحْلَةِ السَّنَةِ المَاضِيَةِ؟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مَدِينَتِي كَبِيرَةٌ وَمُزْدَحِمَةٌ؛ بِالإِضَافَةِ إِلَى ذٰلِكَ، تُوجَدُ فِيهَا حَدَائِقُ كَثِيرَةٌ وَمَكْتَبَةٌ حَدِيثَةٌ.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my city is big and busy; in addition, it has many parks and a modern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مَدِينَتَكَ.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هُنَا بَارِدٌ وَغَائِمٌ، أَمَّا عِنْدَكُمْ فَالشَّمْسُ مُشْرِقَةٌ، فَأَنْتُمْ أَسْعَدُ مِنَّا!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it’s cold and cloudy; with you the sun shines — you’re luckier than us!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الطَّقْسُ عِنْدَكُمُ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مَعَهُمْ بِالفِيدْيُو كُلَّ أُسْبُوعٍ، أَمَّا فِي المَاضِي فَكَانَ أَبِي يَكْتُبُ لَهُمْ رَسَائِلَ تَصِلُ بَعْدَ أَسَابِيعَ.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video-call them weekly; in the past my dad wrote them letters that arrived weeks later.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الهَوَاءُ مُلَوَّثٌ بِسَبَبِ زَحْمَةِ السَّيَّارَاتِ، لِذٰلِكَ أَذْهَبُ إِلَى المَدْرَسَةِ بِالدَّرَّاجَةِ.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air is polluted because of traffic, so I cycle to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مَشَاكِلُ بِيئِيَّةٌ فِي مَدِينَتِكَ؟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سَأَزُورُكَ فِي الرَّبِيعِ القَادِمِ إِذَا وَجَدْتُ تَذْكِرَةً رَخِيصَةً، لِأَنَّ الجَوَّ سَيَكُونُ مُعْتَدِلًا.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visit you next spring if I find a cheap ticket, because the weather will be mild.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سَتَزُورُنِي فِي مَرَّاكُشَ؟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أَكْبَرَهَا قِلَّةُ الأَمَاكِنِ الآمِنَةِ لِلِقَاءِ، بِسَبَبِ إِغْلَاقِ المَرَاكِزِ الشَّبَابِيَّةِ، مِمَّا يَدْفَعُ الشَّبَابَ إِلَى الشَّاشَاتِ.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is the lack of safe places to meet, because youth centres closed, which pushes young people to screens.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تُوَاجِهُ الشَّبَابَ فِي مَدِينَتِنَا؟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يُبْنَى مَرْكَزٌ أَخْضَرُ بِأَلْوَاحٍ شَمْسِيَّةٍ، فِيهِ مُخْتَبَرٌ رَقْمِيٌّ وَحَدِيقَةٌ، لِكَيْ يَتَعَلَّمَ الشَّبَابُ وَيَلْتَقُوا.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a green, solar-powered centre with a digital lab and a garden, so young people can learn and meet.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اقْتِرَاحُكَ؟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العَامِ المَاضِي نَظَّمْتُ مَعَ زُمَلَائِي سُوقًا لِلْأَجْهِزَةِ المُسْتَعْمَلَةِ، فَجَمَعْنَا خَمْسَمِئَةِ جُنَيْهٍ لِلْمَدْرَسَةِ.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year I ran a second-hand electronics market with friends, and we raised £500 for the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خِبْرَةٌ فِي مِثْلِ هٰذِهِ المَشَارِيعِ؟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المِيزَانِيَّةَ مَحْدُودَةٌ، غَيْرَ أَنَّ الأَلْوَاحَ الشَّمْسِيَّةَ سَتُوَفِّرُ تَكَالِيفَ الكَهْرَبَاءِ، وَقَدْ تَدْعَمُنَا الشَّرِكَاتُ المَحَلِّيَّةُ.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solar panels will save on electricity, and local companies may support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المِيزَانِيَّةَ مَحْدُودَةٌ.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انْتُخِبْتُ، لَأَجْرَيْتُ اسْتِطْلَاعًا إِلِكْتْرُونِيًّا لِكُلِّ طُلَّابِ المَدِينَةِ، لِأَعْرِفَ مَا يَحْتَاجُونَ إِلَيْهِ حَقًّا.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elected, I’d run an online survey of all the town’s students, to find out what they really need.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انْتُخِبْتَ، مَا أَوَّلُ شَيْءٍ تَفْعَلُهُ؟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 four Topic C themes in one card — town, environment, technology and money — with cohesion and range.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weather like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… / أُطْفِئُ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protect the environment?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تَحْمِي البِيئَةَ؟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تَطْبِيقِي المُفَضَّلُ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app?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 المُفَضَّلُ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season?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the topic changes each time, so listen for the key word.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أَرْبَعَةُ مَوْضُوعَاتٍ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ذَهَبْنَا إِلَى … لٰكِنْ … لِذٰلِكَ قَضَيْنَا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affected by the weather.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تَأَثَّرَتْ بِالطَّقْسِ.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… أَمَّا الآنَ فَتُوجَدُ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town changed?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مَدِينَتُكَ؟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فَمَثَلًا … مَعَ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technology help the environment?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البِيئَةَ؟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بِالإِضَافَةِ إِلَى 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rather live: city or countryside?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سَأُسَافِرُ إِلَى … وَسَأَحْجِزُ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at least two linkers and two time frames per answer.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نَظْرَةٌ أَوْسَعُ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 لٰكِنِّي أَرَى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more dangerous: climate change or screen addiction?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أَخْطَرُ: تَغَيُّرُ المُنَاخِ أَمْ إِدْمَانُ الشَّاشَاتِ؟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إِذَا زُرِعَتْ … فَسَتَنْخَفِضُ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city be environmentally friendly?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تَكُونَ المَدِينَةُ صَدِيقَةً لِلْبِيئَةِ؟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… فَأَدْرَكْتُ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experienced something that made you think about the environment?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عِشْتَ مَوْقِفًا جَعَلَكَ تُفَكِّرُ فِي البِيئَةِ؟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online shopping harm towns?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التَّسَوُّقُ عَلَى الإِنْتَرْنِتِ يَضُرُّ بِالمُدُنِ؟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change one thing in the world,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تُغَيِّرَ شَيْئًا وَاحِدًا فِي العَالَمِ، مَاذَا تُغَيِّرُ؟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link themes together — a balanced view, a passive condition, a personal turning point, a concession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مُشْمِسٌ وَدَافِئٌ.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 it is sunny and warm.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مَرْكَزٌ رِيَاضِيٌّ، وَتُوجَدُ حَدِيقَةٌ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sports centre and a big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أُطْفِئُ الأَضْوَاءَ، وَأُعِيدُ تَدْوِيرَ الوَرَقِ.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turn off the lights and recycle paper.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تَحْمِي البِيئَةَ؟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تَطْبِيقِيَ المُفَضَّلُ تَطْبِيقُ المُوسِيقَى، لِأَنَّهُ مُمْتِعٌ.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app is a music app, because it is fun.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فَصْلِيَ المُفَضَّلُ الخَرِيفُ، لِأَنَّ الأَلْوَانَ جَمِيلَةٌ.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season is autumn, because the colours are beautiful.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(li-anna) = a secure Core answer on any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ذَهَبْنَا إِلَى الشَّاطِئِ، لٰكِنْ هَبَّتْ عَاصِفَةٌ قَوِيَّةٌ، لِذٰلِكَ قَضَيْنَا اليَوْمَ فِي مَتْحَفِ البَحْرِ.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 we went to the beach, but a storm blew up, so we spent the day in the maritime museum.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تَأَثَّرَتْ بِالطَّقْسِ.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مَصْنَعٌ قَدِيمٌ، أَمَّا الآنَ فَتُوجَدُ مَكَانَهُ حَدِيقَةٌ وَمَكْتَبَةٌ رَقْمِيَّةٌ.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an old factory; now there is a park and a digital library in its place.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مَدِينَتُكَ؟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فَمَثَلًا تُوَفِّرُ الأَلْوَاحُ الشَّمْسِيَّةُ الطَّاقَةَ، وَمَعَ ذٰلِكَ تُسَبِّبُ الأَجْهِزَةُ القَدِيمَةُ نُفَايَاتٍ كَثِيرَةً.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solar panels save energy — but old devices create a lot of waste.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البِيئَةَ؟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المَدِينَةَ، لِأَنَّ الخِدْمَاتِ أَكْثَرُ؛ بِالإِضَافَةِ إِلَى ذٰلِكَ، المُوَاصَلَاتُ أَسْرَعُ.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city: more services, and transport is faster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سَأُسَافِرُ إِلَى الأُرْدُنِّ، وَسَأَحْجِزُ رِحْلَةً إِلَى البَتْرَاءِ عَلَى الإِنْتَرْنِتِ قَبْلَ السَّفَرِ.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travel to Jordan, and book a Petra trip online before I go.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two time frames = a strong Develop answer on any Topic C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يُؤَثِّرُ الإِدْمَانُ فِي صِحَّتِنَا، وَمِنْ نَاحِيَةٍ أُخْرَى، يُهَدِّدُ تَغَيُّرُ المُنَاخِ الكَوْكَبَ كُلَّهُ؛ لِذٰلِكَ أَرَى أَنَّهُ أَخْطَرُ.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Addiction affects our health, but climate change threatens the whole planet — so I think it is more dangerous.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أَخْطَرُ: تَغَيُّرُ المُنَاخِ أَمْ إِدْمَانُ الشَّاشَاتِ؟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إِذَا زُرِعَتِ الأَشْجَارُ عَلَى الأَسْطُحِ، وَأَصْبَحَتِ المُوَاصَلَاتُ كَهْرَبَائِيَّةً، فَسَتَنْخَفِضُ الحَرَارَةُ وَالتَّلَوُّثُ مَعًا.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Yes: if trees are planted on rooftops and transport goes electric, heat and pollution will both fall.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تَكُونَ المَدِينَةُ صَدِيقَةً لِلْبِيئَةِ؟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فَاضَ النَّهْرُ فِي مَدِينَتِنَا وَأُغْلِقَتِ المَدَارِسُ، فَأَدْرَكْتُ أَنَّ تَغَيُّرَ المُنَاخِ لَيْسَ بَعِيدًا عَنَّا.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when our river flooded and schools closed, I realised climate change isn’t far away.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عِشْتَ مَوْقِفًا جَعَلَكَ تُفَكِّرُ فِي البِيئَةِ؟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 → judgement, idhā + passive … fa-sa-, adraktu anna,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مُرِيحٌ، غَيْرَ أَنَّ مَحَلَّاتٍ كَثِيرَةً أُغْلِقَتْ فِي شَارِعِنَا، مِمَّا جَعَلَ وَسَطَ المَدِينَةِ حَزِينًا وَفَارِغًا.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convenient, but many shops on our street have closed, which has left the centre sad and empty.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التَّسَوُّقُ عَلَى الإِنْتَرْنِتِ يَضُرُّ بِالمُدُنِ؟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أَسْتَطِيعُ، لَجَعَلْتُ الطَّاقَةَ النَّظِيفَةَ مَجَّانِيَّةً لِلْجَمِيعِ، لِأَنَّ ذٰلِكَ سَيَحُلُّ مَشَاكِلَ كَثِيرَةً فِي وَقْتٍ وَاحِدٍ.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I’d make clean energy free for everyone, because that would solve many problems at once.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تُغَيِّرَ شَيْئًا وَاحِدًا فِي العَالَمِ، مَاذَا تُغَيِّرُ؟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 → judgement, idhā + passive … fa-sa-, adraktu anna,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on at least two Topic C themes.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in every answer (li-anna).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different linking words.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two themes and used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TC-L11 · Speaking Workshop — Integrated Communication Workshop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2026-10-11T13:19:07Z</dcterms:created>
  <dcterms:modified xsi:type="dcterms:W3CDTF">2026-10-11T13:19:07Z</dcterms:modified>
</cp:coreProperties>
</file>