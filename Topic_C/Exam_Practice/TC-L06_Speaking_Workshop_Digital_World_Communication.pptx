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C, Lesson 6 (Digital World and Communication, TC-L06), using that lesson’s language (verbs with fixed prepositions (atafāʿalu maʿa, uʿalliqu ʿalā, ataṣaffaḥu); verbal nouns (istikhdām, tawāṣul); min nāḥiya … wa-min nāḥiya ukhrā).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non-human plurals: تَطْبِيقَاتٌ مُفِيدَةٌ · هَوَاتِفُ ذَكِيَّةٌ. Verbal nouns turn verbs into topics: أَسْتَخْدِمُ → اسْتِخْدَامُ الهَاتِفِ · أَتَوَاصَلُ → التَّوَاصُلُ.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learn the verb WITH its preposition: أَتَوَاصَلُ مَعَ · أَتَفَاعَلُ مَعَ · أُعَلِّقُ عَلَى · أَبْحَثُ عَنْ · أَحْصُلُ عَلَى · أَعْتَمِدُ عَلَى.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A (Core) — a phone shop.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أُسَاعِدُكِ · تَسْتَخْدِمِينَ · تُحِبِّينَ.
Core: verbal nouns after li- (lit-tawāṣuli, lid-dirāsa), aḥtāju ilā + genitive, thalātha sāʿātin (3–10 + plural).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B (Core+) — a family rule.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تَنْظُرِينَ · هَاتِفِكِ · تَسْهَرِينَ · تَحْتَاجِينَ · فَعَلْتِ.
Core+: atawāṣalu maʿa, lā hawātifa (lā of absolute negation), the CANDIDATE asks for a compromise (hal yumkinu an …?), verbal nouns, ʿallaqtu ʿalā in the past.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C (Develop) — online learning.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تَدْرُسِينَ · تَتَفَاعَلِينَ · سَتَدْرُسِينَ.
Develop: mundhu + present, ʿan ṭarīqi, atafāʿalu maʿa, an example with fa-mathalan, idhā lam + jussive, a past difficulty, the future with a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D (Stretch) — a radio phone-in.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رَأْيُكِ · تَعَرَّضْتِ · عِشْتِ · حَيَاتُكِ.
Stretch: a balanced view, verbal nouns (al-idmān, at-tanammur, at-taʿbīr), an incident → fa- actions, a concession with lan, yajibu ʿalā … an … wa-ʿalā … an, law … la-.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Develop. Examiner asks the questions in order and may add “لِمَاذَا؟ / هَلْ يُمْكِنُ أَنْ تَشْرَحَ أَكْثَرَ؟” to push for more. Candidate aims for two or three sentences, with a reason and a past detail.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C · EXAM PRACTICE  ·  TC-L06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TC-L06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Digital World and Communication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التَّحَدُّثِ — العَالَمُ الرَّقْمِيُّ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talk about phones, apps, social media and online learning — use verbs with their fixed prepositions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أَتَوَاصَلُ مَعَ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أُعَلِّقُ عَلَى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), verbal nouns, and give a balanced view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مِنْ نَاحِيَةٍ … وَمِنْ نَاحِيَةٍ أُخْرَى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Advanced Topic C · The World Around Us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C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C › TC-L06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DEVICES AND PLATFORMS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Phones, apps, social media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الأَجْهِزَةُ وَالتَّطْبِيقَاتُ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a screen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هَاتِفٌ ذَكِيٌّ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smartphone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hā-ti-fun dha-kiy-yun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screen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شَاشَةٌ · شَاشَاتٌ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هَوَاتِفُ ذَكِيَّةٌ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195315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19531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useful (non-hum. pl.)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تَطْبِيقٌ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an app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taṭ-bī-qun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(non-hum. pl.)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تَطْبِيقَاتٌ مُفِيدَةٌ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تَطْبِيقَاتٌ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platform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9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وَسَائِلُ التَّوَاصُلِ الاجْتِمَاعِيِّ</a:t>
            </a:r>
            <a:endParaRPr lang="ar-SA" sz="29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social media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wa-sā-ʾi-lu at-ta-wā-ṣu-li alj-ti-mā-ʿiy-yi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594360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649224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platform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640080" y="357530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مِنَصَّةٌ · مِنَصَّاتٌ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8604504" y="4279392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604504" y="4279392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 + maʿa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4" name="Text 61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أَتَوَاصَلُ مَعَ …</a:t>
            </a:r>
            <a:endParaRPr lang="ar-SA" sz="3000" dirty="0"/>
          </a:p>
        </p:txBody>
      </p:sp>
      <p:sp>
        <p:nvSpPr>
          <p:cNvPr id="65" name="Text 62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keep in touch with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a-ta-wā-ṣa-lu ma-ʿa …</a:t>
            </a:r>
            <a:endParaRPr lang="en-US" sz="1350" dirty="0"/>
          </a:p>
        </p:txBody>
      </p:sp>
      <p:sp>
        <p:nvSpPr>
          <p:cNvPr id="66" name="Shape 63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700" dirty="0"/>
          </a:p>
        </p:txBody>
      </p:sp>
      <p:sp>
        <p:nvSpPr>
          <p:cNvPr id="68" name="Text 65"/>
          <p:cNvSpPr txBox="1"/>
          <p:nvPr/>
        </p:nvSpPr>
        <p:spPr>
          <a:xfrm>
            <a:off x="10588752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التَّوَاصُلُ</a:t>
            </a:r>
            <a:endParaRPr lang="ar-SA" sz="1350" dirty="0"/>
          </a:p>
        </p:txBody>
      </p:sp>
      <p:sp>
        <p:nvSpPr>
          <p:cNvPr id="69" name="Shape 66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71" name="Text 68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تَتَوَاصَلُ مَعَ</a:t>
            </a:r>
            <a:endParaRPr lang="ar-SA" sz="150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يَتَوَاصَلُ مَعَ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 + ʿalā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أُعَلِّقُ عَلَى …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comment on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u-ʿal-li-qu ʿa-lā …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comment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تَعْلِيقٌ · تَعْلِيقَاتٌ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يُعَلِّقُ عَلَى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207751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20775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the internet · a website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أَتَصَفَّحُ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browse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a-ta-ṣaf-fa-ḥu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website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944368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مَوْقِعٌ · مَوَاقِعُ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internet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1792224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الإِنْتَرْنِتُ</a:t>
            </a:r>
            <a:endParaRPr lang="ar-SA" sz="1350" dirty="0"/>
          </a:p>
        </p:txBody>
      </p:sp>
      <p:sp>
        <p:nvSpPr>
          <p:cNvPr id="105" name="Shape 102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107" name="Text 104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يَتَصَفَّحُ</a:t>
            </a:r>
            <a:endParaRPr lang="ar-SA" sz="1500" dirty="0"/>
          </a:p>
        </p:txBody>
      </p:sp>
      <p:sp>
        <p:nvSpPr>
          <p:cNvPr id="108" name="Text 10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VERBS AND THEIR PREPOSITIONS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With, on, for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الأَفْعَالُ وَحُرُوفُ الجَرِّ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downloading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أُحَمِّلُ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download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u-ḥam-mi-lu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downloading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تَحْمِيلٌ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يُحَمِّلُ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a post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أَنْشُرُ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post, publish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an-shu-ru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post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مَنْشُورٌ · مَنْشُورَاتٌ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يَنْشُرُ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 + ʿan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أَبْحَثُ عَنْ …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search for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ab-ḥa-thu ʿan …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search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بَحْثٌ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يَبْحَثُ عَنْ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151790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 · excessive use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اسْتِخْدَامٌ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(verbal noun)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as-tikh-dā-mun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excessive use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الاسْتِخْدَامُ المُفْرِطُ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أَسْتَخْدِمُ · يَسْتَخْدِمُ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195315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19531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safe (m. · f.) · a password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خُصُوصِيَّةٌ · أَمَانٌ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privacy · safety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khu-ṣū-ṣiy-ya-tun · a-mā-nun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password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كَلِمَةُ السِّرِّ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safe (m. · f.)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آمِنٌ · آمِنَةٌ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2201875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22018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addicted (m. · f.) · on screens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إِدْمَانٌ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addiction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id-mā-nun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on screens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عَلَى الشَّاشَاتِ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addicted (m. · f.)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مُدْمِنٌ · مُدْمِنَةٌ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PHONE SHOP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Buying a new phone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مَحَلِّ الهَوَاتِفِ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want.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أَهْلًا! كَيْفَ أُسَاعِدُكَ؟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أَسْتَخْدِمُهُ لِلتَّوَاصُلِ مَعَ … وَلِلدِّرَاسَةِ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two uses.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 تَسْتَخْدِمُ الهَاتِفَ عَادَةً؟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أَحْتَاجُ إِلَى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need.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تُحِبُّ التَّصْوِيرَ؟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…؟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the price.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هٰذَا الهَاتِفُ مُمْتَازٌ.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أَسْتَخْدِمُهُ … سَاعَاتٍ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سَاعَةً تَسْتَخْدِمُ الهَاتِفَ كُلَّ يَوْمٍ؟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customer  ·  The examiner is: the shop assistant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 FAMILY RULE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No phones at dinner?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الهَاتِفُ عَلَى المَائِدَةِ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أَتَوَاصَلُ مَعَ … / أَبْحَثُ عَنْ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what you are doing.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 تَنْظُرُ إِلَى هَاتِفِكَ طُولَ الوَقْتِ؟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هٰذِهِ فِكْرَةٌ … لِأَنَّ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opinion.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مِنَ اليَوْمِ: لَا هَوَاتِفَ عَلَى المَائِدَةِ!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يُمْكِنُ أَنْ …؟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for a compromise.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وَأَنْتَ تَسْهَرُ عَلَى الهَاتِفِ أَيْضًا.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لِمُرَاجَعَةِ … وَلِلتَّوَاصُلِ مَعَ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reasons (verbal nouns).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 تَحْتَاجُ إِلَيْهِ فِي المَسَاءِ؟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أَمْسِ … وَ…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(past).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فَعَلْتَ عَلَى الهَاتِفِ أَمْسِ؟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teenager  ·  The examiner is: your parent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ONLINE LEARNING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Learning online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التَّعَلُّمُ عَنْ بُعْدٍ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أَدْرُسُ … مُنْذُ … عَنْ طَرِيقِ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since when and how.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مُنْذُ مَتَى تَدْرُسُ عَلَى الإِنْتَرْنِتِ؟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أَتَفَاعَلُ مَعَ … عَنْ طَرِيقِ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how you interact.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تَتَفَاعَلُ مَعَ المُعَلِّمِ وَالطُّلَّابِ؟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أَكْبَرُ فَائِدَةٍ … فَمَثَلًا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an advantage with an example.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أَكْبَرُ فَائِدَةٍ؟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البِدَايَةِ … لٰكِنْ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past difficulty.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وَهَلْ هُنَاكَ صُعُوبَاتٌ؟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 / نَعَمْ، سَأَدْرُسُ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سَتَدْرُسُ فِي الجَامِعَةِ عَلَى الإِنْتَرْنِتِ أَيْضًا؟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an online student  ·  The examiner is: a researcher from a newspaper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RADIO PHONE-IN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Should under-16s use social media?</a:t>
            </a:r>
            <a:endParaRPr lang="en-US" sz="19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وَسَائِلُ التَّوَاصُلِ وَالمُرَاهِقُونَ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balanced view.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تَقْتَرِحُ الحُكُومَةُ مَنْعَ وَسَائِلِ التَّوَاصُلِ عَمَّنْ هُمْ دُونَ السَّادِسَةَ عَشْرَةَ. مَا رَأْيُكَ؟</a:t>
            </a:r>
            <a:endParaRPr lang="ar-SA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مَرَّةً … فَحَظَرْتُهُ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an experience and what you did.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تَعَرَّضْتَ أَنْتَ لِمَوْقِفٍ سَيِّئٍ؟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counter.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أَلَيْسَ المَنْعُ أَسْهَلَ؟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يَجِبُ عَلَى … أَنْ … وَعَلَى … أَنْ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Propose two measures.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إِذَنْ مَا البَدِيلُ؟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عِشْتُ …، لَقَرَأْتُ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عِشْتَ بِلَا إِنْتَرْنِتٍ أُسْبُوعًا، كَيْفَ تَكُونُ حَيَاتُكَ؟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teenage caller  ·  The examiner is: the radio presenter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said which apps or devices they use and how often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verbs with the right preposition and a verbal noun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هَاتِفًا ذَكِيًّا جَدِيدًا.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a new smartphone.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أَهْلًا! كَيْفَ أُسَاعِدُكَ؟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أَسْتَخْدِمُهُ لِلتَّوَاصُلِ مَعَ أَصْدِقَائِي، وَلِلدِّرَاسَةِ.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use it to keep in touch with friends, and to study.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 تَسْتَخْدِمُ الهَاتِفَ عَادَةً؟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أَحْتَاجُ إِلَى كَامِيرَا جَيِّدَةٍ.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need a good camera.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تُحِبُّ التَّصْوِيرَ؟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ثَمَنُهُ مِنْ فَضْلِكَ؟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much is it, please?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هٰذَا الهَاتِفُ مُمْتَازٌ.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أَسْتَخْدِمُهُ ثَلَاثَ سَاعَاتٍ تَقْرِيبًا.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use it for about three hours.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سَاعَةً تَسْتَخْدِمُ الهَاتِفَ كُلَّ يَوْمٍ؟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أَتَوَاصَلُ مَعَ صَدِيقِي عَنِ الوَاجِبِ.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I’m messaging my friend about the homework.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 تَنْظُرُ إِلَى هَاتِفِكَ طُولَ الوَقْتِ؟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هٰذِهِ فِكْرَةٌ جَيِّدَةٌ، لِأَنَّنَا نَتَكَلَّمُ أَكْثَرَ.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That’s a good idea, because we talk more.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مِنَ اليَوْمِ: لَا هَوَاتِفَ عَلَى المَائِدَةِ!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يُمْكِنُ أَنْ أَسْتَخْدِمَهُ حَتَّى السَّاعَةِ التَّاسِعَةِ فَقَطْ؟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Could I use it only until nine o’clock?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وَأَنْتَ تَسْهَرُ عَلَى الهَاتِفِ أَيْضًا.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لِمُرَاجَعَةِ الدُّرُوسِ عَلَى مِنَصَّةِ المَدْرَسَةِ، وَلِلتَّوَاصُلِ مَعَ مَجْمُوعَةِ المَشْرُوعِ.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revise on the school platform, and to keep in touch with my project group.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 تَحْتَاجُ إِلَيْهِ فِي المَسَاءِ؟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أَمْسِ شَاهَدْتُ دَرْسًا فِي الرِّيَاضِيَّاتِ، وَعَلَّقْتُ عَلَى صُوَرِ ابْنِ عَمِّي.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Yesterday I watched a maths lesson and commented on my cousin’s photos.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فَعَلْتَ عَلَى الهَاتِفِ أَمْسِ؟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أَدْرُسُ فِي مَدْرَسَةٍ إِلِكْتْرُونِيَّةٍ مُنْذُ سَنَتَيْنِ، عَنْ طَرِيقِ دُرُوسٍ مُبَاشِرَةٍ.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have studied at an online school for two years, through live lessons.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مُنْذُ مَتَى تَدْرُسُ عَلَى الإِنْتَرْنِتِ؟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أَتَفَاعَلُ مَعَهُمْ عَنْ طَرِيقِ المُحَادَثَةِ وَالغُرَفِ الجَانِبِيَّةِ، وَأُشَارِكُ الشَّاشَةَ أَحْيَانًا.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interact through the chat and breakout rooms, and sometimes share my screen.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تَتَفَاعَلُ مَعَ المُعَلِّمِ وَالطُّلَّابِ؟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أَكْبَرُ فَائِدَةٍ هِيَ المُرُونَةُ؛ فَمَثَلًا أَسْتَطِيعُ أَنْ أُشَاهِدَ الدَّرْسَ مَرَّةً ثَانِيَةً إِذَا لَمْ أَفْهَمْ.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biggest benefit is flexibility — I can rewatch a lesson if I don’t understand.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أَكْبَرُ فَائِدَةٍ؟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البِدَايَةِ شَعَرْتُ بِالوَحْدَةِ، وَانْقَطَعَ الإِنْتَرْنِتُ مَرَّاتٍ، لٰكِنِّي تَعَوَّدْتُ بَعْدَ شَهْرٍ.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 first I felt lonely and the internet cut out several times, but I got used to it after a month.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وَهَلْ هُنَاكَ صُعُوبَاتٌ؟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لَا، سَأَدْرُسُ فِي الجَامِعَةِ حُضُورِيًّا، لِأَنِّي أُرِيدُ أَنْ أَتَعَرَّفَ عَلَى أَصْدِقَاءَ جُدُدٍ.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I’ll study at university in person, because I want to meet new friends.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سَتَدْرُسُ فِي الجَامِعَةِ عَلَى الإِنْتَرْنِتِ أَيْضًا؟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نَاحِيَةٍ، أَفْهَمُ القَلَقَ مِنَ الإِدْمَانِ وَالتَّنَمُّرِ، وَمِنْ نَاحِيَةٍ أُخْرَى، هِيَ وَسِيلَتُنَا لِلتَّعَلُّمِ وَالتَّعْبِيرِ عَنْ أَنْفُسِنَا.</a:t>
            </a:r>
            <a:endParaRPr lang="ar-SA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 one hand, I understand the worry about addiction and bullying; on the other, it is our way of learning and expressing ourselves.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تَقْتَرِحُ الحُكُومَةُ مَنْعَ وَسَائِلِ التَّوَاصُلِ عَمَّنْ هُمْ دُونَ السَّادِسَةَ عَشْرَةَ. مَا رَأْيُكَ؟</a:t>
            </a:r>
            <a:endParaRPr lang="ar-SA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مَرَّةً كَتَبَ شَخْصٌ مَجْهُولٌ تَعْلِيقًا مُسِيئًا عَلَى صُورَتِي، فَحَظَرْتُهُ، وَأَخْبَرْتُ أُمِّي وَالمَدْرَسَةَ.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once a stranger wrote a nasty comment on my photo, so I blocked them and told my mum and the school.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تَعَرَّضْتَ أَنْتَ لِمَوْقِفٍ سَيِّئٍ؟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أَنَّهُ أَسْهَلُ، غَيْرَ أَنَّ المُرَاهِقِينَ سَيَجِدُونَ طُرُقًا لِلالْتِفَافِ عَلَيْهِ، وَلَنْ يَتَعَلَّمُوا كَيْفَ يَحْمُونَ أَنْفُسَهُمْ.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it’s easier, but teenagers will find ways round it and won’t learn how to protect themselves.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أَلَيْسَ المَنْعُ أَسْهَلَ؟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يَجِبُ عَلَى المَدَارِسِ أَنْ تُعَلِّمَ الأَمَانَ الرَّقْمِيَّ، وَعَلَى الشَّرِكَاتِ أَنْ تَحْذِفَ التَّعْلِيقَاتِ المُسِيئَةَ بِسُرْعَةٍ.</a:t>
            </a:r>
            <a:endParaRPr lang="ar-SA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Schools must teach digital safety, and companies must delete abusive comments quickly.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إِذَنْ مَا البَدِيلُ؟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عِشْتُ بِلَا إِنْتَرْنِتٍ أُسْبُوعًا، لَقَرَأْتُ أَكْثَرَ وَنِمْتُ أَفْضَلَ، لٰكِنِّي لَاشْتَقْتُ إِلَى أَصْدِقَائِي فِي الخَارِجِ.</a:t>
            </a:r>
            <a:endParaRPr lang="ar-SA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lived a week without the internet, I’d read more and sleep better — but I’d miss my friends abroad.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عِشْتَ بِلَا إِنْتَرْنِتٍ أُسْبُوعًا، كَيْفَ تَكُونُ حَيَاتُكَ؟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balance, a real experience, ṣaḥīḥun anna … ghayra anna, two measures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أَنَا وَالتِّكْنُولُوجْيَا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عِنْدِي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have a smartphone?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عِنْدَكَ هَاتِفٌ ذَكِيٌّ؟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تَطْبِيقِي المُفَضَّلُ … لِأَنَّ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app?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تَطْبِيقُكَ المُفَضَّلُ؟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أَتَوَاصَلُ مَعَ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do you keep in touch with online?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مَعَ مَنْ تَتَوَاصَلُ عَلَى الإِنْتَرْنِتِ؟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أَسْتَخْدِمُهَا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hours a day do you use screens?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سَاعَةً تَسْتَخْدِمُ الشَّاشَاتِ يَوْمِيًّا؟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 / لَا،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read the news online?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تَقْرَأُ الأَخْبَارَ عَلَى الإِنْتَرْنِتِ؟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الحَيَاةُ الرَّقْمِيَّةُ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أَبْحَثُ عَنْ … وَأُشَاهِدُ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use the internet for studying?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تَسْتَخْدِمُ الإِنْتَرْنِتَ فِي الدِّرَاسَةِ؟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أَرَاهَا مُفِيدَةً لِلتَّوَاصُلِ … لٰكِنَّهَا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think of social media?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رَأْيُكَ فِي وَسَائِلِ التَّوَاصُلِ الاجْتِمَاعِيِّ؟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كَانُوا يَكْتُبُونَ … أَمَّا نَحْنُ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did people communicate in your parents’ day?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كَانَ التَّوَاصُلُ فِي أَيَّامِ وَالِدَيْكَ؟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 أَنْشُرُ … وَأَسْتَخْدِمُ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protect yourself online?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تَحْمِي نَفْسَكَ عَلَى الإِنْتَرْنِتِ؟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مَرَّةً … فَسَاعَدَنِي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time technology helped you.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مَرَّةً سَاعَدَتْكَ فِيهَا التِّكْنُولُوجْيَا.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verbs with prepositions, a verbal noun and a past example.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التِّكْنُولُوجْيَا وَالمُجْتَمَعُ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Has technology brought people closer or pushed them apart?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قَرَّبَتِ التِّكْنُولُوجْيَا بَيْنَ النَّاسِ أَمْ أَبْعَدَتْهُمْ؟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أَرَى أَنَّهُ … لِأَنَّ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phones be banned in schools?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يَجِبُ أَنْ تُمْنَعَ الهَوَاتِفُ فِي المَدَارِسِ؟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أَتَأَكَّدُ مِنْ … وَأُقَارِنُ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know online information is true?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تَعْرِفُ أَنَّ المَعْلُومَةَ عَلَى الإِنْتَرْنِتِ صَحِيحَةٌ؟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young people addicted to screens?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هَلِ الشَّبَابُ مُدْمِنُونَ عَلَى الشَّاشَاتِ؟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مِنَ المُتَوَقَّعِ أَنْ … وَإِذَا لَمْ …، فَقَدْ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will communication be like in twenty years?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سَيَكُونُ التَّوَاصُلُ بَعْدَ عِشْرِينَ سَنَةً؟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balanced view, a passive (tumnaʿa), evidence, a concession and a conditional.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عِنْدِي هَاتِفٌ ذَكِيٌّ وَحَاسُوبٌ مَحْمُولٌ.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have a smartphone and a laptop.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عِنْدَكَ هَاتِفٌ ذَكِيٌّ؟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تَطْبِيقِيَ المُفَضَّلُ تَطْبِيقُ خَرَائِطَ، لِأَنَّهُ مُفِيدٌ جِدًّا.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favourite app is a maps app, because it is very useful.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تَطْبِيقُكَ المُفَضَّلُ؟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أَتَوَاصَلُ مَعَ أَصْدِقَائِي وَأَقَارِبِي فِي مِصْرَ.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keep in touch with my friends and relatives in Egypt.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مَعَ مَنْ تَتَوَاصَلُ عَلَى الإِنْتَرْنِتِ؟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أَسْتَخْدِمُهَا أَرْبَعَ سَاعَاتٍ تَقْرِيبًا، مَعَ الدِّرَاسَةِ.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About four hours, including studying.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سَاعَةً تَسْتَخْدِمُ الشَّاشَاتِ يَوْمِيًّا؟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أَقْرَأُ الأَخْبَارَ عَلَى مَوْقِعٍ إِخْبَارِيٍّ كُلَّ صَبَاحٍ.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read the news on a news website every morning.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تَقْرَأُ الأَخْبَارَ عَلَى الإِنْتَرْنِتِ؟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the right preposition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أَبْحَثُ عَنِ المَعْلُومَاتِ لِلْمَشَارِيعِ، وَأُشَاهِدُ دُرُوسًا قَصِيرَةً عِنْدَمَا لَا أَفْهَمُ شَيْئًا.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search for information for projects and watch short lessons when I don’t understand something.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تَسْتَخْدِمُ الإِنْتَرْنِتَ فِي الدِّرَاسَةِ؟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أَرَاهَا مُفِيدَةً لِلتَّوَاصُلِ وَمَعْرِفَةِ الأَخْبَارِ، لٰكِنَّهَا تُضَيِّعُ الوَقْتَ إِذَا لَمْ نَنْتَبِهْ.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find it useful for keeping in touch and news, but it wastes time if we’re not careful.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رَأْيُكَ فِي وَسَائِلِ التَّوَاصُلِ الاجْتِمَاعِيِّ؟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كَانُوا يَكْتُبُونَ الرَّسَائِلَ وَيَتَّصِلُونَ مِنَ الهَاتِفِ الأَرْضِيِّ، أَمَّا نَحْنُ فَنُرْسِلُ رِسَالَةً صَوْتِيَّةً فِي ثَانِيَةٍ.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wrote letters and used landlines; we send a voice note in a second.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كَانَ التَّوَاصُلُ فِي أَيَّامِ وَالِدَيْكَ؟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 أَنْشُرُ عُنْوَانِي أَوْ رَقْمَ هَاتِفِي، وَأَسْتَخْدِمُ كَلِمَاتِ سِرٍّ قَوِيَّةً.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don’t post my address or phone number, and I use strong passwords.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تَحْمِي نَفْسَكَ عَلَى الإِنْتَرْنِتِ؟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مَرَّةً ضِعْتُ فِي مَدِينَةٍ جَدِيدَةٍ، فَسَاعَدَنِي تَطْبِيقُ الخَرَائِطِ عَلَى الوُصُولِ إِلَى الفُنْدُقِ.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Once I got lost in a new city, and the maps app helped me reach the hotel.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صِفْ مَرَّةً سَاعَدَتْكَ فِيهَا التِّكْنُولُوجْيَا.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Preposition + verbal noun + past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نَاحِيَةٍ، قَرَّبَتِ البَعِيدَ؛ فَأَرَى جَدَّتِي فِي المَغْرِبِ كُلَّ أُسْبُوعٍ، وَمِنْ نَاحِيَةٍ أُخْرَى، أَبْعَدَتِ القَرِيبَ؛ فَقَدْ يَجْلِسُ أَفْرَادُ الأُسْرَةِ مَعًا وَكُلٌّ مِنْهُمْ يَنْظُرُ إِلَى شَاشَتِهِ.</a:t>
            </a:r>
            <a:endParaRPr lang="ar-SA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brought the distant near — I see my grandmother in Morocco weekly — but pushed the near away: a family can sit together, each staring at a screen.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قَرَّبَتِ التِّكْنُولُوجْيَا بَيْنَ النَّاسِ أَمْ أَبْعَدَتْهُمْ؟</a:t>
            </a:r>
            <a:endParaRPr lang="ar-SA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أَرَى أَنَّهُ يَجِبُ أَنْ تُمْنَعَ أَثْنَاءَ الحِصَصِ، لِأَنَّهَا تُشَتِّتُ الانْتِبَاهَ، أَمَّا فِي الاسْتِرَاحَةِ فَيُمْكِنُ السَّمَاحُ بِهَا.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should be banned in lessons because they distract, but allowed at break.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يَجِبُ أَنْ تُمْنَعَ الهَوَاتِفُ فِي المَدَارِسِ؟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أَتَأَكَّدُ مِنْ مَصْدَرِهَا، وَأُقَارِنُهَا بِمَوَاقِعَ مَوْثُوقَةٍ، لِأَنَّ الأَخْبَارَ الكَاذِبَةَ تَنْتَشِرُ أَسْرَعَ مِنَ الصَّحِيحَةِ.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check its source and compare it with reliable sites, because fake news spreads faster than true news.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تَعْرِفُ أَنَّ المَعْلُومَةَ عَلَى الإِنْتَرْنِتِ صَحِيحَةٌ؟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min nāḥiya …, passive, a reason with a comparison, ṣaḥīḥun anna … ghayra anna, idhā lam … fa-qad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بَعْضَهُمْ يَقْضِي سَاعَاتٍ طَوِيلَةً أَمَامَهَا، غَيْرَ أَنَّ الكِبَارَ لَيْسُوا أَفْضَلَ حَالًا؛ فَأَبِي لَا يَتْرُكُ هَاتِفَهُ حَتَّى فِي العُطْلَةِ!</a:t>
            </a:r>
            <a:endParaRPr lang="ar-SA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Some spend long hours on them, but adults are no better — my dad doesn’t leave his phone even on holiday!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هَلِ الشَّبَابُ مُدْمِنُونَ عَلَى الشَّاشَاتِ؟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مِنَ المُتَوَقَّعِ أَنْ نَتَوَاصَلَ عَنْ طَرِيقِ النَّظَّارَاتِ الذَّكِيَّةِ، وَإِذَا لَمْ نَضَعْ حُدُودًا، فَقَدْ نَنْسَى كَيْفَ نَتَحَدَّثُ وَجْهًا لِوَجْهٍ.</a:t>
            </a:r>
            <a:endParaRPr lang="ar-SA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We’ll probably communicate through smart glasses, and if we set no limits, we may forget how to talk face to face.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سَيَكُونُ التَّوَاصُلُ بَعْدَ عِشْرِينَ سَنَةً؟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min nāḥiya …, passive, a reason with a comparison, ṣaḥīḥun anna … ghayra anna, idhā lam … fa-qad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said which devices and apps I use, and how often.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atawāṣalu maʿa correctly.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verbs with their prepositions (ʿalā, ʿan, maʿa).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 verbal noun (al-istikhdām, at-tawāṣul).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balanced view, a concession or a conditional.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TC-L06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TC-L06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TC-L06 · Speaking Workshop — Digital World and Communication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2026-10-11T09:47:51Z</dcterms:created>
  <dcterms:modified xsi:type="dcterms:W3CDTF">2026-10-11T09:47:51Z</dcterms:modified>
</cp:coreProperties>
</file>