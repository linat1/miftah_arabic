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9 (Shopping, Prices and Consumer Choices, TC-L09), using that lesson’s language (hādhā / hādhihi; thamanuhu / thamanuhā (its price); numbers with prices; comparatives (arkhaṣu, aghlā); solving a problem in a shop).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هٰذَا القَمِيصُ · ثَمَنُهُ عِشْرُونَ جُنَيْهًا. هٰذِهِ الحَقِيبَةُ · ثَمَنُهَا … The pronoun follows the noun’s gender. Non-human plurals: هٰذِهِ الأَحْذِيَةُ · ثَمَنُهَا … Comparatives: أَرْخَصُ مِنْ · أَغْلَى مِنْ.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اشْتَرَيْتُ هٰذَا … أَمْسِ، لٰكِنَّهُ مَكْسُورٌ / لَا يَعْمَلُ. أُرِيدُ أَنْ أُبَدِّلَهُ / أَنْ أَسْتَرِدَّ ثَمَنَهُ. Numbers: 11–99 + singular accusative (عِشْرُونَ جُنَيْهًا).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مَقَاسُكِ · عِنْدَكِ · تُرِيدِينَ.
Core: kanza zarqāʾ (f. colour), thamanuhā (f.), thalāthūna junayhan (singular accusative after 11–99), arkhaṣu (no change for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an electronics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تَشْتَرِينَ.
Core+: bi- + price, the dual baynahumā, the CANDIDATE asks about the guarantee, aṭwalu ḍamānan (comparative + tamyīz), qabla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customer service.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أَخْدُمُكِ · مَعَكِ.
Develop: ishtaraytu + qabla thalāthati ayyām, al-baṭṭāriyya lā tadūmu (f. verb), tisʿūna junayhan, a polite refusal with ufaḍḍilu an, idhā lam … fa-.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consumer-rights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عَادَاتِكِ · أُعْطِيتِ · تُنْفِقِينَهَا.
Stretch: kamā anna, passives (tuṣnaʿu, turmā, uʿṭītu), mimmā yuʾaddī ilā, kuntu + present vs ammā … fa-, a concession with a price calculation,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Shopping, Prices and Consumer Choices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التَّسَوُّقُ وَالأَسْعَارُ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buy things and ask prices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كَمْ ثَمَنُ هٰذَا؟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ثَمَنُهَا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compare products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أَرْخَصُ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أَغْلَى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أَفْضَلُ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return or exchange an item, and discuss shopping habits online and in shops.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PRICES AND AGREEMENT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This, its price, cheaper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ثَمَنُهُ؟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(m. · 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ذٰلِكَ · تِلْكَ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(non-hum. pl.)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5749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(m.) · its price (f.)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ثَمَنٌ · سِعْرٌ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tha-ma-nun · siʿ-run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أَسْعَارٌ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(f.)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ثَمَنُهَا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(m.)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ثَمَنُهُ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رَخِيصٌ · غَالٍ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 · 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 · ghā-lin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 · أَغْلَى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رَخِيصَةٌ · غَالِيَةٌ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20 pounds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جُنَيْهٌ · دِرْهَمٌ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pound · a dirham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ju-nay-hun · dir-ha-mun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20 pounds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عِشْرُونَ جُنَيْهًا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جُنَيْهَاتٌ · دَرَاهِمُ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 · half price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تَخْفِيضَاتٌ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sales, discounts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takh-fī-ḍā-tun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half price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نِصْفُ الثَّمَنِ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خَصْمٌ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bigger · smaller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 · smaller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· أَصْغَرُ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مَقَاسَاتٌ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PROBLEMS AND CHOICES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Return, exchange, refund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فِي المَحَلِّ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card · cash · payment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أَدْفَعُ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ad-fa-ʿu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payment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الدَّفْعُ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cash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نَقْدًا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card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بِالبِطَاقَةِ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 tenses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أَشْتَرِي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buy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ash-ta-rī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purchases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مُشْتَرَيَاتٌ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سَأَشْتَرِي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a refund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أُرْجِعُ · أُبَدِّلُ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return · I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ur-ji-ʿu · u-bad-di-lu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refund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اسْتِرْدَادُ المَالِ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أَرْجَعْتُ · بَدَّلْتُ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guarantee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إِيصَالٌ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receipt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ī-ṣā-lun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guarantee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ضَمَانٌ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إِيصَالَاتٌ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it doesn’t work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مَكْسُورٌ · مَعِيبٌ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broken · faulty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mak-sū-run · ma-ʿī-bun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doesn’t work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يَعْمَلُ · لَا تَعْمَلُ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مَكْسُورَةٌ · مَعِيبَةٌ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delivery · the consumer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التَّسَوُّقُ عَلَى الإِنْتَرْنِتِ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online shopping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at-ta-saw-wu-qu ʿa-lā al-in-tar-ni-ti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consumer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المُسْتَهْلِكُ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delivery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التَّوْصِيلُ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jumper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مَحَلِّ المَلَابِسِ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are looking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هَلْ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ثَمَنُهَا؟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هٰذِهِ الكَنْزَةُ جَمِيلَةٌ.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غَالِيَةٌ … هَلْ عِنْدَكَ … أَرْخَصُ؟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it’s expensive and ask for a cheaper one.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ثَمَنُهَا ثَلَاثُونَ جُنَيْهًا.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سَأَدْفَعُ بِالبِطَاقَةِ / نَقْدًا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AN ELECTRONICS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headphones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اخْتِيَارُ سَمَّاعَاتٍ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لِلدِّرَاسَةِ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what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نَعَمْ؟ مَاذَا تَحْتَاجُ؟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هٰذِهِ بِأَرْبَعِينَ، وَهٰذِهِ بِسَبْعِينَ جُنَيْهًا.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… ضَمَانٌ؟ وَكَمْ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guarantee.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الغَالِيَةُ لَاسِلْكِيَّةٌ، وَصَوْتُهَا أَنْقَى.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… لِأَنَّهَا أَ… وَ…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justify with a comparison.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سَنَتَانِ لِلْغَالِيَةِ، وَسَنَةٌ لِلرَّخِيصَةِ.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أَحْيَانًا، لٰكِنِّي أُفَضِّلُ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الأَجْهِزَةَ عَلَى الإِنْتَرْنِتِ عَادَةً؟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sales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CUSTOMER SERVICE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Returning a faulty item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إِرْجَاعُ بِضَاعَةٍ مَعِيبَةٍ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مِنْ هُنَا قَبْلَ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bought and when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كَيْفَ أَخْدُمُكَ؟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الشَّاشَةُ … وَالبَطَّارِيَّةُ لَا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precisely.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المُشْكِلَةُ؟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تَفَضَّلْ. دَفَعْتُ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say how you paid.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مَعَكَ الإِيصَالُ؟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أَنْ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Refuse politely and ask for something else.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نَسْتَطِيعُ أَنْ نُصْلِحَهَا فِي أُسْبُوعَيْنِ.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تَكُنْ عِنْدَكُمْ، فَأُرِيدُ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تَكُنْ عِنْدَنَا سَاعَةٌ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customer-service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CONSUMER-RIGHTS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Fast fashion: bargain or trap?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المُوضَةُ السَّرِيعَةُ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كَمَا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المُرَاهِقُونَ المَلَابِسَ الرَّخِيصَةَ؟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تُصْنَعُ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cause → effect chain.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المُشْكِلَةُ فِي 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أَشْتَرِي … أَمَّا الآنَ فَأَشْتَرِي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habits before and now.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أَنْتَ عَادَاتِكَ؟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 with a calculation.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المَلَابِسَ الجَيِّدَةَ غَالِيَةٌ جِدًّا!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أُعْطِيتُ …، لَادَّخَرْتُ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أُعْطِيتَ مِئَةَ جُنَيْهٍ الآنَ، فِيمَ تُنْفِقُهَا؟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asked a price and bought something politely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items and explained a problem with a purchase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كَنْزَةٍ زَرْقَاءَ.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looking for a blue jumper.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هَلْ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size is medium.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ثَمَنُهَا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هٰذِهِ الكَنْزَةُ جَمِيلَةٌ.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غَالِيَةٌ قَلِيلًا. هَلْ عِنْدَكَ كَنْزَةٌ أَرْخَصُ؟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a bit expensive. Do you have a cheaper jumper?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ثَمَنُهَا ثَلَاثُونَ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سَأَدْفَعُ 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pay 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سَمَّاعَاتٍ لِلدِّرَاسَةِ عَلَى الإِنْتَرْنِتِ.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headphones for studying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نَعَمْ؟ مَاذَا تَحْتَاجُ؟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هٰذِهِ بِأَرْبَعِينَ، وَهٰذِهِ بِسَبْعِينَ جُنَيْهًا.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لَهَا ضَمَانٌ؟ وَكَمْ سَنَةً؟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they have a guarantee? For how many years?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الغَالِيَةُ لَاسِلْكِيَّةٌ، وَصَوْتُهَا أَنْقَى.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الغَالِيَةَ، لِأَنَّهَا أَفْضَلُ وَأَطْوَلُ ضَمَانًا، وَسَأَسْتَخْدِمُهَا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take the expensive ones: they’re better with a longer guarantee, and I’ll use them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سَنَتَانِ لِلْغَالِيَةِ، وَسَنَةٌ لِلرَّخِيصَةِ.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أَحْيَانًا، لٰكِنِّي أُفَضِّلُ المَحَلَّ، لِأَنِّي أَسْتَطِيعُ أَنْ أُجَرِّبَ قَبْلَ أَنْ أَشْتَرِيَ.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Sometimes, but I prefer the shop, because I can try before I buy.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الأَجْهِزَةَ عَلَى الإِنْتَرْنِتِ عَادَةً؟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هٰذِهِ السَّاعَةَ الذَّكِيَّةَ مِنْ هُنَا قَبْلَ ثَلَاثَةِ أَيَّامٍ.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this smartwatch here three days ago.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كَيْفَ أَخْدُمُكَ؟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الشَّاشَةُ تَنْطَفِئُ وَحْدَهَا، وَالبَطَّارِيَّةُ لَا تَدُومُ أَكْثَرَ مِنْ سَاعَتَيْنِ.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screen switches itself off, and the battery lasts no more than two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المُشْكِلَةُ؟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تَفَضَّلْ. دَفَعْتُ بِالبِطَاقَةِ، وَالثَّمَنُ مَكْتُوبٌ هُنَا: تِسْعُونَ جُنَيْهًا.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here you are. I paid by card; the price is written here: ninety pounds.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مَعَكَ الإِيصَالُ؟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أَنْ أُبَدِّلَهَا بِسَاعَةٍ جَدِيدَةٍ، لِأَنِّي اشْتَرَيْتُهَا هَدِيَّةً لِعِيدِ مِيلَادِ أَخِي يَوْمَ السَّبْتِ.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rather exchange it for a new one, because I bought it as a present for my brother’s birthday on Saturday.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نَسْتَطِيعُ أَنْ نُصْلِحَهَا فِي أُسْبُوعَيْنِ.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تَكُنْ عِنْدَكُمْ، فَأُرِيدُ أَنْ أَسْتَرِدَّ ثَمَنَهَا كَامِلًا،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haven’t got one, I’d like a full refund,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تَكُنْ عِنْدَنَا سَاعَةٌ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تُنَاسِبُ مَصْرُوفَهُمُ القَلِيلَ، كَمَا أَنَّ المُوضَةَ تَتَغَيَّرُ بِسُرْعَةٍ عَلَى وَسَائِلِ التَّوَاصُلِ.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suit their small pocket money, and fashion changes fast on social media.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المُرَاهِقُونَ المَلَابِسَ الرَّخِيصَةَ؟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تُصْنَعُ بِكَمِّيَّاتٍ ضَخْمَةٍ وَتُرْمَى بَعْدَ أَشْهُرٍ، مِمَّا يُؤَدِّي إِلَى جِبَالٍ مِنَ النُّفَايَاتِ.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made in huge quantities and thrown away after months, which leads to mountains of 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المُشْكِلَةُ فِي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أَشْتَرِي قِطْعَةً جَدِيدَةً كُلَّ أُسْبُوعٍ، أَمَّا الآنَ فَأَشْتَرِي أَقَلَّ، وَأَخْتَارُ الجَوْدَةَ، أَوْ أَشْتَرِي مِنْ مَحَلَّاتِ المَلَابِسِ المُسْتَعْمَلَةِ.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buy something new every week; now I buy less, choose quality, or shop second-hand.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أَنْتَ عَادَاتِكَ؟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ثَمَنَهَا أَعْلَى، غَيْرَ أَنَّ مِعْطَفًا بِسِتِّينَ جُنَيْهًا يَدُومُ خَمْسَ سَنَوَاتٍ أَرْخَصُ مِنْ ثَلَاثَةِ مَعَاطِفَ رَخِيصَةٍ تَتَمَزَّقُ كُلَّ سَنَةٍ.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they cost more, but a £60 coat lasting five years is cheaper than three cheap coats that tear every year.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المَلَابِسَ الجَيِّدَةَ غَالِيَةٌ جِدًّا!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أُعْطِيتُ مِئَةَ جُنَيْهٍ، لَادَّخَرْتُ نِصْفَهَا، وَلَاشْتَرَيْتُ بِالبَاقِي حِذَاءً رِيَاضِيًّا جَيِّدًا يَدُومُ طَوِيلًا.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given £100, I’d save half and buy good trainers that last with the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أُعْطِيتَ مِئَةَ جُنَيْهٍ الآنَ، فِيمَ تُنْفِقُهَا؟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two reasons, a passive cause chain, a change in habits, a reasoned concession and law + passive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وَالتَّسَوُّقُ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أَشْتَرِي مَلَابِسِي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buy your clothes?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buy last time?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اشْتَرَيْتَ آخِرَ مَرَّةٍ؟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ثَمَنُهُ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did it cost?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كَانَ ثَمَنُهُ؟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أَشْتَرِي … عَلَى الإِنْتَرْنِتِ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shop online?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عَلَى الإِنْتَرْنِتِ؟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عَادَاتُ التَّسَوُّقِ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لِأَنَّهُ أَ… ،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shopping in shops or online?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لِأُمِّي … وَكَانَ ثَمَنُهُ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bought a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اشْتَرَيْتَ فِيهَا هَدِيَّةً.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wait for the sales?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تَنْتَظِرُ التَّخْفِيضَاتِ؟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اشْتَرَيْتُ … لٰكِنَّ … فَأَرْجَعْتُهُ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when buying something?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عِنْدَ الشِّرَاءِ؟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أَصْرِفُ … عَلَى … وَأَدَّخِرُ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spend your pocket money?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تَصْرِفُ مَصْرُوفَكَ؟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comparison, a price and a past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المُسْتَهْلِكُ الذَّكِيُّ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بِلَا شَكٍّ؛ فَالمُؤَثِّرُونَ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advertising affect our choices?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يُؤَثِّرُ الإِعْلَانُ فِي اخْتِيَارَاتِنَا؟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online shopping?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التَّسَوُّقِ عَلَى الإِنْتَرْنِتِ وَعُيُوبُهُ؟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بِالضَّرُورَةِ؛ فَأَحْيَانًا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most expensive always the best?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الأَغْلَى دَائِمًا أَفْضَلُ؟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… أَمَّا نَحْنُ فَنَطْلُبُ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shopping changed since your 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التَّسَوُّقُ مُنْذُ أَيَّامِ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مُنِعَ …، لَعَادَتِ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online shopping were banned, how would our lives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مُنِعَ التَّسَوُّقُ عَلَى الإِنْتَرْنِتِ، كَيْفَ تَتَغَيَّرُ حَيَاتُنَا؟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balanced view, laysa bi-ḍ-ḍarūra, kāna + present vs ammā … fa-, and law + passive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التَّسَوُّقَ مَعَ أَصْدِقَائِي.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shopping with my friends.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أَشْتَرِي مَلَابِسِي مِنَ المَرْكَزِ التِّجَارِيِّ.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buy my clothes at the shopping centre.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حِذَاءً رِيَاضِيًّا أَبْيَضَ.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white trainers.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اشْتَرَيْتَ آخِرَ مَرَّةٍ؟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ثَمَنُهُ خَمْسِينَ جُنَيْهًا.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cost fifty pounds.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كَانَ ثَمَنُهُ؟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أَشْتَرِي الكُتُبَ عَلَى الإِنْتَرْنِتِ، لِأَنَّهَا أَرْخَصُ.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buy books online, because they are cheaper.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عَلَى الإِنْتَرْنِتِ؟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price with the right number form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الإِنْتَرْنِتَ، لِأَنَّهُ أَسْهَلُ وَأَرْخَصُ، لٰكِنَّنِي أَشْتَرِي المَلَابِسَ مِنَ المَحَلِّ لِأُجَرِّبَهَا.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online — easier and cheaper — but I buy clothes in shops to try them 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عِطْرًا لِأُمِّي فِي عِيدِ الأُمِّ، وَكَانَ ثَمَنُهُ خَمْسَةً وَثَلَاثِينَ جُنَيْهًا، وَفَرِحَتْ بِهِ كَثِيرًا.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my mum perfume for Mother’s Day; it cost £35, and she was delighted.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اشْتَرَيْتَ فِيهَا هَدِيَّةً.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الأَسْعَارَ تَنْخَفِضُ كَثِيرًا؛ فَمَثَلًا اشْتَرَيْتُ مِعْطَفِي بِنِصْفِ الثَّمَنِ.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prices drop a lot — I bought my coat at half price.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تَنْتَظِرُ التَّخْفِيضَاتِ؟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اشْتَرَيْتُ قَمِيصًا عَلَى الإِنْتَرْنِتِ، لٰكِنَّ مَقَاسَهُ كَانَ صَغِيرًا، فَأَرْجَعْتُهُ بِالبَرِيدِ.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bought a shirt online but it was too small, so I returned it by post.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عِنْدَ الشِّرَاءِ؟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أَصْرِفُ جُزْءًا عَلَى الطَّعَامِ وَالمُوَاصَلَاتِ، وَأَدَّخِرُ البَاقِيَ لِشِرَاءِ حَاسُوبٍ جَدِيدٍ.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spend some on food and transport and save the rest for a new computer.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تَصْرِفُ مَصْرُوفَكَ؟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price + past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بِلَا شَكٍّ؛ فَالمُؤَثِّرُونَ عَلَى الإِنْتَرْنِتِ يُقْنِعُونَنَا بِأَنَّنَا نَحْتَاجُ إِلَى أَشْيَاءَ لَمْ نَكُنْ نُفَكِّرُ فِيهَا أَصْلًا.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Without doubt: online influencers convince us we need things we weren’t even thinking about.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يُؤَثِّرُ الإِعْلَانُ فِي اخْتِيَارَاتِنَا؟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يُوَفِّرُ الوَقْتَ وَيُتِيحُ مُقَارَنَةَ الأَسْعَارِ، وَمِنْ نَاحِيَةٍ أُخْرَى، يُضِرُّ بِالمَحَلَّاتِ الصَّغِيرَةِ، وَيَزِيدُ التَّغْلِيفَ وَالتَّوْصِيلَ.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saves time and lets us compare prices, but it hurts small shops and increases packaging and deliveries.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التَّسَوُّقِ عَلَى الإِنْتَرْنِتِ وَعُيُوبُهُ؟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بِالضَّرُورَةِ؛ فَأَحْيَانًا نَدْفَعُ ثَمَنَ اسْمِ المَارْكَةِ فَقَطْ، وَالجَوْدَةُ مُتَشَابِهَةٌ.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necessarily: sometimes we only pay for the brand name, and the quality is similar.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الأَغْلَى دَائِمًا أَفْضَلُ؟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bi-lā shakk, balance, nuance,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يَشْتَرِيَانِ كُلَّ شَيْءٍ مِنَ السُّوقِ المَحَلِّيِّ وَيَعْرِفَانِ البَائِعِينَ، أَمَّا نَحْنُ فَنَطْلُبُ مِنْ شَرِكَاتٍ لَا نَعْرِفُ أَيْنَ تَقَعُ.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bought everything at the local market and knew the sellers; we order from companies we can’t even place.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التَّسَوُّقُ مُنْذُ أَيَّامِ وَالِدَيْكَ؟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مُنِعَ، لَعَادَتِ الحَيَاةُ إِلَى الأَسْوَاقِ المَحَلِّيَّةِ، وَلَاشْتَرَيْنَا أَقَلَّ، لٰكِنَّ كِبَارَ السِّنِّ وَالمَرْضَى سَيُعَانُونَ.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it were banned, life would return to local markets and we’d buy less — but the elderly and sick would struggle.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مُنِعَ التَّسَوُّقُ عَلَى الإِنْتَرْنِتِ، كَيْفَ تَتَغَيَّرُ حَيَاتُنَا؟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bi-lā shakk, balance, nuance,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prices with the right pronoun (thamanuhu / thamanuhā).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prices with the right number form (ʿishrūna junayhan).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items (arkhaṣu, aghlā, afḍalu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a problem with something I bought (past).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TC-L09 · Speaking Workshop — Shopping, Prices and Consumer Choices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2026-10-11T09:58:40Z</dcterms:created>
  <dcterms:modified xsi:type="dcterms:W3CDTF">2026-10-11T09:58:40Z</dcterms:modified>
</cp:coreProperties>
</file>