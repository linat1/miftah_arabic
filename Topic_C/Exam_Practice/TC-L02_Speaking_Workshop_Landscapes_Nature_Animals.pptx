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2 (Landscapes, Nature and Animals, TC-L02), using that lesson’s language (adjective agreement; non-human plurals (al-jibālu ʿāliya); relative clauses for habitats).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non-human plurals take the feminine singular: جِبَالٌ عَالِيَةٌ · غَابَاتٌ كَثِيفَةٌ. صَحْرَاءُ is feminine and has no tanwīn. وَادٍ → الوَادِي (al- restores the yāʾ).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verb agrees too: يَعِيشُ الجَمَلُ فِي الصَّحْرَاءِ · تَعِيشُ الطُّيُورُ فِي الغَابَةِ (non-human pl. → f. sg.). Relative: الحَيَوَانَاتُ الَّتِي تَعِيشُ فِي القُطْبِ.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national park.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تُحِبِّينَ · عِنْدَكِ.
Core: al-jibāl (non-human pl.) → li-annahā ʿāliya; aṭ-ṭuyūr an-nādira; a dual in iḍāfa (zujājatā māʾin).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choosing a trip.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friend may be a girl: أَيْنَ نَذْهَبُ؟).
Core+: aṣ-ṣaḥrāʾ (f.) → hādiʾa, wāsiʿa; non-human plurals al-kuthbān … adh-dhahabiyya; comparatives; the CANDIDATE asks (task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nature photo.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أَخَذْتِ · صِفِي · اخْتَرْتِ · سَتُصَوِّرِينَ.
Develop: -hā for aṣ-ṣūra (akhadhtuhā), wādin akhḍar, a relative clause with a non-human plural (al-ghābāt allatī tughaṭṭī), two reasons,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wildlife documentary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تَتَطَوَّعِينَ · مَجْمُوعَتِكُنَّ / مَجْمُوعَتِكُمْ · كُنْتِ.
Stretch: lam yabqa … illā, kāna + present vs ammā … fa-, a past action → fa- result (non-human plural ʿādat al-baṭṭ), a concession with idhā … fa-sa-, law … la-kuntu.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description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Landscapes, Nature and Animals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الطَّبِيعَةُ وَالحَيَوَانَاتُ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landscapes and wildlife — mountains, deserts, forests, rivers — with adjectives that agree, say where animals live (allatī taʿīshu fī …) and why nature matters.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LANDSCAPES (SG. · PL. · WITH AN ADJECTIVE)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Mountains, deserts and rivers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المَنَاظِرُ الطَّبِيعِيَّةُ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high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جَبَلٌ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mountain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ja-ba-lun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high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جِبَالٌ عَالِيَةٌ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جِبَالٌ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جَبَلٌ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vast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صَحْرَاءُ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desert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ṣaḥ-rā-ʾu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vast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صَحْرَاءُ وَاسِعَةٌ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صَحَارٍ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صَحْرَاءُ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tropical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غَابَةٌ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forest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ghā-ba-tun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tropical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غَابَةٌ اسْتِوَائِيَّةٌ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غَابَاتٌ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غَابَةٌ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نَهْرٌ · بُحَيْرَةٌ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river · a lake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nah-run · bu-ḥay-ra-tun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أَنْهَارٌ · بُحَيْرَاتٌ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وَادٍ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valley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wā-din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وِدْيَانٌ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الوَادِي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شَاطِئٌ · سَاحِلٌ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beach · a coast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shā-ṭi-ʾun · sā-ḥi-lun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شَوَاطِئُ · سَوَاحِلُ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ANIMALS AND HABITATS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Who lives where?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تَعِيشُ الحَيَوَانَاتُ؟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wild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حَيَوَانٌ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animal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ḥa-ya-wā-nun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wild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حَيَوَانَاتٌ بَرِّيَّةٌ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حَيَوَانَاتٌ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حَيَوَانٌ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rare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طَائِرٌ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bird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ṭā-ʾi-run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طُيُورٌ نَادِرَةٌ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طُيُورٌ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طَائِرٌ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habitat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يَعِيشُ فِي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lives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ya-ʿī-shu fī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 (people)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يَعِيشُونَ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/ non-hum. pl.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تَعِيشُ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جَمِيلٌ · خَلَّابٌ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beautiful · stunning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ja-mī-lun · khal-lā-bun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جَمِيلَةٌ · خَلَّابَةٌ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endangered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نَادِرٌ · مُهَدَّدٌ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rare · endangered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nā-di-run · mu-had-da-dun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endangered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مُهَدَّدٌ بِالانْقِرَاضِ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نَادِرَةٌ · مُهَدَّدَةٌ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the environment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نِظَامٌ بِيئِيٌّ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ecosystem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ni-ẓā-mun bī-ʾiy-yun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environment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البِيئَةُ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أَنْظِمَةٌ بِيئِيَّةٌ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NATIONAL PARK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national-park visitor centre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الحَدِيقَةِ الوَطَنِيَّةِ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see.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مَاذَا تُرِيدُ أَنْ تَرَى؟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nature you like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أَرَى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animals.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حَيَوَانَاتٍ تُرِيدُ أَنْ تَرَى؟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it takes.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الطَّرِيقُ إِلَى البُحَيْرَةِ طَوِيلٌ.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…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مَاءٌ وَحِذَاءٌ مُنَاسِبٌ؟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the park ranger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A TRIP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Desert or forest?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الصَّحْرَاءُ أَمِ الغَابَةُ؟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نَذْهَبُ: إِلَى الصَّحْرَاءِ أَمْ إِلَى الغَابَةِ؟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سَنَرَى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will see.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نَرَى هُنَاكَ؟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it is best to go.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لٰكِنَّ الصَّحْرَاءَ حَارَّةٌ جِدًّا!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الصَّحْرَاءُ أَجْمَلُ مِنَ الغَابَةِ … لٰكِنَّ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desert and the forest.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الشِّتَاءِ. وَفِي اللَّيْلِ يَكُونُ الجَوُّ بَارِدًا.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يَعِيشُ … لِأَنَّهُ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الحَيَوَانُ الَّذِي يَعِيشُ فِي الصَّحْرَاءِ؟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planning a school trip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NATURE PHOTO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Describing your best nature photo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صُورَةٌ مِنَ الطَّبِيعَةِ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أَخَذْتُهَا فِي … عِنْدَمَا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when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أَخَذْتَ هٰذِهِ الصُّورَةَ؟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الصُّورَةِ … وَ…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three agreeing adjectives.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مَا نَرَاهُ فِيهَا.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الَّذِي / الَّتِي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animal with a relative clause.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تُوجَدُ حَيَوَانَاتٌ؟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وَلِأَنَّ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اخْتَرْتَ هٰذِهِ الصُّورَةَ لِلْمُسَابَقَةِ؟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سَأُصَوِّرُ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سَتُصَوِّرُ فِي المَرَّةِ القَادِمَةِ؟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photographer  ·  The examiner is: the school photography-club leader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WILDLIFE DOCUMENTARY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Protecting wildlife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حِمَايَةُ الحَيَاةِ البَرِّيَّةِ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reason with an example.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تَتَطَوَّعُ لِحِمَايَةِ الحَيَوَانَاتِ؟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الغَابَاتُ … أَمَّا اليَوْمَ فَتَحَوَّلَ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الطَّبِيعَةُ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نَظَّفْنَا … فَعَادَتْ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action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فِي مَجْمُوعَتِكُمْ؟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 النَّاسُ أَهَمَّ مِنَ الحَيَوَانَاتِ؟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حَيَوَانًا، لَكُنْتُ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حَيَوَانًا، أَيَّ حَيَوَانٍ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wildlife volunteer  ·  The examiner is: a documentary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landscape with adjectives that agree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non-human plural agreement and a relative clause (allatī / alladhī)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أَرَى الجِبَالَ وَالبُحَيْرَةَ الكَبِيرَةَ.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see the mountains and the big lake.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مَاذَا تُرِيدُ أَنْ تَرَى؟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الجِبَالَ لِأَنَّهَا عَالِيَةٌ وَجَمِيلَةٌ.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mountains because they are high and beautiful.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أَرَى الغِزْلَانَ وَالطُّيُورَ النَّادِرَةَ.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see the deer and the rare birds.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حَيَوَانَاتٍ تُرِيدُ أَنْ تَرَى؟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نَمْشِي إِلَى البُحَيْرَةِ؟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we walk to the lake?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الطَّرِيقُ إِلَى البُحَيْرَةِ طَوِيلٌ.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زُجَاجَتَا مَاءٍ، وَحِذَاءٌ قَوِيٌّ لِلْمَشْيِ.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two bottles of water and strong walking boots.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مَاءٌ وَحِذَاءٌ مُنَاسِبٌ؟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الصَّحْرَاءَ، لِأَنَّهَا هَادِئَةٌ وَوَاسِعَةٌ.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desert, because it is quiet and vast.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نَذْهَبُ: إِلَى الصَّحْرَاءِ أَمْ إِلَى الغَابَةِ؟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سَنَرَى الكُثْبَانَ الرَّمْلِيَّةَ الذَّهَبِيَّةَ، وَالجِمَالَ.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see golden sand dunes, and camels.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نَرَى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مَتَى أَفْضَلُ وَقْتٍ لِلزِّيَارَةِ؟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when is the best time to visit?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لٰكِنَّ الصَّحْرَاءَ حَارَّةٌ جِدًّا!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الصَّحْرَاءُ أَجْمَلُ مِنَ الغَابَةِ فِي اللَّيْلِ، لٰكِنَّ الغَابَةَ أَبْرَدُ فِي النَّهَارِ.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desert is prettier than the forest at night, but the forest is cooler in the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الشِّتَاءِ. وَفِي اللَّيْلِ يَكُونُ الجَوُّ بَارِدًا.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يَعِيشُ الجَمَلُ فِي الصَّحْرَاءِ، لِأَنَّهُ يَصْبِرُ عَلَى العَطَشِ أَيَّامًا.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camel lives in the desert, because it can go without water for 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الحَيَوَانُ الَّذِي يَعِيشُ فِي الصَّحْرَاءِ؟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أَخَذْتُهَا فِي جِبَالِ الأَطْلَسِ فِي المَغْرِبِ، عِنْدَمَا زُرْنَا قَرْيَةَ جَدِّي.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took it in the Atlas Mountains in Morocco, when we visited my grandfather’s village.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أَخَذْتَ هٰذِهِ الصُّورَةَ؟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الصُّورَةِ وَادٍ أَخْضَرُ، وَنَهْرٌ صَغِيرٌ، وَجِبَالٌ عَالِيَةٌ تُغَطِّيهَا الثُّلُوجُ.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green valley, a small river and high mountains covered in snow.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مَا نَرَاهُ فِيهَا.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هُنَاكَ قُرُودٌ صَغِيرَةٌ تَعِيشُ فِي الغَابَاتِ الَّتِي تُغَطِّي الجِبَالَ.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are small monkeys that live in the forests covering the mountains.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تُوجَدُ حَيَوَانَاتٌ؟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الأَلْوَانَ جَمِيلَةٌ، وَلِأَنَّهَا تُذَكِّرُنِي بِأَجْمَلِ يَوْمٍ فِي العُطْلَةِ.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colours are beautiful, and because it reminds me of the best day of the holiday.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اخْتَرْتَ هٰذِهِ الصُّورَةَ لِلْمُسَابَقَةِ؟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سَأُصَوِّرُ الطُّيُورَ عَلَى سَاحِلِ وِيلْزَ، لِأَنَّ بَعْضَهَا نَادِرٌ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photograph the birds on the Welsh coast, because some of them are very rare.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سَتُصَوِّرُ فِي المَرَّةِ القَادِمَةِ؟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كَثِيرًا مِنَ الحَيَوَانَاتِ مُهَدَّدَةٌ بِالانْقِرَاضِ؛ فَمَثَلًا لَمْ يَبْقَ مِنَ النَّمِرِ العَرَبِيِّ إِلَّا القَلِيلُ.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many animals are endangered — only a few Arabian leopards remain, for example.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تَتَطَوَّعُ لِحِمَايَةِ الحَيَوَانَاتِ؟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الغَابَاتُ تُغَطِّي مِسَاحَاتٍ أَكْبَرَ بِكَثِيرٍ، أَمَّا اليَوْمَ فَتَحَوَّلَ كَثِيرٌ مِنْهَا إِلَى مُدُنٍ وَطُرُقٍ.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Forests used to cover much larger areas; today many have turned into cities and roads.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الطَّبِيعَةُ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نَظَّفْنَا ضِفَّةَ النَّهْرِ مِنَ البْلَاسْتِيكِ، فَعَادَتِ البَطُّ وَالأَسْمَاكُ بَعْدَ شُهُورٍ قَلِيلَةٍ.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cleaned plastic from the riverbank, and the ducks and fish came back within a few months.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فِي مَجْمُوعَتِكُمْ؟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حَاجَاتِ النَّاسِ مُهِمَّةٌ، غَيْرَ أَنَّ النِّظَامَ البِيئِيَّ إِذَا انْهَارَ، فَسَيَتَضَرَّرُ الإِنْسَانُ أَيْضًا.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people’s needs matter, but if the ecosystem collapses, humans will suffer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 النَّاسُ أَهَمَّ مِنَ الحَيَوَانَاتِ؟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حَيَوَانًا، لَكُنْتُ صَقْرًا، لِأَنِّي أُرِيدُ أَنْ أَرَى الصَّحْرَاءَ وَالجِبَالَ مِنْ فَوْقُ.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an animal, I would be a falcon, because I want to see the desert and mountains from above.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حَيَوَانًا، أَيَّ حَيَوَانٍ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example, past vs present, cause → result,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الطَّبِيعَةُ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nature?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يُوجَدُ نَهْرٌ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there mountains or rivers near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تُوجَدُ جِبَالٌ أَوْ أَنْهَارٌ قُرْبَ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حَيَوَانِي المُفَضَّلُ … لِأَنَّهُ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animal?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حَيَوَانُكَ المُفَضَّلُ؟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يَعِيشُ الجَمَلُ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the camel live?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يَعِيشُ الجَمَلُ؟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the sea or the mountains?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البَحْرَ أَمِ الجَبَلَ؟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المَنَاظِرُ وَالحَيَوَانَاتُ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مَكَانٍ زُرْتُهُ … فِيهِ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most beautiful natural place you have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أَجْمَلَ مَكَانٍ طَبِيعِيٍّ زُرْتَهُ.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… لَوْنُهُ … وَهُوَ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pet? Describe 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حَيَوَانٌ أَلِيفٌ؟ صِفْهُ.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وَتُسَاعِدُ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people like spending time in nature?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يُحِبُّ النَّاسُ قَضَاءَ الوَقْتِ فِي الطَّبِيعَةِ؟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تَعِيشُ … وَ… 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animals live in your country?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الحَيَوَانَاتُ الَّتِي تَعِيشُ فِي بِلَادِكَ؟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لِأَرَى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go to see nature?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 أَنْ تَذْهَبَ لِتَرَى الطَّبِيعَةَ؟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non-human plural agreement, a reason and a future wish.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الإِنْسَانُ وَالطَّبِيعَةُ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zoos useful or cruel?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حَدَائِقُ الحَيَوَانِ مُفِيدَةٌ أَمْ ظَالِمَةٌ؟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وَ… مِمَّا يُدَمِّرُ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some animals disappearing?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تَخْتَفِي بَعْضُ الحَيَوَانَاتِ؟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هُنَاكَ … أَمَّا الآنَ فَقَدْ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nature changed in your area?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الطَّبِيعَةُ فِي مِنْطَقَتِكَ؟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يَسْتَطِيعُونَ أَنْ …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can young people do for nature?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يَسْتَطِيعُ الشَّبَابُ أَنْ يَفْعَلُوهُ لِلطَّبِيعَةِ؟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اخْتَفَتِ الطُّيُورُ، لَأَصْبَحَ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birds disappeared from the world, what would life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اخْتَفَتِ الطُّيُورُ مِنَ العَالَمِ، كَيْفَ تَكُونُ الحَيَاةُ؟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bi-sababi … mimmā, kāna + present vs ammā … fa-qad, an example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الطَّبِيعَةَ لِأَنَّهَا هَادِئَةٌ وَجَمِيلَةٌ.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nature because it is calm and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يُوجَدُ نَهْرٌ طَوِيلٌ، وَتُوجَدُ تِلَالٌ خَضْرَاءُ.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is a long river and green hills.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تُوجَدُ جِبَالٌ أَوْ أَنْهَارٌ قُرْبَ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حَيَوَانِيَ المُفَضَّلُ الدُّلْفِينُ، لِأَنَّهُ ذَكِيٌّ.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animal is the dolphin, because it is clever.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حَيَوَانُكَ المُفَضَّلُ؟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يَعِيشُ الجَمَلُ فِي الصَّحْرَاءِ.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camel lives in the desert.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يَعِيشُ الجَمَلُ؟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البَحْرَ، لِأَنِّي أُحِبُّ السِّبَاحَةَ.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sea, because I love swimming.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البَحْرَ أَمِ الجَبَلَ؟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an adjective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مَكَانٍ زُرْتُهُ بُحَيْرَةُ وِينْدِرْمِيرَ؛ فِيهَا مَاءٌ صَافٍ، وَحَوْلَهَا تِلَالٌ خَضْرَاءُ وَغَابَاتٌ كَثِيفَةٌ.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place I’ve visited is Lake Windermere: clear water, surrounded by green hills and thick forests.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أَجْمَلَ مَكَانٍ طَبِيعِيٍّ زُرْتَهُ.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قِطَّةٌ بَيْضَاءُ اسْمُهَا ثَلْجَةُ، عَيْنَاهَا زَرْقَاوَانِ، وَهِيَ كَسُولَةٌ جِدًّا!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white cat called Snowy with blue eyes — she is very lazy!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حَيَوَانٌ أَلِيفٌ؟ صِفْهُ.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تُرِيحُ الأَعْصَابَ، وَتُبْعِدُنَا عَنْ ضَجِيجِ المُدُنِ وَالشَّاشَاتِ.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calms the nerves and takes us away from the noise of cities and screens.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يُحِبُّ النَّاسُ قَضَاءَ الوَقْتِ فِي الطَّبِيعَةِ؟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تَعِيشُ الثَّعَالِبُ وَالسَّنَاجِبُ فِي الحَدَائِقِ، وَتَعِيشُ الغِزْلَانُ فِي الغَابَاتِ الشَّمَالِيَّةِ.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Foxes and squirrels live in parks, and deer live in the northern forests.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الحَيَوَانَاتُ الَّتِي تَعِيشُ فِي بِلَادِكَ؟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وَادِي رَمٍّ فِي الأُرْدُنِّ، لِأَرَى الصَّحْرَاءَ الحَمْرَاءَ وَالنُّجُومَ فِي اللَّيْلِ.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Wadi Rum in Jordan, to see the red desert and the stars at 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 أَنْ تَذْهَبَ لِتَرَى الطَّبِيعَةَ؟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agreement +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بَعْضَهَا يَحْمِي الحَيَوَانَاتِ المُهَدَّدَةَ، غَيْرَ أَنَّ الأَقْفَاصَ الصَّغِيرَةَ لَا تُنَاسِبُ حَيَوَانَاتٍ تَعِيشُ فِي مِسَاحَاتٍ وَاسِعَةٍ.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some protect endangered animals, but small cages don’t suit animals that live in vast spaces.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حَدَائِقُ الحَيَوَانِ مُفِيدَةٌ أَمْ ظَالِمَةٌ؟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قَطْعِ الغَابَاتِ وَالصَّيْدِ، مِمَّا يُدَمِّرُ بُيُوتَهَا الطَّبِيعِيَّةَ.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deforestation and hunting, which destroys their natural homes.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تَخْتَفِي بَعْضُ الحَيَوَانَاتِ؟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هُنَاكَ حَقْلٌ كَبِيرٌ تَعِيشُ فِيهِ الأَرَانِبُ، أَمَّا الآنَ فَقَدْ بَنَوْا عَلَيْهِ مَوْقِفًا لِلسَّيَّارَاتِ.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used to be a big field where rabbits lived; now they have built a car park on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الطَّبِيعَةُ فِي مِنْطَقَتِكَ؟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cause and effect, past vs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يَسْتَطِيعُونَ أَنْ يَزْرَعُوا الأَشْجَارَ وَيُنَظِّفُوا الشَّوَاطِئَ؛ مَثَلًا زَرَعَ صَفِّي مِئَةَ شَجَرَةٍ فِي السَّنَةِ المَاضِيَةِ.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can plant trees and clean beaches — my class planted a hundred trees last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يَسْتَطِيعُ الشَّبَابُ أَنْ يَفْعَلُوهُ لِلطَّبِيعَةِ؟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اخْتَفَتِ الطُّيُورُ، لَأَصْبَحَ الصَّبَاحُ صَامِتًا وَحَزِينًا، وَلَكَثُرَتِ الحَشَرَاتُ الَّتِي تَأْكُلُهَا.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birds disappeared, mornings would be silent and sad, and the insects they eat would multiply.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اخْتَفَتِ الطُّيُورُ مِنَ العَالَمِ، كَيْفَ تَكُونُ الحَيَاةُ؟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cause and effect, past vs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landscapes with adjectives that agree.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animals live (yaʿīshu / taʿīshu fī …).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feminine singular for non-human plurals (jibāl ʿāliya).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relative clause (allatī / alladhī).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cause and effect,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TC-L02 · Speaking Workshop — Landscapes, Nature and Animals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2026-10-11T09:33:56Z</dcterms:created>
  <dcterms:modified xsi:type="dcterms:W3CDTF">2026-10-11T09:33:56Z</dcterms:modified>
</cp:coreProperties>
</file>