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9 (Shopping, Prices and Consumer Choices, TC-L09).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arbaʿūna junayhan (11–99 + singular accusative). Box 8: allatī ṭalabtuhā + lā yughlaqu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مَاذَا (what) · مَتَى (when) · كَمْ (how much) · كَيْفَ (how) · لِمَاذَا (why) — bullet 1 is PAST, bullet 4 is a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non-human plural agreement, comparatives, ufaḍḍilu an, kāna thamanuhu + accusative number, allā + subjunctive, li-kay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ammā anā fa-, qabla an, maʿa anna … fa-innī, idh, a relative without alladhī, a narrated lesson with fa- chains, iḍṭurirtu ilā, a concession and law … la-.
ENGLISH SUMMARY (read aloud or paste in the chat for Core students): Some see shopping as a boring chore; I see it as an art needing intelligence and patience: before buying anything I compare prices on at least three sites and read reviews carefully, then wait a whole day to be sure I really need it → although online shopping is usually easier and cheaper, I still prefer our local market: I know the sellers by name and can haggle, which no website allows → I learnt a lesson last year buying very cheap headphones from an unknown site: they broke after two weeks and I couldn’t return them because the site had vanished! I had to buy another pair — I paid twice → cheap things tempt us, but quality saves money in the long run; “if every consumer thought before pressing ‘buy’, we would buy less and live more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lam … illā, wa-maʿa dhālika, a rhetorical question, kāna + present vs ammā … fa- with passives, mimmā yuʾaddī ilā, a vivid statistic, lam … baʿdu, a concession and idhā … fa-sa-.
ENGLISH SUMMARY (read aloud or paste in the chat for Core students): Our wardrobes are full of clothes worn once or twice, yet we buy more every week — do we buy because we need, or because adverts convince us we need? → in the past families bought few high-quality clothes and mended them; today clothes are made cheaply and thrown away within months, which leads to huge pollution and harsh conditions for workers → I realised the scale when I joined a second-hand clothes drive at school: in one week we collected from students and families over 500 items, many brand new with the tags still on! We gave them all to a local charity → everyone has the right to buy what they like, but a smart consumer asks first: do I really need it? “If we buy less and choose better, we will protect our pockets and our planet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Shopping, Prices and Consumer Choices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التَّسَوُّقُ وَالأَسْعَارُ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online-order return form, write a complaint email about a faulty online purchase, and write an extended piece about your shopping habits or about consumerism.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TC-L09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complaint about an online purchase.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hādhā / hādhihi and thamanuhu / thamanuhā agree with the item; kāna thamanuhā arbaʿīna junayhan (kāna → accusative); 11–99 + singular accusative (khamsūna junayhan); comparatives do not change for gender.</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كَانَ ثَمَنُهَا أَرْبَعِينَ جُنَيْهًا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cost forty pounds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التَّسَوُّقُ عَلَى الإِنْتَرْنِتِ أَسْهَلُ وَأَرْخَصُ</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online shopping is easier and cheaper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أُرِيدُ أَنْ أُبَدِّلَهَا أَوْ أَنْ أَسْتَرِدَّ ثَمَنَهَا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want to exchange it or get a refund</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Online-order return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إِرْجَاعِ المُشْتَرَيَاتِ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 number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رَقْمُ الطَّلَبِ</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Product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المُنْتَجُ</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الثَّمَنُ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purchase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الشِّرَاءِ</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for return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سَبَبُ الإِرْجَاعِ</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want (exchange / refund)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مَاذَا تُرِيدُ؟ (تَبْدِيلٌ / اسْتِرْدَادٌ)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describe the problem</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صِفِ المُشْكِلَةَ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and a passive.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Online-order return form: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4527</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٤٥٢٧</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رَقْمُ الطَّلَبِ</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black school bag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 مَدْرَسِيَّةٌ سَوْدَاءُ</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المُنْتَجُ</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forty pounds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أَرْبَعُونَ جُنَيْهًا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الثَّمَنُ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September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٢ سِبْتَمْبَر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الشِّرَاءِ</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zip is broken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السَّحَّابُ مَكْسُورٌ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سَبَبُ الإِرْجَاعِ</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exchange for a new bag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تَبْدِيلٌ بِحَقِيبَةٍ جَدِيدَةٍ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مَاذَا تُرِيدُ؟ (تَبْدِيلٌ / اسْتِرْدَادٌ)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The bag I ordered arrived grey, not black, and its zip doesn’t close.</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وَصَلَتِ الحَقِيبَةُ الَّتِي طَلَبْتُهَا رَمَادِيَّةً لَا سَوْدَاءَ، وَسَحَّابُهَا لَا يُغْلَقُ.</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صِفِ المُشْكِلَةَ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complaint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شَكْوَى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bought something online, but there is a problem. Write an email in Arabic to the company of about 80–90 words. You must include: • what you bought, when and the price • what the problem is • how you feel and why you need it • what you want the company to do.</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price with the right number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اشْتَرَيْتُ مِنْ مَوْقِعِكُمْ … وَكَانَ ثَمَنُهَا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 from your site, and it cost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 … مَكْسُورٌ / لَا يَعْمَلُ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 is broken / doesn’t work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حَزِينَةٌ، لِأَنِّي أَحْتَاجُ إِلَيْهَا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upset because I need it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أُبَدِّلَهَا / أَنْ أَسْتَرِدَّ ثَمَنَهَا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exchange it / get a refund</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bought something online with a problem: write to the company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اشْتَرَيْتِ شَيْئًا عَلَى الإِنْتَرْنِتِ، وَهُنَاكَ مُشْكِلَةٌ. اكْتُبِي رِسَالَةً إِلَى الشَّرِكَةِ (٨٠–٩٠ كَلِمَةً).</a:t>
            </a:r>
            <a:endParaRPr lang="ar-SA" sz="15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when, and the price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اشْتَرَيْتِ؟ وَمَتَى؟ وَكَمْ كَانَ ثَمَنُهُ؟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problem is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المُشْكِلَةُ؟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feel and why you need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تَشْعُرِينَ؟ وَلِمَاذَا تَحْتَاجِينَ إِلَيْهِ؟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want the company to do</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تُرِيدِينَ أَنْ تَفْعَلَ الشَّرِكَةُ؟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customer service department,</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قِسْمِ خِدْمَةِ العُمَلَاءِ،</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I bought …, and it cost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 اشْتَرَيْتُ ______ ، وَكَانَ ثَمَنُهَا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arrived yesterday, but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وَصَلَتْ أَمْسِ، لٰكِنَّ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upset, because I need it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حَزِينَةٌ، لِأَنِّي أَحْتَاجُ إِلَيْهَا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 I will send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______ . سَأُرْسِلُ لَكُمْ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إِلَى قِسْمِ خِدْمَةِ العُمَلَاءِ،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اسْمِي رِيمُ حَسَنٌ. فِي الأُسْبُوعِ المَاضِي اشْتَرَيْتُ مِنْ مَوْقِعِكُمْ حَقِيبَةً مَدْرَسِيَّةً سَوْدَاءَ، وَكَانَ ثَمَنُهَا أَرْبَعِينَ جُنَيْهًا. وَصَلَتِ الحَقِيبَةُ أَمْسِ، لٰكِنَّ السَّحَّابَ مَكْسُورٌ، وَلَوْنَهَا رَمَادِيٌّ لَا أَسْوَدُ. أَنَا حَزِينَةٌ، لِأَنِّي أَحْتَاجُ إِلَيْهَا لِلْمَدْرَسَةِ يَوْمَ الاثْنَيْنِ. فِي رَأْيِي، الحَقِيبَةُ فِي الصُّورَةِ أَجْمَلُ بِكَثِيرٍ. أُرِيدُ أَنْ أُبَدِّلَهَا بِحَقِيبَةٍ جَدِيدَةٍ سَوْدَاءَ، أَوْ أَنْ أَسْتَرِدَّ ثَمَنَهَا. سَأُرْسِلُ لَكُمْ صُورَةً لِلْحَقِيبَةِ وَالإِيصَالِ.</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رِيمُ حَسَنٌ</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customer services, my name is Reem Hassan. Last week I bought a black school bag from your website for forty pounds. It arrived yesterday, but the zip is broken and it is grey, not black. I am upset because I need it for school on Monday. In my opinion the bag in the photo is much nicer. I want to exchange it for a new black bag or get a refund. I will send you a photo of the bag and the receipt. With thanks, Reem Hassan.”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ثَمَنُهَا أَرْبَعِينَ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السَّحَّابَ مَكْسُورٌ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أَحْتَاجُ إِلَيْهَا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أَنْ أَسْتَرِدَّ ثَمَنَهَا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حَضْرَةَ مُدِيرِ خِدْمَةِ العُمَلَاءِ المُحْتَرَمِ،</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أَكْتُبُ إِلَيْكُمْ بِخُصُوصِ طَلَبٍ رَقْمُهُ ٤٥٢٧، اشْتَرَيْتُ فِيهِ مِنْ مَوْقِعِكُمْ حَقِيبَةً جِلْدِيَّةً سَوْدَاءَ بِأَرْبَعِينَ جُنَيْهًا، وَكُنْتُ قَدِ اخْتَرْتُهَا لِأَنَّ التَّعْلِيقَاتِ عَلَيْهَا كَانَتْ مُمْتَازَةً. غَيْرَ أَنَّ الحَقِيبَةَ الَّتِي وَصَلَتْنِي أَمْسِ رَمَادِيَّةٌ لَا سَوْدَاءُ، وَسَحَّابُهَا الرَّئِيسِيُّ مَكْسُورٌ، مِمَّا يَجْعَلُهَا غَيْرَ صَالِحَةٍ لِلِاسْتِخْدَامِ. وَبِمَا أَنَّ الدِّرَاسَةَ تَبْدَأُ يَوْمَ الاثْنَيْنِ، فَأَرْجُو أَنْ تُرْسِلُوا لِي حَقِيبَةً بَدِيلَةً قَبْلَ نِهَايَةِ الأُسْبُوعِ. وَإِذَا لَمْ يَكُنْ ذٰلِكَ مُمْكِنًا، فَسَأَطْلُبُ اسْتِرْدَادَ المَبْلَغِ كَامِلًا. تَجِدُونَ مُرْفَقًا صُورَةَ الإِيصَالِ وَالعَيْبِ.</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وَتَفَضَّلُوا بِقَبُولِ فَائِقِ الاحْتِرَامِ،</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رِيمُ حَسَنٌ</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Customer Services Manager, I am writing about order no. 4527, in which I bought a black leather bag from your site for £40, chosen because its reviews were excellent. However, the bag that reached me yesterday is grey, not black, and its main zip is broken, which makes it unusable. Since school starts on Monday, please send me a replacement before the weekend. If that is not possible, I will request a full refund. Please find attached a photo of the receipt and the fault. Yours respectfully, Reem Hassan.”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بِخُصُوصِ طَلَبٍ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قَدِ اخْتَرْتُهَا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يَجْعَلُهَا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لَمْ يَكُنْ … فَسَأَطْلُبُ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shopping habits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عَادَاتِي فِي التَّسَوُّقِ</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when you shop · shops or online? · a buying experience you remember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أَيْنَ وَمَتَى تَتَسَوَّقُ · المَحَلُّ أَمِ الإِنْتَرْنِتُ؟ · تَجْرِبَةُ شِرَاءٍ لَا تَنْسَاهَا · رَأْيُكَ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buy more than we need</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نَشْتَرِي أَكْثَرَ مِمَّا نَحْتَاجُ</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Consumerism · past and present · an example from your experience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ظَاهِرَةُ الاسْتِهْلَاكِ · المَاضِي وَالحَاضِرُ · مِثَالٌ مِنْ تَجْرِبَتِكَ · رَأْيُكَ وَنَصِيحَتُكَ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and when — adhhabu ilā al-markaz at-tijārī …; hunāka maḥallātun kathīra (non-human plural).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Shops vs online — arkhaṣu, asraʿu, ufaḍḍilu an … li-annī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sale or a problem: kāna thamanuhu … wa-dafaʿtu …; ishtaraytu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nuqārina …, sa-addakhiru … li-kay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الأَسْعَارُ عَلَى الإِنْتَرْنِتِ أَرْخَصُ أَحْيَانًا.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prices online are sometimes cheaper.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كَانَ ثَمَنُهُ ثَمَانِينَ جُنَيْهًا، وَدَفَعْتُ أَرْبَعِينَ فَقَطْ.</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cost eighty pounds, and I paid only forty.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سَأَدَّخِرُ جُزْءًا مِنْ مَصْرُوفِي كُلَّ شَهْرٍ.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save part of my pocket money each month.</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cs typeface="Amiri" pitchFamily="2" charset="-78"/>
              </a:rPr>
              <a:t>أُحِبُّ التَّسَوُّقَ كَثِيرًا، خُصُوصًا فِي نِهَايَةِ الأُسْبُوعِ. أَذْهَبُ مَعَ أُمِّي أَوْ أَصْدِقَائِي إِلَى المَرْكَزِ التِّجَارِيِّ الكَبِيرِ فِي مَدِينَتِنَا. هُنَاكَ مَحَلَّاتٌ كَثِيرَةٌ لِلْمَلَابِسِ وَالأَحْذِيَةِ وَالكُتُبِ، وَمَطَاعِمُ لَذِيذَةٌ أَيْضًا.</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أَشْتَرِي أَيْضًا عَلَى الإِنْتَرْنِتِ، لِأَنَّ الأَسْعَارَ هُنَاكَ أَرْخَصُ أَحْيَانًا، وَالتَّوْصِيلُ سَرِيعٌ. لٰكِنِّي أُفَضِّلُ أَنْ أَشْتَرِيَ المَلَابِسَ مِنَ المَحَلِّ، لِأَنِّي أُرِيدُ أَنْ أُجَرِّبَ المَقَاسَ وَأَرَى اللَّوْنَ الحَقِيقِيَّ.</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الشَّهْرِ المَاضِي كَانَتْ هُنَاكَ تَخْفِيضَاتٌ كَبِيرَةٌ. اشْتَرَيْتُ مِعْطَفًا شَتْوِيًّا بِنِصْفِ الثَّمَنِ: كَانَ ثَمَنُهُ ثَمَانِينَ جُنَيْهًا، وَدَفَعْتُ أَرْبَعِينَ فَقَطْ! اشْتَرَيْتُ أَيْضًا هَدِيَّةً لِأُخْتِي، وَكَانَتْ سَعِيدَةً جِدًّا بِهَا. كَانَ يَوْمًا مُمْتِعًا وَمُفِيدًا.</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رَأْيِي، يَجِبُ أَنْ نُقَارِنَ الأَسْعَارَ قَبْلَ الشِّرَاءِ، وَأَلَّا نَشْتَرِيَ أَشْيَاءَ لَا نَحْتَاجُ إِلَيْهَا. فِي المُسْتَقْبَلِ سَأَدَّخِرُ جُزْءًا مِنْ مَصْرُوفِي كُلَّ شَهْرٍ، لِكَيْ أَشْتَرِيَ حَاسُوبًا جَدِيدًا لِلدِّرَاسَةِ.</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shopping, especially at weekends, with Mum or friends at the big shopping centre — lots of clothes, shoe and book shops, and good restaurants → I also shop online: sometimes cheaper, fast delivery; but I prefer buying clothes in shops to try the size and see the real colour → last month in the sales I bought a winter coat at half price — £80, I paid £40! — and a present my sister loved — a fun, useful day → we must compare prices and not buy what we don’t need; I’ll save part of my pocket money each month for a new study laptop.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هُنَاكَ مَحَلَّاتٌ كَثِيرَةٌ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الأَسْعَارَ هُنَاكَ أَرْخَصُ</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ثَمَنُهُ ثَمَانِينَ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أَشْتَرِيَ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يَرَى بَعْضُ النَّاسِ أَنَّ التَّسَوُّقَ مُجَرَّدُ وَاجِبٍ مُمِلٍّ، أَمَّا أَنَا فَأَعْتَبِرُهُ فَنًّا يَحْتَاجُ إِلَى ذَكَاءٍ وَصَبْرٍ؛ فَقَبْلَ أَنْ أَشْتَرِيَ أَيَّ شَيْءٍ، أُقَارِنُ الأَسْعَارَ فِي ثَلَاثَةِ مَوَاقِعَ عَلَى الأَقَلِّ، وَأَقْرَأُ تَعْلِيقَاتِ المُشْتَرِينَ بِعِنَايَةٍ، ثُمَّ أَنْتَظِرُ يَوْمًا كَامِلًا لِأَتَأَكَّدَ أَنِّي أَحْتَاجُ إِلَيْهِ فِعْلًا.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وَمَعَ أَنَّ التَّسَوُّقَ عَلَى الإِنْتَرْنِتِ أَسْهَلُ وَأَرْخَصُ غَالِبًا، فَإِنِّي مَا زِلْتُ أُفَضِّلُ السُّوقَ الشَّعْبِيَّ فِي حَيِّنَا؛ إِذْ أَعْرِفُ البَائِعِينَ بِأَسْمَائِهِمْ، وَأَسْتَطِيعُ أَنْ أُفَاوِضَ عَلَى السِّعْرِ، وَهُوَ أَمْرٌ لَا يَسْمَحُ بِهِ أَيُّ مَوْقِعٍ.</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تَعَلَّمْتُ دَرْسًا مُهِمًّا فِي السَّنَةِ المَاضِيَةِ، عِنْدَمَا اشْتَرَيْتُ سَمَّاعَاتٍ رَخِيصَةً جِدًّا مِنْ مَوْقِعٍ مَجْهُولٍ؛ فَقَدْ تَعَطَّلَتْ بَعْدَ أُسْبُوعَيْنِ، وَلَمْ أَسْتَطِعْ إِرْجَاعَهَا، لِأَنَّ المَوْقِعَ اخْتَفَى! فَاضْطُرِرْتُ إِلَى شِرَاءِ سَمَّاعَاتٍ أُخْرَى، فَدَفَعْتُ الثَّمَنَ مَرَّتَيْنِ.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الرَّخِيصَ يُغْرِينَا، غَيْرَ أَنَّ الجَوْدَةَ تُوَفِّرُ المَالَ عَلَى المَدَى البَعِيدِ. وَلَوْ فَكَّرَ كُلُّ مُسْتَهْلِكٍ قَبْلَ أَنْ يَضْغَطَ عَلَى زِرِّ الشِّرَاءِ، لَاشْتَرَيْنَا أَقَلَّ، وَلَعِشْنَا بِرَاحَةٍ أَكْبَرَ.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أَنَا فَأَعْتَبِرُهُ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 … فَإِنِّي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يَسْمَحُ بِهِ أَيُّ مَوْقِعٍ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فَكَّرَ … لَاشْتَرَيْنَا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we buy more than we need</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تَمْتَلِئُ خَزَائِنُنَا بِمَلَابِسَ لَمْ نَلْبَسْهَا إِلَّا مَرَّةً أَوْ مَرَّتَيْنِ، وَمَعَ ذٰلِكَ نَشْتَرِي المَزِيدَ كُلَّ أُسْبُوعٍ. فَهَلْ أَصْبَحْنَا نَشْتَرِي لِأَنَّنَا نَحْتَاجُ، أَمْ لِأَنَّ الإِعْلَانَاتِ تُقْنِعُنَا بِأَنَّنَا نَحْتَاجُ؟</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كَانَتِ الأُسَرُ تَشْتَرِي مَلَابِسَ قَلِيلَةً ذَاتَ جَوْدَةٍ عَالِيَةٍ، وَتُصْلِحُهَا إِذَا تَمَزَّقَتْ، أَمَّا اليَوْمَ فَتُصْنَعُ المَلَابِسُ بِأَسْعَارٍ زَهِيدَةٍ، وَتُرْمَى بَعْدَ أَشْهُرٍ قَلِيلَةٍ، مِمَّا يُؤَدِّي إِلَى تَلَوُّثٍ هَائِلٍ وَإِلَى ظُرُوفِ عَمَلٍ قَاسِيَةٍ لِلْعُمَّالِ.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أَدْرَكْتُ حَجْمَ المُشْكِلَةِ عِنْدَمَا شَارَكْتُ فِي حَمْلَةٍ لِجَمْعِ المَلَابِسِ المُسْتَعْمَلَةِ فِي مَدْرَسَتِي؛ فَقَدْ جَمَعْنَا مِنَ الطُّلَّابِ وَأُسَرِهِمْ فِي أُسْبُوعٍ وَاحِدٍ أَكْثَرَ مِنْ خَمْسِمِئَةِ قِطْعَةٍ، كَانَ كَثِيرٌ مِنْهَا جَدِيدًا لَمْ تُنْزَعْ عَنْهُ البِطَاقَةُ بَعْدُ! وَقَدْ تَبَرَّعْنَا بِهَا كُلِّهَا لِجَمْعِيَّةٍ خَيْرِيَّةٍ مَحَلِّيَّةٍ.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لِكُلِّ شَخْصٍ الحَقَّ فِي أَنْ يَشْتَرِيَ مَا يُحِبُّ، غَيْرَ أَنَّ المُسْتَهْلِكَ الذَّكِيَّ يَسْأَلُ نَفْسَهُ قَبْلَ الشِّرَاءِ: هَلْ أَحْتَاجُ إِلَيْهِ حَقًّا؟ وَإِذَا اشْتَرَيْنَا أَقَلَّ وَاخْتَرْنَا أَفْضَلَ، فَسَنَحْمِي جُيُوبَنَا وَكَوْكَبَنَا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نَلْبَسْهَا إِلَّا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فَتُصْنَعُ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تُنْزَعْ … بَعْدُ</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اشْتَرَيْنَا … فَسَنَحْمِي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price uses the right number form.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thamanuhā agrees, and a clear request (urīdu an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comparatives and a past purchase.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TC-L10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TC-L09 · Writing Workshop — Shopping, Prices and Consumer Choices</dc:title>
  <dc:subject>PptxGenJS Presentation</dc:subject>
  <dc:creator>Al Madina Online School · Arabic Department</dc:creator>
  <cp:lastModifiedBy>Al Madina Online School · Arabic Department</cp:lastModifiedBy>
  <cp:revision>1</cp:revision>
  <dcterms:created xsi:type="dcterms:W3CDTF">2026-10-11T09:58:40Z</dcterms:created>
  <dcterms:modified xsi:type="dcterms:W3CDTF">2026-10-11T09:58:40Z</dcterms:modified>
</cp:coreProperties>
</file>