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2 (Landscapes, Nature and Animals, TC-L02).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8: aṭ-ṭuyūr allatī … muhaddada (non-human plural →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أَيْنَ (where) · كَيْفَ (what … like) · مَاذَا (what) · مَا رَأْيُكِ (your opinion) · لِمَاذَا (why) — bullet 2 is PAST, bullet 4 is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(112 words). Core model: non-human plurals with feminine agreement, colours, a past paragraph with kānat + accusative, an opinion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a superlative hook, qabla an, kuntu aẓunnu anna, lā … illā, similes (ka-, kaʾanna), ammā … fa-, relative clauses, a concession and law … la-.
ENGLISH SUMMARY (read aloud or paste in the chat for Core students): Some places change how we see the world; for me, Wadi Rum in southern Jordan — before visiting I thought a desert was an empty, boring place with only sand, burning sun and wind → what I saw was completely different: sand red as fire, rocky mountains rising suddenly like ancient castles; as for the night, the sky fills with thousands of stars we never see in cities → what amazed me most were the animals: with the guide I saw a small desert fox’s tracks; he explained how it hides under the sand by day and comes out to hunt in the cold night; we also saw small plants that live on little water, and birds nesting among the high rocks → it is true the climate was harsh, but the trip taught me every ecosystem has its beauty and secrets; “if I went back, I would stay a whole week and study the desert animals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yuḥadhdhiru min anna, idhā lam + jussive, kāna + present vs ammā … fa-, mimmā, a school initiative, lā … (not … but) contrast, a concession and a conditional.
ENGLISH SUMMARY (read aloud or paste in the chat for Core students): Thousands of species disappear every year; scientists warn that the Arabian leopard, sea turtles and many birds may vanish soon if we don’t act → in the past dense forests covered vast areas and animals lived safely far from humans; as for today, forests are turning into farms and cities, which drives animals out of their natural homes and pollutes the rivers they drink from → but there is hope: last year my school’s environment club planted two hundred trees by the river and built wooden bird boxes; within a few months we noticed bird species we hadn’t seen for years, and felt our small effort had made a real difference in our neighbourhood → it is true people need land to live and farm, but we are part of nature, not its masters; “if every city set aside part of its land for wildlife, humans and animals would live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Landscapes, Nature and Animals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الطَّبِيعَةُ وَالحَيَوَانَاتُ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nature-reserve volunteer form, write an email describing a landscape from a trip, and write an extended piece about a place in nature or about protecting wildlife.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TC-L02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describing a landscape.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non-human plurals take feminine singular adjectives AND verbs (al-ṭuyūru taṭīru, al-jibālu ʿāliya); colours agree (ṣaḥrāʾ ḥamrāʾ); allatī after feminine and non-human plural nouns.</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الجِبَالُ عَالِيَةٌ، وَالوِدْيَانُ خَضْرَاءُ</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mountains are high, and the valleys green</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رَأَيْنَا صَقْرًا يَطِيرُ فَوْقَنَا</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saw a falcon flying above us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الحَيَوَانَاتُ الَّتِي تَعِيشُ هُنَاكَ</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animals that live there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Nature-reserve volunteer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التَّطَوُّعِ فِي المَحْمِيَّةِ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age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 وَالعُمْرُ</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natural place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المَكَانُ الطَّبِيعِيُّ المُفَضَّلُ</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animal you like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حَيَوَانٌ تُحِبُّهُ</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it lives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أَيْنَ يَعِيشُ؟</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Days available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الأَيَّامُ المُنَاسِبَةُ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skill you have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مَهَارَةٌ عِنْدَكَ</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you want to do</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نَشَاطٌ تُرِيدُ أَنْ تُشَارِكَ فِيهِ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volunteer</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تُرِيدُ أَنْ تَتَطَوَّعَ؟</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allatī and a non-human plural.</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Nature-reserve volunteer form: model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Sara Ali, sixteen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سَارَةُ عَلِيٌّ، سِتَّ عَشْرَةَ سَنَةً</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 وَالعُمْرُ</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mountains</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الجِبَالُ</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المَكَانُ الطَّبِيعِيُّ المُفَضَّلُ</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falcon</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الصَّقْرُ</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حَيَوَانٌ تُحِبُّهُ</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desert and mountains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الصَّحْرَاءِ وَالجِبَالِ</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أَيْنَ يَعِيشُ؟</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and Sunday</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السَّبْتُ وَالأَحَدُ</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الأَيَّامُ المُنَاسِبَةُ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photography</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التَّصْوِيرُ</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مَهَارَةٌ عِنْدَكَ</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planting trees by the river</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زِرَاعَةُ الأَشْجَارِ قُرْبَ النَّهْرِ</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نَشَاطٌ تُرِيدُ أَنْ تُشَارِكَ فِيهِ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00" dirty="0">
                <a:solidFill>
                  <a:srgbClr val="5A6472"/>
                </a:solidFill>
                <a:latin typeface="Calibri" pitchFamily="34" charset="0"/>
                <a:cs typeface="Amiri" pitchFamily="2" charset="-78"/>
              </a:rPr>
              <a:t>I want to volunteer because the birds that live here are endangered.</a:t>
            </a:r>
            <a:endParaRPr lang="en-US" sz="10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أَنْ أَتَطَوَّعَ لِأَنَّ الطُّيُورَ الَّتِي تَعِيشُ هُنَا مُهَدَّدَةٌ.</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تُرِيدُ أَنْ تَتَطَوَّعَ؟</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Question 2: postcard from the mountains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مِنَ الجِبَالِ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are on a school trip in the countryside. Write an email in Arabic to your friend of about 80–90 words. You must include: • where you are and what the landscape is like • what you did and saw yesterday (animals or plants) • your opinion of the place, with a reason • what you will do tomorrow.</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Adjectives that agree (non-human plurals!).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المَنْظَرُ هُنَا … : الجِبَالُ … وَالبُحَيْرَاتُ …</a:t>
            </a:r>
            <a:endParaRPr lang="ar-SA" sz="175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view here …: the mountains … and the lakes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مَشَيْنَا … وَرَأَيْنَا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walked … and saw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 لِأَنَّهَا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 because it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غَدًا سَنَزُورُ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tomorrow we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on a countryside trip: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 فِي رِحْلَةٍ مَدْرَسِيَّةٍ فِي الرِّيفِ. اكْتُبِي رِسَالَةً إِلَى صَدِيقَتِكِ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what the landscape is like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أَيْنَ أَنْتِ؟ وَكَيْفَ المَنْظَرُ؟</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and saw yesterday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أَمْسِ؟ وَمَاذَا رَأَيْتِ؟</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of the place, and why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رَأْيُكِ فِي المَكَانِ؟ وَلِمَاذَا؟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do tomorrow</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سَتَفْعَلِينَ غَدًا؟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now in … The mountains are …, and the lakes are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الآنَ فِي ______ . الجِبَالُ ______ ، وَالبُحَيْرَاتُ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we walked …, and saw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مَشَيْنَا ______ ، وَرَأَيْنَا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love this place, because it is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أُحِبُّ هٰذَا المَكَانَ، لِأَنَّهُ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Tomorrow we will visit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غَدًا سَنَزُورُ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زَيْنَبُ،</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أَنَا الآنَ فِي رِحْلَةٍ مَدْرَسِيَّةٍ فِي جِبَالِ وِيلْزَ. المَنْظَرُ هُنَا جَمِيلٌ جِدًّا: الجِبَالُ عَالِيَةٌ وَخَضْرَاءُ، وَالبُحَيْرَاتُ صَافِيَةٌ وَزَرْقَاءُ. أَمْسِ مَشَيْنَا ثَلَاثَ سَاعَاتٍ إِلَى قِمَّةِ جَبَلٍ، وَرَأَيْنَا طُيُورًا كَبِيرَةً وَخِرَافًا كَثِيرَةً. كَانَ الجَوُّ بَارِدًا، لٰكِنَّ الرِّحْلَةَ كَانَتْ مُمْتِعَةً. أُحِبُّ الطَّبِيعَةَ لِأَنَّهَا هَادِئَةٌ. غَدًا سَنَزُورُ شَلَّالًا كَبِيرًا فِي الغَابَةِ، وَسَآخُذُ صُوَرًا كَثِيرَةً.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سَارَةُ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Zainab, how are you? I am now on a school trip in the mountains of Wales. The view here is very beautiful: the mountains are high and green, and the lakes clear and blue. Yesterday we walked three hours to a mountain top and saw big birds and lots of sheep. It was cold, but the trip was fun. I love nature because it is calm. Tomorrow we will visit a big waterfall in the forest, and I’ll take lots of photos. Goodbye, Sara.”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الجِبَالُ عَالِيَةٌ وَخَضْرَاءُ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وَرَأَيْنَا طُيُورًا كَبِيرَةً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لِأَنَّهَا هَادِئَةٌ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غَدًا سَنَزُورُ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عَزِيزَتِي زَيْنَبُ،</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مِنْ جِبَالِ وِيلْزَ! أَقْضِي هٰذَا الأُسْبُوعَ فِي رِحْلَةٍ مَدْرَسِيَّةٍ فِي حَدِيقَةٍ وَطَنِيَّةٍ خَلَّابَةٍ؛ فَالجِبَالُ هُنَا عَالِيَةٌ تُغَطِّيهَا الغُيُومُ، وَالوِدْيَانُ خَضْرَاءُ تَجْرِي فِيهَا أَنْهَارٌ صَغِيرَةٌ صَافِيَةٌ. أَمْسِ صَعِدْنَا أَعْلَى قِمَّةٍ فِي المِنْطَقَةِ بَعْدَ مَشْيٍ اسْتَمَرَّ أَرْبَعَ سَاعَاتٍ، وَرَأَيْنَا صَقْرًا يَطِيرُ فَوْقَنَا، وَقَطِيعًا مِنَ الخِرَافِ البَيْضَاءِ تَرْعَى فِي الوَادِي. صَحِيحٌ أَنَّ المَطَرَ لَمْ يَتَوَقَّفْ، غَيْرَ أَنَّنِي لَمْ أَشْعُرْ بِهٰذَا الهُدُوءِ مِنْ قَبْلُ. غَدًا سَنَزُورُ شَلَّالًا مَشْهُورًا فِي وَسَطِ الغَابَةِ، وَإِذَا كَانَتِ الشَّمْسُ مُشْرِقَةً، فَسَأُرْسِلُ لَكِ صُوَرًا رَائِعَةً.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سَارَةُ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Zainab, greetings from the Welsh mountains! I’m spending this week on a school trip in a stunning national park: the mountains are high and covered in cloud, and the green valleys have small clear rivers running through them. Yesterday we climbed the highest peak in the area after a four-hour walk, and saw a falcon flying above us and a flock of white sheep grazing in the valley. It is true the rain didn’t stop, but I have never felt such calm before. Tomorrow we’ll visit a famous waterfall in the middle of the forest, and if the sun is out, I’ll send you wonderful photos. With love, Sara.”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الجِبَالُ هُنَا عَالِيَةٌ تُغَطِّيهَا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رَأَيْنَا صَقْرًا يَطِيرُ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لَمْ أَشْعُرْ … مِنْ قَبْلُ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كَانَتِ … فَسَأُرْسِلُ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natural place I won’t forget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مَكَانٌ طَبِيعِيٌّ لَا أَنْسَاهُ</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Nature around your town · your favourite place and a description · a trip to a natural place · your opinion and dreams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الطَّبِيعَةُ حَوْلَ مَدِينَتِكَ · مَكَانُكَ المُفَضَّلُ وَوَصْفُهُ · رِحْلَةٌ إِلَى مَكَانٍ طَبِيعِيٍّ · رَأْيُكَ وَأَحْلَامُكَ</a:t>
            </a:r>
            <a:endParaRPr lang="ar-SA" sz="15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Endangered animals: our responsibility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الحَيَوَانَاتُ المُهَدَّدَةُ: مَسْؤُولِيَّتُنَا</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animals are disappearing · past and present · an initiative you took part in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لِمَاذَا تَخْتَفِي الحَيَوَانَاتُ؟ · المَاضِي وَالحَاضِرُ · مُبَادَرَةٌ شَارَكْتَ فِيهَا · رَأْيُكَ وَاقْتِرَاحُكَ</a:t>
            </a:r>
            <a:endParaRPr lang="ar-SA" sz="15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Nature near you — tūjadu tilālun khaḍrāʾ …; non-human plural agreement.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favourite place — colours, sizes, animals (taʿīshu fīhi …); Stretch: kaʾannahā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trip: zurnā, rakibnā, raʾaynā; kāna / kānat + accusative adjectives.</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yajibu an naḥmiya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تَعِيشُ فِي البَحْرِ أَسْمَاكٌ كَثِيرَةٌ.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many fish live in the sea.</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كَانَتِ الرِّمَالُ حَمْرَاءَ، وَالجِبَالُ عَالِيَةً.</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 sand was red, and the mountains high.</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سَأَزُورُ غَابَاتِ إِفْرِيقْيَا.</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visit the forests of Africa.</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أُحِبُّ الطَّبِيعَةَ كَثِيرًا. أَسْكُنُ فِي مَدِينَةٍ كَبِيرَةٍ، لٰكِنْ قُرْبَ مَدِينَتِي تُوجَدُ تِلَالٌ خَضْرَاءُ وَنَهْرٌ طَوِيلٌ. فِي نِهَايَةِ الأُسْبُوعِ أَمْشِي مَعَ أَبِي فِي التِّلَالِ، وَنَرَى الطُّيُورَ وَالأَرَانِبَ. أَحْيَانًا نَجْلِسُ قُرْبَ النَّهْرِ، وَنَأْكُلُ السَّنْدَوِيشَاتِ، وَنَسْمَعُ أَصْوَاتَ الطُّيُورِ.</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مَكَانِيَ المُفَضَّلُ هُوَ الشَّاطِئُ. الرَّمْلُ هُنَاكَ أَصْفَرُ وَنَاعِمٌ، وَالبَحْرُ أَزْرَقُ. تَعِيشُ فِي البَحْرِ أَسْمَاكٌ كَثِيرَةٌ، وَتَطِيرُ فَوْقَهُ طُيُورٌ بَيْضَاءُ. أُحِبُّ الشَّاطِئَ لِأَنَّهُ هَادِئٌ وَجَمِيلٌ.</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الصَّيْفِ المَاضِي زُرْتُ الأُرْدُنَّ مَعَ أُسْرَتِي. ذَهَبْنَا إِلَى صَحْرَاءِ وَادِي رَمٍّ. كَانَتِ الرِّمَالُ حَمْرَاءَ، وَالجِبَالُ عَالِيَةً. رَكِبْنَا الجِمَالَ، وَنِمْنَا فِي خَيْمَةٍ، وَرَأَيْنَا نُجُومًا كَثِيرَةً جِدًّا. كَانَتْ تِلْكَ أَجْمَلَ لَيْلَةٍ فِي حَيَاتِي، وَلَنْ أَنْسَاهَا أَبَدًا.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رَأْيِي، يَجِبُ أَنْ نَحْمِيَ الطَّبِيعَةَ وَالحَيَوَانَاتِ. فِي المُسْتَقْبَلِ أُرِيدُ أَنْ أَعْمَلَ فِي حَدِيقَةٍ وَطَنِيَّةٍ، وَسَأَزُورُ غَابَاتِ إِفْرِيقْيَا.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love nature: I live in a big city, but nearby there are green hills and a long river; at weekends I walk with Dad and we see birds and rabbits; sometimes we sit by the river, eat sandwiches and listen to the birds → favourite place: the beach — soft yellow sand, blue sea, many fish, white birds flying above; calm and beautiful → last summer Wadi Rum in Jordan: red sand, high mountains; camel rides, a night in a tent, so many stars — the best night of my life, I’ll never forget it → we must protect nature and animals; I want to work in a national park and will visit Africa’s forests.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تِلَالٌ خَضْرَاءُ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طُيُورٌ بَيْضَاءُ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كَانَتِ الرِّمَالُ حَمْرَاءَ</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يَجِبُ أَنْ نَحْمِيَ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هُنَاكَ أَمَاكِنُ تُغَيِّرُ نَظْرَتَنَا إِلَى العَالَمِ، وَأَهَمُّهَا عِنْدِي صَحْرَاءُ وَادِي رَمٍّ فِي جَنُوبِ الأُرْدُنِّ. قَبْلَ أَنْ أَزُورَهَا، كُنْتُ أَظُنُّ أَنَّ الصَّحْرَاءَ مَكَانٌ فَارِغٌ مُمِلٌّ، لَا حَيَاةَ فِيهِ إِلَّا الرَّمْلُ وَالشَّمْسُ الحَارِقَةُ وَالرِّيَاحُ.</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لٰكِنَّ مَا رَأَيْتُهُ كَانَ مُخْتَلِفًا تَمَامًا؛ فَالرِّمَالُ حَمْرَاءُ كَالنَّارِ، وَالجِبَالُ الصَّخْرِيَّةُ تَرْتَفِعُ فَجْأَةً كَأَنَّهَا قِلَاعٌ قَدِيمَةٌ. أَمَّا فِي اللَّيْلِ، فَتَمْتَلِئُ السَّمَاءُ بِآلَافِ النُّجُومِ الَّتِي لَا نَرَاهَا أَبَدًا فِي المُدُنِ.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وَأَكْثَرُ مَا أَدْهَشَنِي الحَيَوَانَاتُ الَّتِي تَعِيشُ هُنَاكَ؛ فَقَدْ رَأَيْتُ مَعَ المُرْشِدِ آثَارَ ثَعْلَبٍ صَحْرَاوِيٍّ صَغِيرٍ، وَشَرَحَ لَنَا كَيْفَ يَخْتَبِئُ تَحْتَ الرَّمْلِ فِي النَّهَارِ، وَيَخْرُجُ لِيَبْحَثَ عَنْ طَعَامِهِ فِي اللَّيْلِ البَارِدِ. وَرَأَيْنَا أَيْضًا نَبَاتَاتٍ صَغِيرَةً تَعِيشُ بِقَلِيلٍ مِنَ المَاءِ، وَطُيُورًا تَبْنِي أَعْشَاشَهَا بَيْنَ الصُّخُورِ العَالِيَةِ.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الجَوَّ كَانَ قَاسِيًا، غَيْرَ أَنَّ الرِّحْلَةَ عَلَّمَتْنِي أَنَّ لِكُلِّ نِظَامٍ بِيئِيٍّ جَمَالَهُ وَأَسْرَارَهُ. وَلَوْ عُدْتُ إِلَى هُنَاكَ، لَبَقِيتُ أُسْبُوعًا كَامِلًا، وَلَدَرَسْتُ الحَيَوَانَاتِ الصَّحْرَاوِيَّةَ بِنَفْسِي.</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كُنْتُ أَظُنُّ أَنَّ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كَأَنَّهَا قِلَاعٌ</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فِي اللَّيْلِ، فَتَمْتَلِئُ</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عُدْتُ … لَبَقِيتُ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Q3 (</a:t>
            </a:r>
            <a:pPr algn="l" indent="0" marL="0">
              <a:buNone/>
            </a:pPr>
            <a:r>
              <a:rPr lang="ar-SA" altLang="en-US" sz="3000" b="1" dirty="0">
                <a:solidFill>
                  <a:srgbClr val="1B3B6F"/>
                </a:solidFill>
                <a:latin typeface="Amiri" pitchFamily="2" charset="-78"/>
                <a:cs typeface="Amiri" pitchFamily="2" charset="-78"/>
              </a:rPr>
              <a:t>ب</a:t>
            </a:r>
            <a:pPr algn="l" indent="0" marL="0">
              <a:buNone/>
            </a:pPr>
            <a:r>
              <a:rPr lang="en-US" sz="2300" b="1" dirty="0">
                <a:solidFill>
                  <a:srgbClr val="1B3B6F"/>
                </a:solidFill>
                <a:latin typeface="Cambria" pitchFamily="34" charset="0"/>
                <a:cs typeface="Amiri" pitchFamily="2" charset="-78"/>
              </a:rPr>
              <a:t>) full-mark model: our responsibility</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تَخْتَفِي كُلَّ سَنَةٍ آلَافُ الأَنْوَاعِ مِنَ الحَيَوَانَاتِ وَالنَّبَاتَاتِ، وَيُحَذِّرُ العُلَمَاءُ مِنْ أَنَّ النَّمِرَ العَرَبِيَّ وَالسُّلَحْفَاةَ البَحْرِيَّةَ وَكَثِيرًا مِنَ الطُّيُورِ قَدْ تَخْتَفِي قَرِيبًا إِذَا لَمْ نَتَحَرَّكْ.</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المَاضِي كَانَتِ الغَابَاتُ الكَثِيفَةُ تُغَطِّي مِسَاحَاتٍ شَاسِعَةً، وَكَانَتِ الحَيَوَانَاتُ تَعِيشُ بِأَمَانٍ بَعِيدًا عَنِ الإِنْسَانِ، أَمَّا اليَوْمَ فَتَتَحَوَّلُ الغَابَاتُ إِلَى مَزَارِعَ وَمُدُنٍ، مِمَّا يَطْرُدُ الحَيَوَانَاتِ مِنْ بُيُوتِهَا الطَّبِيعِيَّةِ، وَيُلَوِّثُ الأَنْهَارَ الَّتِي تَشْرَبُ مِنْهَا.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لَكِنَّ الأَمَلَ مَوْجُودٌ؛ فَفِي السَّنَةِ المَاضِيَةِ شَارَكْتُ مَعَ نَادِي البِيئَةِ فِي مَدْرَسَتِي فِي زِرَاعَةِ مِئَتَيْ شَجَرَةٍ قُرْبَ النَّهْرِ، وَصَنَعْنَا بُيُوتًا خَشَبِيَّةً لِلطُّيُورِ. وَبَعْدَ أَشْهُرٍ قَلِيلَةٍ، لَاحَظْنَا عَوْدَةَ أَنْوَاعٍ مِنَ الطُّيُورِ لَمْ نَرَهَا مُنْذُ سَنَوَاتٍ، وَشَعَرْنَا بِأَنَّ عَمَلَنَا الصَّغِيرَ قَدْ صَنَعَ فَرْقًا حَقِيقِيًّا فِي حَيِّنَا.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النَّاسَ يَحْتَاجُونَ إِلَى الأَرْضِ لِلسَّكَنِ وَالزِّرَاعَةِ، غَيْرَ أَنَّنَا جُزْءٌ مِنَ الطَّبِيعَةِ لَا أَسْيَادُهَا. وَلَوْ خَصَّصَتْ كُلُّ مَدِينَةٍ جُزْءًا مِنْ أَرْضِهَا لِلْحَيَاةِ البَرِّيَّةِ، لَعَاشَ الإِنْسَانُ وَالحَيَوَانُ جَنْبًا إِلَى جَنْبٍ.</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لَمْ نَتَحَرَّكْ</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فَتَتَحَوَّلُ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لَمْ نَرَهَا مُنْذُ</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خَصَّصَتْ … لَعَاشَ</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places and animals named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feminine singular with non-human plurals (al-jibālu ʿāliya).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simile or relative clause, a concession and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TC-L03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TC-L02 · Writing Workshop — Landscapes, Nature and Animals</dc:title>
  <dc:subject>PptxGenJS Presentation</dc:subject>
  <dc:creator>Al Madina Online School · Arabic Department</dc:creator>
  <cp:lastModifiedBy>Al Madina Online School · Arabic Department</cp:lastModifiedBy>
  <cp:revision>1</cp:revision>
  <dcterms:created xsi:type="dcterms:W3CDTF">2026-10-11T09:33:57Z</dcterms:created>
  <dcterms:modified xsi:type="dcterms:W3CDTF">2026-10-11T09:33:57Z</dcterms:modified>
</cp:coreProperties>
</file>