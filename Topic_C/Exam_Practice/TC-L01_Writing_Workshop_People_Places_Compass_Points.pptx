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C, Lesson 1 (People, Places, Continents and Compass Points, TC-L01).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Box 2: a girl writes biriṭāniyya. Boxes 4 and 7: compass points in iḍāfa.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words: أَيْنَ (where) · صِفْ (describe) · مَاذَا (what) · مَا رَأْيُكَ (your opinion) — bullet 2 is a DUAL: ṣadīqayni jadīdayni, jinsiyyatuhumā.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(62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(87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(111 words). Core model: compass points, plural nisba (yamaniyyūn), yaqaʿu / taqaʿu, capitals, a past trip with kāna, an opinion and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(132 words). Full-mark model: a visual hook, relative clauses, ammā … fa-, a dual (madīnatayn), aktharu min ayyi waqtin maḍā, a passive (fūjiʾtu), lam azur … baʿdu, a concession and law … la-kānat.
ENGLISH SUMMARY (read aloud or paste in the chat for Core students): A big world map on my wall: red pins where I’ve been, blue where I dream of going; the most important pin is on Sanaa, in the south of the Arabian Peninsula → born British in Birmingham, in the middle of England; as for my father, he is Yemeni and came twenty years ago; so I feel I have two cities — one I live in, one I hear about in his stories every evening → last summer I came closer than ever: we travelled to Oman, east of Yemen, where I met my uncles for the first time; our dialects were different but our laughter was exactly the same → it is true I haven’t visited Sanaa yet, but the map taught me distance doesn’t cut roots; “if circumstances allowed in future, my first trip alone would be to my grandfather’s village in the mountains, to finally place a red pin”.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(133 words). Full-mark model for the Stretch title: yuqālu inna, three parallel verbs + a ḥāl, kāna + present vs ammā … fa-, lā … illā, compass points across continents, a concession and a conditional.
ENGLISH SUMMARY (read aloud or paste in the chat for Core students): They say the world has become a small village, and largely it has: we talk to a friend in Australia, buy a product from China and watch Moroccan news while sitting in our room — all in under an hour → in the past most people lived and died in the area where they were born and knew little of distant countries; as for today, students from five continents sit in one class, speaking different languages at home → I see it every day: last year my school held a “map day”; every student put a pin on their family’s country, and we found over forty countries, from northern Europe to southern Africa, then tasted dishes from every continent → it is true this closeness eases trade and learning, but it may make local cultures and small languages disappear; “if every student learned another country’s language, this village would be more understanding and respectful”.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C · EXAM PRACTICE  ·  TC-L01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TC-L01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Countries and Compass Points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وَرْشَةُ الكِتَابَةِ — البُلْدَانُ وَالاتِّجَاهَاتُ</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fill in an international-camp form, write an email about people from different countries, and write an extended piece about your roots or about the world as a “small village”.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TC-L01 · Advanced Topic C · The World Around Us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C › TC-L01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TC-L01</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from an international camp.</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TC-L01</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Check: compass points in iḍāfa (fī shamāli …, no al- on shamāl); yaqaʿu (m.) / taqaʿu (f. — most countries and all cities); nisba agrees (miṣriyy / miṣriyya / miṣriyyūn); comparatives with min.</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450" b="1" dirty="0">
                <a:solidFill>
                  <a:srgbClr val="1B3B6F"/>
                </a:solidFill>
                <a:latin typeface="Amiri" pitchFamily="2" charset="-78"/>
                <a:cs typeface="Amiri" pitchFamily="2" charset="-78"/>
              </a:rPr>
              <a:t>يَقَعُ اليَمَنُ فِي جَنُوبِ شِبْهِ الجَزِيرَةِ العَرَبِيَّةِ</a:t>
            </a:r>
            <a:endParaRPr lang="ar-SA" sz="245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Yemen is in the south of the Arabian Peninsula</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هُوَ مَغْرِبِيٌّ، وَهِيَ مِصْرِيَّةٌ</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he is Moroccan, and she is Egyptian</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المَغْرِبُ أَكْبَرُ مِنْ بِرِيطَانِيَا، لٰكِنَّ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Morocco is bigger than Britain, but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International youth camp registration</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التَّسْجِيلُ فِي المُخَيَّمِ الدَّوْلِيِّ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الاسْمُ</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Nationality</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الجِنْسِيَّةُ</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Country and city</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البَلَدُ وَالمَدِينَةُ</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your city is</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أَيْنَ تَقَعُ مَدِينَتُكَ؟</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Family origin</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أَصْلُ العَائِلَةِ</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Languages</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اللُّغَاتُ</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country you have visited</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بَلَدٌ زُرْتَهُ</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why you want to take part</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جُمْلَةٌ: لِمَاذَا تُرِيدُ أَنْ تُشَارِكَ؟</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the last box is a full sentence with likay + verb in -a.</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International youth camp registration: model answers</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Adam Said</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آدَمُ سَعِيدٌ</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الاسْمُ</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British</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بِرِيطَانِيٌّ</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الجِنْسِيَّةُ</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England, Birmingham</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إِنْجِلْتِرَا، بِرْمِنْغْهَامُ</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البَلَدُ وَالمَدِينَةُ</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the middle of England</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فِي وَسَطِ إِنْجِلْتِرَا</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أَيْنَ تَقَعُ مَدِينَتُكَ؟</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Yemen</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اليَمَنُ</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أَصْلُ العَائِلَةِ</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English and Arabic</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الإِنْجِلِيزِيَّةُ وَالعَرَبِيَّةُ</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اللُّغَاتُ</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Oman, in the east of the Arabian Peninsula</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عُمَانُ، فِي شَرْقِ شِبْهِ الجَزِيرَةِ العَرَبِيَّةِ</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بَلَدٌ زُرْتَهُ</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I want to take part to meet young people from different continents.</a:t>
            </a:r>
            <a:endParaRPr lang="en-US" sz="105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cs typeface="Amiri" pitchFamily="2" charset="-78"/>
              </a:rPr>
              <a:t>أُرِيدُ أَنْ أُشَارِكَ لِكَيْ أَتَعَرَّفَ عَلَى شَبَابٍ مِنْ قَارَّاتٍ مُخْتَلِفَةٍ.</a:t>
            </a:r>
            <a:endParaRPr lang="ar-SA" sz="165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جُمْلَةٌ: لِمَاذَا تُرِيدُ أَنْ تُشَارِكَ؟</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Question 2: friends from around the world</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رِسَالَةٌ مِنَ المُخَيَّمِ الدَّوْلِيِّ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TC-L01</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You are at an international youth camp. Write an email in Arabic to your friend of about 80–90 words. You must include: • where the camp is (use a compass point) • two new friends: their nationalities and where they are from • what you did yesterday • your opinion of the camp and a future plan.</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compass point and two nationalities that agree.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past AND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أَنَا فِي … فِي شَمَالِ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am in … in the north of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هُوَ مَغْرِبِيٌّ مِنْ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is Moroccan from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هِيَ مِصْرِيَّةٌ مِنْ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she is Egyptian from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سَأَزُورُهُ فِي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will visit him in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are at an international camp: write to your friend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أَنْتَ فِي مُخَيَّمٍ دَوْلِيٍّ لِلشَّبَابِ. اكْتُبْ رِسَالَةً إِلَى صَدِيقِكَ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the camp is</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أَيْنَ يَقَعُ المُخَيَّمُ؟</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new friends: nationalities and countries</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صِفْ صَدِيقَيْنِ جَدِيدَيْنِ: جِنْسِيَّتُهُمَا وَبَلَدُهُمَا.</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did yesterday</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مَاذَا فَعَلْتَ أَمْسِ؟</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opinion; a future plan</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 رَأْيُكَ فِي المُخَيَّمِ؟ وَمَا خُطَّتُكَ لِلْمُسْتَقْبَلِ؟</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 how are you?</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مَرْحَبًا يَا ______ ، كَيْفَ حَالُكَ؟</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am now at a camp in …, in the north / south of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أَنَا الآنَ فِي مُخَيَّمٍ فِي ______ ، فِي شَمَالِ / جَنُوبِ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new friend …, he is … And my friend …, she is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صَدِيقِي الجَدِيدُ ______ ، وَهُوَ ______ . وَصَدِيقَتِي ______ ، وَهِيَ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Yesterday we … together.</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أَمْسِ ______ مَعًا.</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camp is … In future I will visit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المُخَيَّمُ ______ . فِي المُسْتَقْبَلِ سَأَزُورُ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Goodbye,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مَعَ السَّلَامَةِ،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cs typeface="Amiri" pitchFamily="2" charset="-78"/>
              </a:rPr>
              <a:t>مَرْحَبًا يَا كَرِيمُ،</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كَيْفَ حَالُكَ؟ أَنَا الآنَ فِي مُخَيَّمٍ دَوْلِيٍّ فِي اسْكُتْلَنْدَا، فِي شَمَالِ بِرِيطَانِيَا. فِي المُخَيَّمِ شَبَابٌ مِنْ عِشْرِينَ بَلَدًا. صَدِيقِي الجَدِيدُ اسْمُهُ أَمِينٌ، وَهُوَ مَغْرِبِيٌّ مِنْ مَدِينَةِ الرِّبَاطِ، وَهِيَ عَاصِمَةُ المَغْرِبِ. عِنْدِي صَدِيقَةٌ مِصْرِيَّةٌ أَيْضًا اسْمُهَا سَلْمَى. أَمْسِ رَسَمْنَا خَرِيطَةً كَبِيرَةً لِلْعَالَمِ، وَوَضَعَ كُلُّ وَاحِدٍ بَلَدَهُ عَلَيْهَا. المُخَيَّمُ مُمْتِعٌ جِدًّا. فِي الصَّيْفِ القَادِمِ سَأَزُورُ أَمِينًا فِي المَغْرِبِ!</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مَعَ السَّلَامَةِ،</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آدَمُ</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Karim, how are you? I am now at an international camp in Scotland, in the north of Britain. There are young people from twenty countries. My new friend is called Amin; he is Moroccan, from Rabat, the capital of Morocco. I also have an Egyptian friend called Salma. Yesterday we drew a big world map, and everyone put their country on it. The camp is great fun. Next summer I will visit Amin in Morocco! Goodbye, Adam.”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فِي شَمَالِ بِرِيطَانِيَا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وَهُوَ مَغْرِبِيٌّ</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صَدِيقَةٌ مِصْرِيَّةٌ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سَأَزُورُ</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cs typeface="Amiri" pitchFamily="2" charset="-78"/>
              </a:rPr>
              <a:t>عَزِيزِي كَرِيمٌ،</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تَحِيَّةً طَيِّبَةً، وَبَعْدُ، فَأَنَا أَكْتُبُ إِلَيْكَ مِنْ مُخَيَّمٍ دَوْلِيٍّ لِلشَّبَابِ فِي جِبَالِ اسْكُتْلَنْدَا، فِي أَقْصَى شَمَالِ بِرِيطَانِيَا. يَجْمَعُ المُخَيَّمُ أَكْثَرَ مِنْ مِئَةِ شَابٍّ مِنْ عِشْرِينَ بَلَدًا، وَقَدْ تَعَرَّفْتُ عَلَى أَمِينٍ، وَهُوَ مَغْرِبِيٌّ مِنَ الرِّبَاطِ، وَعَلَى سَلْمَى، وَهِيَ مِصْرِيَّةٌ مِنَ الإِسْكَنْدَرِيَّةِ. أَمْسِ رَسَمْنَا خَرِيطَةً ضَخْمَةً لِلْعَالَمِ، ثُمَّ حَكَى كُلُّ وَاحِدٍ عَنْ بَلَدِهِ، فَاكْتَشَفْتُ أَنَّ المَغْرِبَ أَكْبَرُ مِنْ بِرِيطَانِيَا، لٰكِنَّ عَدَدَ سُكَّانِهِ أَقَلُّ. صَحِيحٌ أَنَّ الجَوَّ هُنَا بَارِدٌ وَمُمْطِرٌ، غَيْرَ أَنَّ الأَصْدِقَاءَ يُدَفِّئُونَ كُلَّ شَيْءٍ. وَإِذَا سَمَحَ لِي وَالِدَايَ، فَسَأَزُورُ أَمِينًا فِي الصَّيْفِ القَادِمِ.</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مَعَ تَحِيَّاتِي،</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آدَمُ</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Karim, greetings. I’m writing from an international youth camp in the Scottish mountains, in the far north of Britain. The camp brings together over a hundred young people from twenty countries; I’ve met Amin, a Moroccan from Rabat, and Salma, an Egyptian from Alexandria. Yesterday we drew a huge world map, then each person talked about their country, and I discovered that Morocco is bigger than Britain but has fewer people. It is true the weather here is cold and rainy, but friends warm everything up. And if my parents let me, I’ll visit Amin next summer. Best wishes, Adam.”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فِي أَقْصَى شَمَالِ</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وَهِيَ مِصْرِيَّةٌ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أَكْبَرُ مِنْ … لٰكِنَّ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إِذَا سَمَحَ … فَسَأَزُورُ</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roots on the map</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جُذُورِي عَلَى الخَرِيطَةِ</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you live and where your town is · your family’s origin and where it is · a trip to another country · your opinion and dreams</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cs typeface="Amiri" pitchFamily="2" charset="-78"/>
              </a:rPr>
              <a:t>أَيْنَ تَسْكُنُ؟ وَأَيْنَ تَقَعُ مَدِينَتُكَ؟ · أَصْلُ عَائِلَتِكَ وَمَكَانُهُ · رِحْلَةٌ إِلَى بَلَدٍ آخَرَ · رَأْيُكَ وَأَحْلَامُكَ</a:t>
            </a:r>
            <a:endParaRPr lang="ar-SA" sz="14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world is a small village</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العَالَمُ قَرْيَةٌ صَغِيرَةٌ</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the world has become closer · past and present · an experience at your school or in your area · pros, cons and your suggestion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cs typeface="Amiri" pitchFamily="2" charset="-78"/>
              </a:rPr>
              <a:t>كَيْفَ أَصْبَحَ العَالَمُ أَقْرَبَ؟ · المَاضِي وَالحَاضِرُ · تَجْرِبَةٌ فِي مَدْرَسَتِكَ أَوْ حَيِّكَ · الإِيجَابِيَّاتُ وَالسَّلْبِيَّاتُ وَاقْتِرَاحُكَ</a:t>
            </a:r>
            <a:endParaRPr lang="ar-SA" sz="14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TC-L01</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Where you live — your town and where it lies (fī wasaṭi …, fī shamāli …); nationalities in your class.</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Your roots — country, capital, neighbours by compass point (fī sh-shamāli taqaʿu …).</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Past — a trip: safartu, zurnā, raʾaynā; a comparison (akbar min / aḥarr min).</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Opinion + future — fī raʾyī …, sa- …; Stretch: ṣaḥīḥun anna … ghayra anna,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تَقَعُ مَدِينَتِي فِي وَسَطِ إِنْجِلْتِرَا.</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my town is in the middle of England.</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زُرْنَا مَسْقَطَ، وَهِيَ عَاصِمَةُ عُمَانَ.</a:t>
            </a:r>
            <a:endParaRPr lang="ar-SA" sz="26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we visited Muscat, the capital of Oman.</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سَأَزُورُ قَرْيَةَ جَدِّي فِي الجِبَالِ.</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I will visit my grandfather’s village in the mountains.</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cs typeface="Amiri" pitchFamily="2" charset="-78"/>
              </a:rPr>
              <a:t>أَسْكُنُ فِي مَدِينَةِ بِرْمِنْغْهَامَ، وَهِيَ تَقَعُ فِي وَسَطِ إِنْجِلْتِرَا. مَدِينَتِي كَبِيرَةٌ، وَسُكَّانُهَا مِنْ بُلْدَانٍ كَثِيرَةٍ. فِي صَفِّي طُلَّابٌ بَاكِسْتَانِيُّونَ وَصُومَالِيُّونَ وَيَمَنِيُّونَ وَبُولَنْدِيُّونَ، وَنَتَكَلَّمُ أَكْثَرَ مِنْ عَشْرِ لُغَاتٍ!</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أَنَا بِرِيطَانِيٌّ، لٰكِنَّ أَصْلَ عَائِلَتِي مِنَ اليَمَنِ. اليَمَنُ يَقَعُ فِي جَنُوبِ شِبْهِ الجَزِيرَةِ العَرَبِيَّةِ، وَعَاصِمَتُهُ صَنْعَاءُ. فِي الشَّمَالِ تَقَعُ السُّعُودِيَّةُ، وَفِي الشَّرْقِ تَقَعُ عُمَانُ، وَفِي الغَرْبِ البَحْرُ الأَحْمَرُ.</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فِي الصَّيْفِ المَاضِي سَافَرْتُ مَعَ أَبِي إِلَى عُمَانَ، لِأَنَّ اليَمَنَ صَعْبٌ الآنَ. زُرْنَا مَسْقَطَ، وَهِيَ عَاصِمَةُ عُمَانَ، وَرَأَيْنَا البَحْرَ وَالجِبَالَ. كَانَ الجَوُّ حَارًّا جِدًّا، لٰكِنَّ النَّاسَ كَانُوا لُطَفَاءَ، وَأَكَلْنَا المَنْدِيَ وَالحَلْوَى العُمَانِيَّةَ.</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فِي رَأْيِي، مِنَ المُهِمِّ أَنْ نَعْرِفَ بُلْدَانَ العَالَمِ. فِي المُسْتَقْبَلِ أُرِيدُ أَنْ أَزُورَ اليَمَنَ، وَسَأَرَى قَرْيَةَ جَدِّي فِي الجِبَالِ، لِأَنَّ أَبِي يَتَكَلَّمُ عَنْهَا دَائِمًا.</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Birmingham, in the middle of England: a big city with people from many countries; Pakistani, Somali, Yemeni and Polish classmates — over ten languages! → British with Yemeni roots: Yemen is in the south of the Arabian Peninsula, capital Sanaa; Saudi Arabia to the north, Oman to the east, the Red Sea to the west → last summer to Oman with Dad (Yemen is hard now): Muscat, the capital; sea and mountains; very hot but kind people; we ate mandi and Omani halwa → it is important to know the world’s countries; I want to visit Yemen and will see my grandfather’s village in the mountains, because Dad always talks about it.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تَقَعُ فِي وَسَطِ</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يَمَنِيُّونَ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فِي الشَّمَالِ تَقَعُ</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سَأَرَى</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TC-L01</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cs typeface="Amiri" pitchFamily="2" charset="-78"/>
              </a:rPr>
              <a:t>عَلَى جِدَارِ غُرْفَتِي خَرِيطَةٌ كَبِيرَةٌ لِلْعَالَمِ، وَعَلَيْهَا دَبَابِيسُ حَمْرَاءُ فِي كُلِّ مَكَانٍ زُرْتُهُ، وَدَبَابِيسُ زَرْقَاءُ فِي الأَمَاكِنِ الَّتِي أَحْلُمُ بِزِيَارَتِهَا. وَأَهَمُّ دَبُّوسٍ فِيهَا هُوَ الَّذِي وَضَعْتُهُ عَلَى صَنْعَاءَ، فِي جَنُوبِ شِبْهِ الجَزِيرَةِ العَرَبِيَّةِ.</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أَنَا بِرِيطَانِيٌّ وُلِدْتُ فِي بِرْمِنْغْهَامَ، فِي وَسَطِ إِنْجِلْتِرَا، أَمَّا أَبِي فَيَمَنِيٌّ جَاءَ إِلَى بِرِيطَانِيَا قَبْلَ عِشْرِينَ سَنَةً. وَلِذٰلِكَ أَشْعُرُ أَنَّ لِي مَدِينَتَيْنِ: وَاحِدَةً أَعِيشُ فِيهَا، وَأُخْرَى أَسْمَعُ عَنْهَا فِي قِصَصِ أَبِي كُلَّ مَسَاءٍ.</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فِي الصَّيْفِ المَاضِي اقْتَرَبْتُ مِنْهَا أَكْثَرَ مِنْ أَيِّ وَقْتٍ مَضَى؛ فَقَدْ سَافَرْنَا إِلَى عُمَانَ، الَّتِي تَقَعُ شَرْقَ اليَمَنِ، وَهُنَاكَ الْتَقَيْتُ بِأَعْمَامِي لِأَوَّلِ مَرَّةٍ. فُوجِئْتُ بِأَنَّ لَهَجَاتِنَا مُخْتَلِفَةٌ، لٰكِنَّ ضَحَكَاتِنَا مُتَشَابِهَةٌ تَمَامًا.</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صَحِيحٌ أَنِّي لَمْ أَزُرْ صَنْعَاءَ بَعْدُ، غَيْرَ أَنَّ الخَرِيطَةَ عَلَّمَتْنِي أَنَّ المَسَافَاتِ لَا تَقْطَعُ الجُذُورَ. وَلَوْ سَمَحَتِ الظُّرُوفُ فِي المُسْتَقْبَلِ، لَكَانَتْ أَوَّلُ رِحْلَةٍ أَقُومُ بِهَا وَحْدِي إِلَى قَرْيَةِ جَدِّي فِي الجِبَالِ، لِأَضَعَ دَبُّوسًا أَحْمَرَ أَخِيرًا.</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الَّتِي أَحْلُمُ بِزِيَارَتِهَا</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أَمَّا أَبِي فَيَمَنِيٌّ</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الَّتِي تَقَعُ شَرْقَ اليَمَنِ</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لَوْ سَمَحَتِ … لَكَانَتْ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cs typeface="Amiri" pitchFamily="2" charset="-78"/>
              </a:rPr>
              <a:t>ب</a:t>
            </a:r>
            <a:pPr algn="l" indent="0" marL="0">
              <a:buNone/>
            </a:pPr>
            <a:r>
              <a:rPr lang="en-US" sz="2500" b="1" dirty="0">
                <a:solidFill>
                  <a:srgbClr val="1B3B6F"/>
                </a:solidFill>
                <a:latin typeface="Cambria" pitchFamily="34" charset="0"/>
                <a:cs typeface="Amiri" pitchFamily="2" charset="-78"/>
              </a:rPr>
              <a:t>) full-mark model: a small village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TC-L01</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cs typeface="Amiri" pitchFamily="2" charset="-78"/>
              </a:rPr>
              <a:t>يُقَالُ إِنَّ العَالَمَ أَصْبَحَ قَرْيَةً صَغِيرَةً، وَهٰذَا صَحِيحٌ إِلَى حَدٍّ كَبِيرٍ؛ فَنَسْتَطِيعُ أَنْ نُكَلِّمَ صَدِيقًا فِي أُسْتُرَالْيَا، وَنَشْتَرِيَ مُنْتَجًا مِنَ الصِّينِ، وَنُشَاهِدَ أَخْبَارَ المَغْرِبِ، وَنَحْنُ جَالِسُونَ فِي غُرْفَتِنَا، وَكُلُّ ذٰلِكَ فِي أَقَلَّ مِنْ سَاعَةٍ.</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فِي المَاضِي كَانَ أَغْلَبُ النَّاسِ يَعِيشُونَ وَيَمُوتُونَ فِي المِنْطَقَةِ الَّتِي وُلِدُوا فِيهَا، وَلَا يَعْرِفُونَ عَنِ البُلْدَانِ البَعِيدَةِ إِلَّا القَلِيلَ، أَمَّا اليَوْمَ فَيَجْلِسُ فِي صَفٍّ وَاحِدٍ طُلَّابٌ مِنْ خَمْسِ قَارَّاتٍ، يَتَكَلَّمُونَ لُغَاتٍ مُخْتَلِفَةً فِي بُيُوتِهِمْ.</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وَأَنَا أَرَى ذٰلِكَ كُلَّ يَوْمٍ؛ فَفِي العَامِ المَاضِي نَظَّمَتْ مَدْرَسَتِي «يَوْمَ الخَرِيطَةِ»، فَوَضَعَ كُلُّ طَالِبٍ دَبُّوسًا عَلَى بَلَدِ عَائِلَتِهِ، فَوَجَدْنَا أَكْثَرَ مِنْ أَرْبَعِينَ بَلَدًا، مِنْ شَمَالِ أُورُوبَّا إِلَى جَنُوبِ إِفْرِيقْيَا، ثُمَّ تَذَوَّقْنَا أَطْبَاقًا مِنْ كُلِّ قَارَّةٍ.</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صَحِيحٌ أَنَّ هٰذَا التَّقَارُبَ يُسَهِّلُ التِّجَارَةَ وَالتَّعَلُّمَ، غَيْرَ أَنَّهُ قَدْ يَجْعَلُ الثَّقَافَاتِ المَحَلِّيَّةَ وَاللُّغَاتِ الصَّغِيرَةَ تَخْتَفِي. وَلَوْ تَعَلَّمَ كُلُّ طَالِبٍ لُغَةَ بَلَدٍ آخَرَ، لَأَصْبَحَتْ هٰذِهِ القَرْيَةُ أَكْثَرَ تَفَاهُمًا وَاحْتِرَامًا.</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وَنَحْنُ جَالِسُونَ</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أَمَّا اليَوْمَ فَيَجْلِسُ</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مِنْ شَمَالِ أُورُوبَّا إِلَى جَنُوبِ</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لَوْ تَعَلَّمَ … لَأَصْبَحَتْ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nationality agrees with me.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 compass point, two nationalities and a comparison.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paragraphs in three time frames.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ammā … fa-, a concession or law … la-.</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TC-L01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TC-L02 · Exam practice · Speaking and writing workshops — the next Topic C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TC-L01 · Writing Workshop — Countries and Compass Points</dc:title>
  <dc:subject>PptxGenJS Presentation</dc:subject>
  <dc:creator>Al Madina Online School · Arabic Department</dc:creator>
  <cp:lastModifiedBy>Al Madina Online School · Arabic Department</cp:lastModifiedBy>
  <cp:revision>1</cp:revision>
  <dcterms:created xsi:type="dcterms:W3CDTF">2026-10-11T09:29:37Z</dcterms:created>
  <dcterms:modified xsi:type="dcterms:W3CDTF">2026-10-11T09:29:37Z</dcterms:modified>
</cp:coreProperties>
</file>