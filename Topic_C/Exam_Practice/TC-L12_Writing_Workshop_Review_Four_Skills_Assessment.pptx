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12 (Topic C Review — mock exam practice, TC-L12).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1: nisba (f.) (L01). Box 7: khamsumiʾati junayhin (L09). Box 8: a relative without alladhī + non-human plural agreement (L02, 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(where) · كَيْفَ (what … like) · قَارِنِي (compare!) · اشْتَرَيْتِ / فَعَلْتِ (bought / did — PAST) · سَتَفْعَلِينَ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a mini-tour of Topic C — location (L01), booking (L07), weather (L03), tūjadu (L08), a price (L09), nature (L02), the environment (L04, L05) — with awwalan / baʿda dhālika.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reported speech, badalan min, a journey in three climates with relative clauses and ḥaythu, ghayra anna as a turn, reported speech with kāna + present, mimmā, a concession and law … la- with laysat … bal.
ENGLISH SUMMARY (read aloud or paste in the chat for Core students): They say travel teaches what books can’t — I learnt this in Morocco last summer: Dad and I organised everything ourselves, comparing prices and booking traditional houses instead of big hotels → what amazed me first was the variety: in one week we went from Marrakech’s 40°+ heat to snow-capped Atlas peaks, then to the beaches of Essaouira where strong winds blow all year → but what stayed with me most was a talk with a young man in a mountain village: the river that watered their fields now dries up every summer, which pushes young people to migrate to the cities → my trip was fun, but it made me see the world differently; “if every young person travelled and listened to people’s stories, we’d understand environmental problems aren’t numbers in the news but real people’s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links all of Topic C (travel, shopping, technology, climate) — a triple hook, a rhetorical question, a balanced view with mimmā, a dual (madīnataynā), dūna an … baynamā, a concession with lan, idhā … fa-sa- with a lā … contrast.
ENGLISH SUMMARY (read aloud or paste in the chat for Core students): We live in a more connected world than ever: at the click of a button we book a trip to another continent, buy clothes made in Asia and keep in touch with friends everywhere — is this a blessing or a burden for the planet? → on one hand, technology has brought peoples together and made remote learning and work easy, cutting many unnecessary journeys; on the other, it has encouraged fast consumption — we buy more, throw away more and travel for trivial reasons → I noticed this contradiction in my own life: last year I joined an online project with students in Jordan measuring temperatures in our two cities, learning a lot without travelling, while some classmates ordered new clothes every week → globalisation won’t stop, but we can choose how to use it; “if we make technology a tool for learning and cooperation, not consumption, we will leave future generations a cleaner, fairer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C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full Paper 4 mock on the whole of Topic C: a travel-booking form, an email from abroad (places, weather, shopping, plans), and an extended piece about a journey or about our connected world.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TC-L12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from abroad.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Final check for Topic C: non-human plurals → feminine singular; numbers + nouns (thalātha sāʿātin, ʿishrūna junayhan); verbs with their prepositions; kāna + accusative; a passive where the doer is unknown; at least four linkers in Q3.</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cs typeface="Amiri" pitchFamily="2" charset="-78"/>
              </a:rPr>
              <a:t>بَيْتٌ تَقْلِيدِيٌّ حَجَزْنَاهُ عَلَى الإِنْتَرْنِتِ، جُدْرَانُهُ مَبْنِيَّةٌ مِنَ الحَجَرِ</a:t>
            </a:r>
            <a:endParaRPr lang="ar-SA" sz="17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traditional house we booked online, its walls built of stone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هَوَاؤُهَا أَنْظَفُ مِمَّا تَوَقَّعْتُ</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its air is cleaner than I expected</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مِمَّا يَدْفَعُ الشَّبَابَ إِلَى الهِجْرَةِ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which pushes young people to migrate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Travel-booking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حَجْزِ 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nationality</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وَالجِنْسِيَّةُ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Destination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الوِجْهَةُ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date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السَّفَرِ</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travellers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المُسَافِرِينَ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accommodation</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السَّكَنِ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Means of transport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وَسِيلَةُ المُوَاصَلَاتِ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Budget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المِيزَانِيَّةُ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chose this destination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اخْتَرْتَ هٰذِهِ الوِجْهَةَ؟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Every box recycles a Topic C lesson.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Travel-booking form: model answers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Huda Ahmed, British</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هُدَى أَحْمَدُ، بَرِيطَانِيَّةٌ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وَالجِنْسِيَّةُ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Fes, Morocco</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فَاسُ، المَغْرِبُ</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الوِجْهَةُ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 July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١٥ يُولْيُو</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السَّفَرِ</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المُسَافِرِينَ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house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 تَقْلِيدِيٌّ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السَّكَنِ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train</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القِطَارُ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وَسِيلَةُ المُوَاصَلَاتِ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hundred pounds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خَمْسُمِئَةِ جُنَيْهٍ</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المِيزَانِيَّةُ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I chose it because it has an old city no cars enter, and high mountains nearby.</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cs typeface="Amiri" pitchFamily="2" charset="-78"/>
              </a:rPr>
              <a:t>اخْتَرْتُهَا لِأَنَّ فِيهَا مَدِينَةً قَدِيمَةً لَا تَدْخُلُهَا السَّيَّارَاتُ، وَجِبَالًا عَالِيَةً قَرِيبَةً.</a:t>
            </a:r>
            <a:endParaRPr lang="ar-SA" sz="12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اخْتَرْتَ هٰذِهِ الوِجْهَةَ؟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 letter from my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مِنَ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You are on holiday abroad. Write an email in Arabic to a friend of about 80–90 words. You must include: • where you are staying and what the place is like • the weather, with a comparison • something you bought or did yesterday • your opinion and your plans for tomorrow.</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and a price.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حَجَزْنَا … وَهِيَ مَبْنِيَّةٌ مِنْ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booked … and it is built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الجَوُّ … وَهُوَ أَحَرُّ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weather is … and hotter than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اشْتَرَيْتُ … وَكَانَ ثَمَنُهَا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bought … and it cost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غَدًا سَنَزُورُ … وَسَأُرْسِلُ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tomorrow we will visit … and I will send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holiday abroad: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أَنْتِ فِي عُطْلَةٍ خَارِجَ بِلَادِكِ.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staying; what the place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تُقِيمِينَ؟ وَكَيْفَ المَكَانُ؟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compared with home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الطَّقْسُ؟ قَارِنِيهِ بِطَقْسِ بَلَدِكِ.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or did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اشْتَرَيْتِ أَوْ فَعَلْتِ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and tomorrow’s plans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وَمَاذَا سَتَفْعَلِينَ غَدًا؟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in … We booked …, and it is built of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الآنَ فِي ______ . حَجَزْنَا ______ ، وَهِيَ مَبْنِيَّةٌ مِنْ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is …, …er than in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الجَوُّ ______ ، وَهُوَ أَ______ مِنْ جَوِّ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bought …, and it cost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اشْتَرَيْتُ ______ ، وَكَانَ ثَمَنُهَا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 Tomorrow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______ . غَدًا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سَلْمَى،</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أَنَا الآنَ فِي مَدِينَةِ فَاسَ فِي المَغْرِبِ. حَجَزْنَا شَقَّةً قَدِيمَةً قُرْبَ السُّوقِ، وَهِيَ مَبْنِيَّةٌ مِنَ الحَجَرِ. المَدِينَةُ جَمِيلَةٌ؛ فِيهَا شَوَارِعُ ضَيِّقَةٌ وَمَسَاجِدُ قَدِيمَةٌ. الجَوُّ حَارٌّ وَمُشْمِسٌ، وَهُوَ أَحَرُّ مِنْ جَوِّ لَنْدَنَ بِكَثِيرٍ. أَمْسِ ذَهَبْتُ إِلَى السُّوقِ، وَاشْتَرَيْتُ حَقِيبَةً جِلْدِيَّةً حَمْرَاءَ، وَكَانَ ثَمَنُهَا عِشْرِينَ جُنَيْهًا فَقَطْ. فِي رَأْيِي، فَاسُ مَدِينَةٌ رَائِعَةٌ. غَدًا سَنَزُورُ جِبَالَ الأَطْلَسِ بِالحَافِلَةِ، وَسَأُرْسِلُ لَكِ صُوَرًا.</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هُدَى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Salma, how are you? I’m in Fes in Morocco. We booked an old flat near the market, built of stone. The city is beautiful, with narrow streets and old mosques. It’s hot and sunny — much hotter than London. Yesterday I went to the market and bought a red leather bag for only twenty pounds. In my opinion Fes is a wonderful city. Tomorrow we’ll visit the Atlas Mountains by bus, and I’ll send you photos. Goodbye, Huda.”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مَبْنِيَّةٌ مِنَ الحَجَرِ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أَحَرُّ مِنْ جَوِّ لَنْدَنَ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ثَمَنُهَا عِشْرِينَ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غَدًا 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سَلْمَى،</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مِنْ فَاسَ! وَصَلْنَا قَبْلَ يَوْمَيْنِ بَعْدَ رِحْلَةٍ طَوِيلَةٍ بِالقِطَارِ، وَنُقِيمُ فِي بَيْتٍ تَقْلِيدِيٍّ حَجَزْنَاهُ عَلَى الإِنْتَرْنِتِ، جُدْرَانُهُ مَبْنِيَّةٌ مِنَ الحَجَرِ، وَفِي وَسَطِهِ نَافُورَةٌ دَائِرِيَّةٌ. وَالمَدِينَةُ القَدِيمَةُ مَتَاهَةٌ مِنَ الأَزِقَّةِ الضَّيِّقَةِ الَّتِي لَا تَدْخُلُهَا السَّيَّارَاتُ، لِذٰلِكَ هَوَاؤُهَا أَنْظَفُ مِمَّا تَوَقَّعْتُ. أَمَّا الجَوُّ فَحَارٌّ نَهَارًا وَمُعْتَدِلٌ لَيْلًا. وَأَمْسِ ضِعْنَا فِي السُّوقِ سَاعَةً كَامِلَةً، حَتَّى سَاعَدَنَا بَائِعٌ لَطِيفٌ اشْتَرَيْتُ مِنْهُ حَقِيبَةً جِلْدِيَّةً بِعِشْرِينَ جُنَيْهًا. صَحِيحٌ أَنَّ المَدِينَةَ مُزْدَحِمَةٌ، غَيْرَ أَنَّ سِحْرَهَا لَا يُقَاوَمُ. وَإِذَا كَانَ الطَّقْسُ مُنَاسِبًا غَدًا، فَسَنَزُورُ جِبَالَ الأَطْلَسِ.</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هُدَى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Salma, greetings from Fes! We arrived two days ago after a long train journey, and are staying in a traditional house we booked online: stone walls and a round fountain in the middle. The old city is a maze of narrow alleys that cars can’t enter, so its air is cleaner than I expected. As for the weather, it’s hot by day and mild at night. Yesterday we got lost in the market for a whole hour, until a kind seller helped us — I bought a leather bag from him for £20. The city is crowded, but its magic is irresistible. If the weather is right tomorrow, we’ll visit the Atlas Mountains. With love, Huda.”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حَجَزْنَاهُ عَلَى الإِنْتَرْنِتِ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أَنْظَفُ مِمَّا تَوَقَّعْتُ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حَتَّى سَاعَدَنَا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كَانَ … فَسَنَزُورُ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journey that taught me a lot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رِحْلَةٌ عَلَّمَتْنِي الكَثِيرَ</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how you travelled · places and weather · a moment you won’t forget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أَيْنَ وَكَيْفَ سَافَرْتَ · الأَمَاكِنُ وَالطَّقْسُ · مَوْقِفٌ لَا تَنْسَاهُ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connected world: blessing or burden for the planet?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العَالَمُ المُتَّصِلُ: نِعْمَةٌ أَمْ عِبْءٌ عَلَى الكَوْكَبِ؟</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connected world · positives and negatives · an example from your life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عَالَمٌ مُتَّصِلٌ · الإِيجَابِيَّاتُ وَالسَّلْبِيَّاتُ · مِثَالٌ مِنْ حَيَاتِكَ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and how — yaqaʿu fī shamāli …, ḥajaznā … ʿalā al-intarnit, safarnā bi- … (L01, L07).</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Places and weather — tūjadu aswāqun qadīma; kāna al-jawwu ḥārran; abradu min … (L02, L03, L08).</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moment — something you bought (kāna thamanuhu …) or saw (nufāyāt, mimmā …) (L04, L09).</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yajibu an naḥmiya …, sa- … li-anna …; Stretch: ṣaḥīḥun anna … ghayra anna, law … la- (L05, L11).</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يَقَعُ المَغْرِبُ فِي شَمَالِ إِفْرِيقْيَا.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Morocco is in North Africa.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كَانَتِ الجِبَالُ عَالِيَةً، وَكَانَ الجَوُّ أَبْرَدَ مِنْ مَرَّاكُشَ.</a:t>
            </a:r>
            <a:endParaRPr lang="ar-SA" sz="21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mountains were high, and it was colder than Marrakech.</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سَأُسَافِرُ بِالقِطَارِ، لِأَنَّهُ أَنْظَفُ لِلْبِيئَةِ.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go by train, because it is cleaner for the environment.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فِي الصَّيْفِ المَاضِي سَافَرْتُ مَعَ أُسْرَتِي إِلَى المَغْرِبِ. يَقَعُ المَغْرِبُ فِي شَمَالِ إِفْرِيقْيَا، وَهُوَ بَلَدٌ جَمِيلٌ جِدًّا. حَجَزْنَا التَّذَاكِرَ وَالفُنْدُقَ عَلَى الإِنْتَرْنِتِ، وَسَافَرْنَا بِالطَّائِرَةِ ثَلَاثَ سَاعَاتٍ. أُرْسِلَتِ التَّذَاكِرُ إِلَى هَاتِفِ أُمِّي.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أَوَّلًا، زُرْنَا مَدِينَةَ مَرَّاكُشَ. كَانَ الجَوُّ حَارًّا جِدًّا، وَكَانَتْ دَرَجَةُ الحَرَارَةِ أَرْبَعِينَ دَرَجَةً. فِي المَدِينَةِ تُوجَدُ أَسْوَاقٌ قَدِيمَةٌ وَمَسَاجِدُ جَمِيلَةٌ. اشْتَرَيْتُ مِنَ السُّوقِ صُنْدُوقًا خَشَبِيًّا صَغِيرًا، وَكَانَ ثَمَنُهُ عَشَرَةَ جُنَيْهَاتٍ، وَهُوَ أَرْخَصُ مِنْ لَنْدَنَ بِكَثِيرٍ.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بَعْدَ ذٰلِكَ، ذَهَبْنَا إِلَى جِبَالِ الأَطْلَسِ. كَانَتِ الجِبَالُ عَالِيَةً، وَالوِدْيَانُ خَضْرَاءَ، وَكَانَ الجَوُّ أَبْرَدَ مِنْ مَرَّاكُشَ. لٰكِنْ رَأَيْتُ نُفَايَاتٍ بْلَاسْتِيكِيَّةً قُرْبَ النَّهْرِ، فَحَزِنْتُ كَثِيرًا، وَجَمَعْتُهَا مَعَ أَخِي.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المَغْرِبُ بَلَدٌ رَائِعٌ، لٰكِنْ يَجِبُ أَنْ نَحْمِيَ طَبِيعَتَهُ. فِي المُسْتَقْبَلِ سَأَعُودُ إِلَى هُنَاكَ، وَسَأُسَافِرُ بِالقِطَارِ، لِأَنَّهُ أَنْظَفُ لِلْبِيئَةِ.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my family went to Morocco, a beautiful country in North Africa; we booked tickets and a hotel online and flew three hours; the tickets were sent to Mum’s phone → first Marrakech: very hot, forty degrees; old markets and lovely mosques; I bought a small wooden box for ten pounds, much cheaper than in London → then the Atlas Mountains: high mountains, green valleys, colder than Marrakech; but I saw plastic rubbish by the river, which made me sad, so my brother and I collected it → Morocco is wonderful, but we must protect its nature; I’ll go back by train, because it is cleaner for the environment.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يَقَعُ المَغْرِبُ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تُوجَدُ أَسْوَاقٌ قَدِيمَةٌ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الجِبَالُ عَالِيَةً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أَنْ نَحْمِيَ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يَقُولُونَ إِنَّ السَّفَرَ يُعَلِّمُ مَا لَا تُعَلِّمُهُ الكُتُبُ، وَقَدْ عَرَفْتُ صِدْقَ هٰذَا القَوْلِ فِي رِحْلَتِي إِلَى المَغْرِبِ الصَّيْفَ المَاضِي؛ فَقَدْ نَظَّمْتُ مَعَ أَبِي كُلَّ شَيْءٍ بِأَنْفُسِنَا: قَارَنَّا الأَسْعَارَ، وَحَجَزْنَا بُيُوتًا تَقْلِيدِيَّةً بَدَلًا مِنَ الفَنَادِقِ الكَبِيرَةِ.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أَوَّلُ مَا أَدْهَشَنِي التَّنَوُّعُ؛ فَفِي أُسْبُوعٍ وَاحِدٍ انْتَقَلْنَا مِنْ حَرِّ مَرَّاكُشَ الَّذِي تَجَاوَزَ الأَرْبَعِينَ دَرَجَةً، إِلَى قِمَمِ الأَطْلَسِ الَّتِي تُغَطِّيهَا الثُّلُوجُ، ثُمَّ إِلَى شَوَاطِئِ الصُّوَيْرَةِ حَيْثُ تَهُبُّ الرِّيَاحُ القَوِيَّةُ طُولَ السَّنَةِ.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أَكْثَرَ مَا بَقِيَ فِي ذَاكِرَتِي حِوَارٌ مَعَ شَابٍّ فِي قَرْيَةٍ جَبَلِيَّةٍ؛ فَقَدْ أَخْبَرَنِي أَنَّ النَّهْرَ الَّذِي كَانَ يَسْقِي حُقُولَهُمْ أَصْبَحَ يَجِفُّ كُلَّ صَيْفٍ، مِمَّا يَدْفَعُ الشَّبَابَ إِلَى الهِجْرَةِ إِلَى المُدُنِ.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رِحْلَتِي كَانَتْ مُمْتِعَةً، غَيْرَ أَنَّهَا جَعَلَتْنِي أَرَى العَالَمَ بِعَيْنٍ مُخْتَلِفَةٍ. وَلَوْ سَافَرَ كُلُّ شَابٍّ وَاسْتَمَعَ إِلَى قِصَصِ النَّاسِ، لَفَهِمْنَا أَنَّ مَشَاكِلَ البِيئَةِ لَيْسَتْ أَرْقَامًا فِي الأَخْبَارِ، بَلْ حَيَاةُ بَشَرٍ حَقِيقِيِّينَ.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يَقُولُونَ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تَجَاوَزَ الأَرْبَعِينَ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يَدْفَعُ</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سَافَرَ … لَفَهِمْنَا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a connected world</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نَعِيشُ فِي عَالَمٍ مُتَّصِلٍ أَكْثَرَ مِنْ أَيِّ وَقْتٍ مَضَى؛ فَبِضَغْطَةِ زِرٍّ نَحْجِزُ رِحْلَةً إِلَى قَارَّةٍ أُخْرَى، وَنَشْتَرِي مَلَابِسَ مَصْنُوعَةً فِي آسْيَا، وَنَتَوَاصَلُ مَعَ أَصْدِقَاءَ فِي كُلِّ مَكَانٍ. فَهَلْ هٰذَا العَالَمُ المُتَّصِلُ نِعْمَةٌ أَمْ عِبْءٌ عَلَى الكَوْكَبِ؟</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قَرَّبَتِ التِّكْنُولُوجْيَا بَيْنَ الشُّعُوبِ، وَسَهَّلَتِ التَّعَلُّمَ وَالعَمَلَ عَنْ بُعْدٍ، مِمَّا قَلَّلَ مِنْ رِحْلَاتٍ كَثِيرَةٍ لَمْ تَعُدْ ضَرُورِيَّةً. وَمِنْ نَاحِيَةٍ أُخْرَى، شَجَّعَتْ عَلَى الاسْتِهْلَاكِ السَّرِيعِ، فَأَصْبَحْنَا نَشْتَرِي أَكْثَرَ، وَنَرْمِي أَكْثَرَ، وَنُسَافِرُ لِأَسْبَابٍ بَسِيطَةٍ.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لَاحَظْتُ هٰذَا التَّنَاقُضَ فِي حَيَاتِي؛ فَفِي العَامِ المَاضِي شَارَكْتُ فِي مَشْرُوعٍ إِلِكْتْرُونِيٍّ مَعَ طُلَّابٍ مِنَ الأُرْدُنِّ لِقِيَاسِ دَرَجَاتِ الحَرَارَةِ فِي مَدِينَتَيْنَا، فَتَعَلَّمْتُ الكَثِيرَ دُونَ أَنْ أُسَافِرَ، بَيْنَمَا كَانَ بَعْضُ زُمَلَائِي يَطْلُبُونَ مَلَابِسَ جَدِيدَةً كُلَّ أُسْبُوعٍ.</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العَوْلَمَةَ لَنْ تَتَوَقَّفَ، غَيْرَ أَنَّنَا نَسْتَطِيعُ أَنْ نَخْتَارَ كَيْفَ نَسْتَخْدِمُهَا. وَإِذَا جَعَلْنَا التِّكْنُولُوجْيَا وَسِيلَةً لِلتَّعَلُّمِ وَالتَّعَاوُنِ لَا لِلِاسْتِهْلَاكِ، فَسَنَتْرُكُ لِلْأَجْيَالِ القَادِمَةِ عَالَمًا أَنْظَفَ وَأَعْدَلَ.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أَكْثَرَ مِنْ أَيِّ وَقْتٍ مَضَى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نَاحِيَةٍ … وَمِنْ نَاحِيَةٍ أُخْرَى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دُونَ أَنْ أُسَافِرَ</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جَعَلْنَا … فَسَنَتْرُكُ</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and nisba adjectives are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comparison, a price and two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drawing on at least four Topic C lessons.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linkers, a concession and a conditional — mock-ready!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Topic D · Exam practice continues with the next topic</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المِحْوَرُ التَّالِي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C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TC-L12 · Writing Workshop — Topic C Mock Exam</dc:title>
  <dc:subject>PptxGenJS Presentation</dc:subject>
  <dc:creator>Al Madina Online School · Arabic Department</dc:creator>
  <cp:lastModifiedBy>Al Madina Online School · Arabic Department</cp:lastModifiedBy>
  <cp:revision>1</cp:revision>
  <dcterms:created xsi:type="dcterms:W3CDTF">2026-10-11T13:22:43Z</dcterms:created>
  <dcterms:modified xsi:type="dcterms:W3CDTF">2026-10-11T13:22:43Z</dcterms:modified>
</cp:coreProperties>
</file>