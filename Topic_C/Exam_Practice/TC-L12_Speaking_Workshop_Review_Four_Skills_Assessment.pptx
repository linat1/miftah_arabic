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12 (Topic C Review — mock exam practice, TC-L12), using that lesson’s language (all of Topic C: nisba and compass points, agreement with non-human plurals, weather verbs and comparatives, cause and effect, advice and obligation, verbs with prepositions, booking tenses, yūjadu / tūjadu, prices and measurements, the passive).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map: each card recalls one lesson (L01–L11). Ask students to say ONE sentence with each structure before the role 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top-band answers are precise (agreement, numbers, prepositions), linked (awwalan, li-dhālika, maʿa dhālika) and developed (a concession and a conditional).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train station.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مَدِينَتُكِ.
Core: thalātha tadhākira (3–10 + pl.), tūjadu tadhkiratun arkhaṣu, prices with junayhan, a weather question, taqaʿu fī shamāli (L01).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sports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تَحْتَاجِينَ · تُرِيدِينَ.
Core+: aḥtāju ilā, weather (L03), mimma huwa maṣnūʿ? (L10), thamānūna junayhan (L09), comparatives + li-dhālika (L11), the environment (L04).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holiday report.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قَضَيْتِ · حَجَزْتِ · صِفِي · اسْتَخْدَمْتِ · سَتَعُودِينَ.
Develop: booking in the past (L07), kānat + accusative with non-human plurals (L02), mabnī min (L08), linkers (L11), kāna + present vs ammā … fa- (L06), a future with idhā (L03).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radio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غَيَّرْتِ · عِشْتِ · كُنْتِ سَتَفْتَقِدِينَ.
Stretch: a balanced view with a passive (turmā), a cause chain (mimmā yuʾaddī ilā), a past action with badalan min + a number (miʾatay junayhin), a concession + yajibu ʿalā … an, law … la- with a twist.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Topic C Mock Exam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امْتِحَانٌ تَجْرِيبِيٌّ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Paper 3 mock in breakout rooms: four role plays and a mixed topic conversation covering the whole of Topic C — places, nature and weather, the environment, the digital world, bookings, town life, shopping and materials.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ONE KEY STRUCTURE FROM EACH PART OF TOPIC 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 in twelve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ج فِي اثْنَتَيْ عَشْرَةَ بِنْيَةً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· تَقَعُ فِي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located in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ya-qa-ʿu · ta-qa-ʿu fī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 · مِصْرِيَّةٌ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north of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شَمَالِ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L02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 عَالِيَةٌ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high mountains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ji-bā-lun ʿā-li-ya-tun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live (f.)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تَعِيشُ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non-hum. pl. → f. sg.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غَابَاتٌ كَثِيفَةٌ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تَسْقُطُ الأَمْطَارُ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rains (rain falls)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tas-qu-ṭu al-am-ṭā-ru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will be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الجَوُّ …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colder than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أَبْرَدُ مِنْ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مِمَّا يُسَبِّبُ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… which causes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 … mim-mā yu-sab-bi-bu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· يُلَوَّثُ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leads to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… أَنْ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must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ʿa-lā … an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that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should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keep in touch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 ma-ʿa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search for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comment on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أُعَلِّقُ عَلَى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Precise, linked, developed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 · سَأَحْجِزُ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booked · I will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ḥa-jaz-tu · sa-ʾaḥ-ji-zu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sent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stay in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أُقِيمُ فِي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built of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opposite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ثَمَنُهُ / ثَمَنُهَا؟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it?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 tha-ma-nu-hu / tha-ma-nu-hā?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20 pounds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عِشْرُونَ جُنَيْهًا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L10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مِتْرَانِ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two metres long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ṭū-lu-hu mit-rā-ni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(f.)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دَائِرِيَّةٌ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made of (f.)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 مِنْ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L11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بِالإِضَافَةِ إِلَى ذٰلِكَ</a:t>
            </a:r>
            <a:endParaRPr lang="ar-SA" sz="29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in addition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bil-ʾi-ḍā-fa-ti i-lā dhā-li-ka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however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will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فَسَوْفَ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TRAIN STATION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train station abroad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مَحَطَّةِ القِطَارِ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want to go.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الخَيْرِ، إِلَى أَيْنَ؟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… تَذَاكِرَ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tickets.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تَذْكِرَةً؟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تَذْكِرَةٌ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there is a cheaper ticket.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 التَّذْكِرَةِ خَمْسُونَ جُنَيْهًا.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الجَوُّ فِي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weather there.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بِثَلَاثِينَ جُنَيْهًا.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مَدِينَتِي فِي … مِنْ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ticket-office clerk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SPORTS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Buying hiking boots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حِذَاءٌ لِلْمَشْيِ فِي الجِبَالِ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لِأَنِّي سَأَذْهَبُ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 and where you are going.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مَاذَا تَحْتَاجُ؟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هُنَاكَ … وَتَسْقُطُ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weather.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هُنَاكَ؟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 وَكَمْ ثَمَنُهُ؟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it is made of and the price.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الحِذَاءُ مُضَادٌّ لِلْمَاءِ.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أَغْلَى مِنْ … لٰكِنَّهُ أَ…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another pair and choose.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الجِلْدِ، وَثَمَنُهُ ثَمَانُونَ جُنَيْهًا.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شُكْرًا،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كِيسًا بْلَاسْتِيكِيًّا؟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a shop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HOLIDAY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eco-holiday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 صَدِيقَةٌ لِلْبِيئَةِ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قَضَيْتُهَا فِي … وَحَجَزْنَا … عَلَى الإِنْتَرْنِتِ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how you booked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قَضَيْتَ العُطْلَةَ؟ وَكَيْفَ حَجَزْتَ؟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الجِبَالُ … وَالوِدْيَانُ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nature with agreement.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المَكَانَ.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 with linkers.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تُسَمِّيهَا عُطْلَةً صَدِيقَةً لِلْبِيئَةِ؟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لِأَنَّ … أَمَّا فِي البَيْتِ فَأَقْضِي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then and now.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وَهَلِ اسْتَخْدَمْتَ هَاتِفَكَ كَثِيرًا؟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سَأَعُودُ … إِذَا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سَتَعُودُ إِلَى هُنَاكَ؟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Arabic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Technology: problem or solution for the planet?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 وَالكَوْكَبُ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البِيئَةَ أَمْ تَضُرُّهَا؟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… مِمَّا يُؤَدِّي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cause → effect chain.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نَتِيجَةُ رَمْيِ الأَجْهِزَةِ؟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أَصْلَحْتُ … بَدَلًا مِنْ … فَوَفَّرْتُ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action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أَنْتَ شَيْئًا؟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أَنَّهُ يَجِبُ عَلَى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say who must act.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الشَّرِكَاتِ تُرِيدُ أَنْ نَشْتَرِيَ دَائِمًا!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…، لَافْتَقَدْتُ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قَبْلَ مِئَةِ سَنَةٍ، مَاذَا كُنْتَ سَتَفْتَقِدُ؟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completed every role-play task, including the unexpected one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Topic C structures accurately and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الإِسْكَنْدَرِيَّةِ.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travel to Alexandria.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الخَيْرِ، إِلَى أَيْنَ؟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ثَلَاثَ تَذَاكِرَ،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three tickets,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تَذْكِرَةً؟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تَذْكِرَةٌ أَرْخَصُ لِلطُّلَّابِ؟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cheaper ticket for students?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 التَّذْكِرَةِ خَمْسُونَ جُنَيْهًا.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شُكْرًا. كَيْفَ الجَوُّ فِي الإِسْكَنْدَرِيَّةِ الآنَ؟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Thanks. What is the weather like in Alexandria now?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بِثَلَاثِينَ جُنَيْهًا.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مَدِينَتِي فِي شَمَالِ بَرِيطَانْيَا.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city is in the north of Britain.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حِذَاءٍ لِلْمَشْيِ، لِأَنِّي سَأَذْهَبُ إِلَى جِبَالِ اسْكُتْلَنْدَا.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need walking boots, because I’m going to the Scottish mountains.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مَاذَا تَحْتَاجُ؟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هُنَاكَ بَارِدٌ، وَتَسْقُطُ الأَمْطَارُ كَثِيرًا.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cold there, and it rains a lot.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هُنَاكَ؟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 وَكَمْ ثَمَنُهُ؟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it made of? And how much is it?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الحِذَاءُ مُضَادٌّ لِلْمَاءِ.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أَغْلَى مِنَ الحِذَاءِ الآخَرِ، لٰكِنَّهُ أَقْوَى وَأَخَفُّ، لِذٰلِكَ سَآخُذُهُ.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dearer than the other pair, but stronger and lighter, so I’ll take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الجِلْدِ، وَثَمَنُهُ ثَمَانُونَ جُنَيْهًا.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شُكْرًا، عِنْدِي حَقِيبَةٌ مِنَ القُمَاشِ، لِأَنَّ البْلَاسْتِيكَ يُلَوِّثُ البِيئَةَ.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thanks, I have a cloth bag, because plastic pollutes the environment.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كِيسًا بْلَاسْتِيكِيًّا؟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قَضَيْتُهَا فِي جِبَالِ الأَطْلَسِ فِي المَغْرِبِ، وَحَجَزْنَا بَيْتًا رِيفِيًّا صَغِيرًا عَلَى الإِنْتَرْنِتِ.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Atlas Mountains in Morocco; we booked a small country house online.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قَضَيْتَ العُطْلَةَ؟ وَكَيْفَ حَجَزْتَ؟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الجِبَالُ عَالِيَةً، وَالوِدْيَانُ خَضْرَاءَ، وَالبَيْتُ مَبْنِيٌّ مِنَ الطِّينِ وَالحَجَرِ.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mountains were high, the valleys green, and the house built of mud and stone.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المَكَانَ.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سَافَرْنَا بِالقِطَارِ بَدَلًا مِنَ الطَّائِرَةِ؛ بِالإِضَافَةِ إِلَى ذٰلِكَ، كَانَ البَيْتُ يَعْمَلُ بِالطَّاقَةِ الشَّمْسِيَّةِ.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Firstly, we went by train instead of plane; in addition, the house ran on solar power.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تُسَمِّيهَا عُطْلَةً صَدِيقَةً لِلْبِيئَةِ؟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لِأَنَّ الإِنْتَرْنِتَ كَانَ ضَعِيفًا، أَمَّا فِي البَيْتِ فَأَقْضِي سَاعَاتٍ أَمَامَ الشَّاشَةِ.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the internet was weak; at home, though, I spend hours in front of the screen.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وَهَلِ اسْتَخْدَمْتَ هَاتِفَكَ كَثِيرًا؟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سَأَعُودُ فِي الرَّبِيعِ إِذَا وَفَّرْتُ مِنْ مَصْرُوفِي، لِأَنَّ الجَوَّ سَيَكُونُ أَدْفَأَ.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go back in spring if I save from my pocket money, because it will be warmer.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سَتَعُودُ إِلَى هُنَاكَ؟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تُسَاعِدُنَا الأَلْوَاحُ الشَّمْسِيَّةُ وَالسَّيَّارَاتُ الكَهْرَبَائِيَّةُ، وَمِنْ نَاحِيَةٍ أُخْرَى، تُرْمَى مَلَايِينُ الأَجْهِزَةِ كُلَّ سَنَةٍ.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Solar panels and electric cars help us, but millions of devices are thrown away every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البِيئَةَ أَمْ تَضُرُّهَا؟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فِي مَكَبَّاتٍ بَعِيدَةٍ، مِمَّا يُؤَدِّي إِلَى تَلَوُّثِ التُّرْبَةِ وَالمِيَاهِ بِالمَعَادِنِ الضَّارَّةِ.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are dumped in distant landfills, which pollutes soil and water with harmful metals.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نَتِيجَةُ رَمْيِ الأَجْهِزَةِ؟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أَصْلَحْتُ شَاشَةَ هَاتِفِي بَدَلًا مِنْ شِرَاءِ هَاتِفٍ جَدِيدٍ، فَوَفَّرْتُ مِئَتَيْ جُنَيْهٍ.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repaired my phone screen instead of buying a new phone, and saved £200.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أَنْتَ شَيْئًا؟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لِلشَّرِكَاتِ مَصْلَحَةً فِي ذٰلِكَ، غَيْرَ أَنَّهُ يَجِبُ عَلَى الحُكُومَاتِ أَنْ تُلْزِمَهَا بِصِنَاعَةِ أَجْهِزَةٍ تَدُومُ أَطْوَلَ.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Companies do profit from it, but governments must oblige them to make devices that last longer.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الشَّرِكَاتِ تُرِيدُ أَنْ نَشْتَرِيَ دَائِمًا!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قَبْلَ مِئَةِ سَنَةٍ، لَافْتَقَدْتُ التَّوَاصُلَ مَعَ أَقَارِبِي فِي الخَارِجِ، لٰكِنِّي رُبَّمَا كُنْتُ سَأَتَنَفَّسُ هَوَاءً أَنْظَفَ.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I’d lived a hundred years ago, I’d miss contact with relatives abroad — but I might breathe cleaner air.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قَبْلَ مِئَةِ سَنَةٍ، مَاذَا كُنْتَ سَتَفْتَقِدُ؟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every Topic C skill in one card — balance, cause and effect, a measurable result, obligation, a concession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مِنْ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وَتَقَعُ مَدِينَتِي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are you from, and where is your town?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وَأَيْنَ تَقَعُ مَدِينَتُكَ؟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الجَوُّ … وَتَسْقُطُ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winter weather like?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فِي الشِّتَاءِ عِنْدَكُمْ؟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there near your home?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قُرْبَ بَيْتِكَ؟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أَسْتَخْدِمُهُ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you use the internet?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تَسْتَخْدِمُ الإِنْتَرْنِتَ؟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… / أُطْفِئُ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to protect the environment?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لِحِمَايَةِ البِيئَةِ؟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each question comes from a different Topic C lesson.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وَعَالَمِي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… كَانَتِ … وَكَانَ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beautiful natural place you visited.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طَبِيعِيًّا جَمِيلًا زُرْتَهُ.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… بِسَبَبِ … لِذٰلِكَ يَنْبَغِي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biggest environmental problem in your town, and the solution?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بِيئِيَّةٍ فِي مَدِينَتِكَ؟ وَمَا الحَلُّ؟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مَصْنُوعًا مِنْ … وَكَانَ ثَمَنُهُ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thing you bought.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… وَأَبْحَثُ عَنْ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use technology when travelling?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التِّكْنُولُوجْيَا فِي السَّفَرِ؟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سَأَسْكُنُ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like to live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تَسْكُنَ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a reason, a past or future detail and linking words.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وَمُسْتَقْبَلُهُ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travel less to protect the environment?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نُسَافِرَ أَقَلَّ لِنَحْمِيَ البِيئَةَ؟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… أَمَّا اليَوْمَ فَنَفْعَلُ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the world changed since your parents were children?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العَالَمُ مُنْذُ طُفُولَةِ وَالِدَيْكَ؟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المَسْؤُولِيَّةَ … يَجِبُ عَلَى … وَعَلَى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responsible for the future of cities?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عَنْ مُسْتَقْبَلِ المُدُنِ؟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online shopping benefit the consumer?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يُفِيدُ المُسْتَهْلِكَ؟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صَمَّمْتُهَا، لَجَعَلْتُهَا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the school of the future,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مَدْرَسَةَ المُسْتَقْبَلِ،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kāna + present vs ammā … fa-, shared responsibility, a balanced view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بَرِيطَانِيٌّ، وَتَقَعُ مَدِينَتِي فِي جَنُوبِ إِنْجِلْتِرَا.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British, and my town is in the south of England.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وَأَيْنَ تَقَعُ مَدِينَتُكَ؟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الجَوُّ بَارِدٌ، وَتَسْقُطُ الأَمْطَارُ كَثِيرًا.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winter it is cold, and it rains a lot.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فِي الشِّتَاءِ عِنْدَكُمْ؟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مَسْجِدٌ، وَتُوجَدُ حَدِيقَةٌ صَغِيرَةٌ.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mosque and a small park.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قُرْبَ بَيْتِكَ؟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أَسْتَخْدِمُهُ ثَلَاثَ سَاعَاتٍ كُلَّ يَوْمٍ.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it three hours a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تَسْتَخْدِمُ الإِنْتَرْنِتَ؟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البْلَاسْتِيكِ، وَأَمْشِي إِلَى المَدْرَسَةِ.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recycle plastic and walk to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لِحِمَايَةِ البِيئَةِ؟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accurate agreement = a secure Core answer on every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بُحَيْرَةً فِي شَمَالِ وِيلْزَ؛ كَانَتِ الجِبَالُ حَوْلَهَا عَالِيَةً، وَكَانَ المَاءُ صَافِيًا وَبَارِدًا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a lake in North Wales: the mountains around were high and the water clear and very cold.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طَبِيعِيًّا جَمِيلًا زُرْتَهُ.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تَلَوُّثُ الهَوَاءِ بِسَبَبِ السَّيَّارَاتِ، لِذٰلِكَ يَنْبَغِي أَنْ تُصْبِحَ الحَافِلَاتُ أَرْخَصَ.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Air pollution from cars; so buses should become cheaper.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بِيئِيَّةٍ فِي مَدِينَتِكَ؟ وَمَا الحَلُّ؟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حَقِيبَةَ ظَهْرٍ زَرْقَاءَ مَصْنُوعَةً مِنَ البْلَاسْتِيكِ المُعَادِ تَدْوِيرُهُ، وَكَانَ ثَمَنُهَا خَمْسَةً وَعِشْرِينَ جُنَيْهًا.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blue backpack made from recycled plastic; it cost £25.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التَّذَاكِرَ عَلَى الإِنْتَرْنِتِ، وَأَبْحَثُ عَنِ الطَّرِيقِ فِي تَطْبِيقِ الخَرَائِطِ، فَلَا أَضِيعُ أَبَدًا.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book tickets online and find my way with a maps app, so I never get lost.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التِّكْنُولُوجْيَا فِي السَّفَرِ؟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سَأَسْكُنُ فِي مَدِينَةٍ صَغِيرَةٍ قُرْبَ البَحْرِ، لِأَنَّهَا أَهْدَأُ مِنَ العَاصِمَةِ، وَفِيهَا كُلُّ الخِدْمَاتِ.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 small town by the sea: quieter than the capital, with all the services.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تَسْكُنَ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Agreement + a number or comparison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الطَّائِرَاتِ تُلَوِّثُ الجَوَّ كَثِيرًا، غَيْرَ أَنَّ السَّفَرَ يُقَرِّبُ الشُّعُوبَ؛ لِذٰلِكَ أُفَضِّلُ القِطَارَ كُلَّمَا كَانَ مُمْكِنًا.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Planes pollute a lot, but travel brings peoples together — so I choose the train whenever possible.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نُسَافِرَ أَقَلَّ لِنَحْمِيَ البِيئَةَ؟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يَكْتُبَانِ الرَّسَائِلَ وَيَشْتَرِيَانِ مِنَ السُّوقِ، أَمَّا اليَوْمَ فَنَفْعَلُ كُلَّ شَيْءٍ بِالهَاتِفِ، لٰكِنَّ الصَّيْفَ أَصْبَحَ أَحَرَّ.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parents wrote letters and shopped at the market; today we do everything by phone — but summers are hotter.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العَالَمُ مُنْذُ طُفُولَةِ وَالِدَيْكَ؟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المَسْؤُولِيَّةَ مُشْتَرَكَةٌ: يَجِبُ عَلَى البَلَدِيَّاتِ أَنْ تَبْنِيَ حَدَائِقَ وَمَمَرَّاتٍ لِلدَّرَّاجَاتِ، وَعَلَى السُّكَّانِ أَنْ يَسْتَخْدِمُوهَا.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Shared: councils must build parks and cycle lanes, and residents must use them.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عَنْ مُسْتَقْبَلِ المُدُنِ؟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present, yajibu ʿalā … wa-ʿalā …, balance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يُتِيحُ مُقَارَنَةَ الأَسْعَارِ بِسُرْعَةٍ، وَمِنْ نَاحِيَةٍ أُخْرَى، يُشَجِّعُ عَلَى شِرَاءِ أَشْيَاءَ لَا نَحْتَاجُ إِلَيْهَا.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lets us compare prices fast, but encourages buying things we don’t need.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يُفِيدُ المُسْتَهْلِكَ؟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صَمَّمْتُهَا، لَجَعَلْتُهَا مَبْنِيَّةً مِنَ الخَشَبِ وَالزُّجَاجِ، بِأَلْوَاحٍ شَمْسِيَّةٍ، وَحَدِيقَةٍ يَزْرَعُ فِيهَا الطُّلَّابُ طَعَامَهُمْ.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make it of wood and glass, with solar panels and a garden where students grow their food.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مَدْرَسَةَ المُسْتَقْبَلِ، كَيْفَ تَكُونُ؟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present, yajibu ʿalā … wa-ʿalā …, balance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completed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in full sentences on at least three Topic C themes.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numbers, prices or measurements accurately.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ideas and used two time frames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and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TC-L12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TC-L12 · Speaking Workshop — Topic C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2026-10-11T13:22:43Z</dcterms:created>
  <dcterms:modified xsi:type="dcterms:W3CDTF">2026-10-11T13:22:43Z</dcterms:modified>
</cp:coreProperties>
</file>