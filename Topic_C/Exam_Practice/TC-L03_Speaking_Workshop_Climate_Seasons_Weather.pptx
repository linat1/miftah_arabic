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3 (Climate, Seasons and Weather, TC-L03), using that lesson’s language (weather verbs that agree (tasquṭu al-amṭār); comparatives (akthar ḥarāratan min); the future forecast (sa- / sawfa)).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al-jaww is masculine: al-jawwu ḥārr; al-ayyām (non-human pl.) → mushmisa. Weather verbs are feminine because the subjects are non-human plurals: تَسْقُطُ الأَمْطَارُ · تَهُبُّ الرِّيَاحُ.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comparatives: أَحَرُّ مِنْ · أَبْرَدُ مِنْ · أَكْثَرُ مَطَرًا مِنْ. Future: سَيَكُونُ الجَوُّ … · سَتَسْقُطُ الأَمْطَارُ · مِنَ المُتَوَقَّعِ أَنْ تَرْتَفِعَ دَرَجَاتُ الحَرَارَةِ.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phone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فَصْلُكِ.
Core: al-jaww (m.) bārid wa-ghāʾim; tasquṭu al-amṭār (non-human pl. → f. verb); 3–10 take a plural (khamsu darajātin).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packing for a trip.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تُسَافِرِينَ · سَتَأْخُذِينَ · تُحِبِّينَ.
Core+: the future with sa-; non-human plurals (qumṣānan khafīfa, al-layālī … abrad); the CANDIDATE asks about the forecast (task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holiday that went wrong.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رِحْلَتُكِ · بِلَادِكِ · سَتَعُودِينَ.
Develop: kānat + accusative, past weather verbs (habbat, saqaṭat), sequence (thumma, ḥattā), a comparison with bi-kathīr,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أَنْشَأْتُنَّ / أَنْشَأْتُمْ · لَاحَظْتُنَّ / لَاحَظْتُمْ.
Stretch: li-kay + subjunctive, lāḥaẓnā anna + evidence, reported speech (yaqūlu … inna), kānat + present vs ammā … fa-, a concession, min al-mutawaqqaʿ an, idhā lam … fa-sa-.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Climate, Seasons and Weather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الطَّقْسُ وَالفُصُولُ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the weather today, the seasons in your country and abroad, compare climates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أَبْرَدُ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حَرَارَةً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give a forecast in the future.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WEATHER (M. · F. · VERB)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Sunny, rainy, cold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is it? · the climate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· الجَوُّ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weather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aṭ-ṭaq-su · al-jaw-wu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climate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المُنَاخُ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is it?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الجَوُّ؟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the sun shines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مُشْمِسٌ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sunny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mush-mi-sun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sun shines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تُشْرِقُ الشَّمْسُ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مُشْمِسَةٌ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it rains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مُمْطِرٌ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rainy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mum-ṭi-run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تَسْقُطُ الأَمْطَارُ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مُمْطِرَةٌ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clouds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غَائِمٌ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cloudy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ghā-ʾi-mun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clouds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غُيُومٌ · سُحُبٌ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غَائِمَةٌ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حَارٌّ · بَارِدٌ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hot · cold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ḥār-run · bā-ri-dun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أَحَرُّ · أَبْرَدُ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حَارَّةٌ · بَارِدَةٌ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 (non-hum.)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مُعْتَدِلٌ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muʿ-ta-di-lun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(non-hum.)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مُعْتَدِلَةٌ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مُعْتَدِلَةٌ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SEASONS AND FORECASTS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Seasons and the forecast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الفُصُولُ وَالنَّشْرَةُ الجَوِّيَّةُ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it snows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ثَلْجٌ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snow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thal-jun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snows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تَسْقُطُ الثُّلُوجُ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ثُلُوجٌ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strong winds blow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رِيحٌ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wind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rī-ḥun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strong winds blow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تَهُبُّ رِيَاحٌ قَوِيَّةٌ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رِيَاحٌ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30 degrees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دَرَجَةُ الحَرَارَةِ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temperature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da-ra-ja-tu al-ḥa-rā-ra-ti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30 degrees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ثَلَاثُونَ دَرَجَةً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دَرَجَاتُ الحَرَارَةِ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the four seasons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season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faṣ-lun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four seasons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الفُصُولُ الأَرْبَعَةُ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فُصُولٌ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spring · autumn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الصَّيْفُ · الشِّتَاءُ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summer · winter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aṣ-ṣay-fu · ash-shi-tā-ʾu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spring · autumn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الرَّبِيعُ · الخَرِيفُ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expected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النَّشْرَةُ الجَوِّيَّةُ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weather forecast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an-nash-ra-tu al-jaw-wiy-ya-tu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expected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…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النَّشَرَاتُ الجَوِّيَّةُ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PHONE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phone call: how is the weather?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مُكَالَمَةٌ عَنِ الطَّقْسِ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اليَوْمَ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today’s weather.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عِنْدَكُمُ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تَسْقُطُ … / لَا،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it is raining.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تَسْقُطُ الأَمْطَارُ؟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دَرَجَةُ الحَرَارَةِ … دَرَجَاتٍ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temperature.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دَرَجَةُ الحَرَارَةِ؟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hot it is.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الجَوُّ حَارٌّ جِدًّا!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 المُفَضَّلُ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فَصْلُكَ المُفَضَّلُ؟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in the UK  ·  The examiner is: your cousin in Dubai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PACKING FOR A TRIP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Packing for a holiday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حَقِيبَةُ السَّفَرِ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أُسَافِرُ إِلَى … الجَوُّ هُنَاكَ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what the weather is like.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أَيْنَ تُسَافِرُ؟ وَكَيْفَ الجَوُّ هُنَاكَ؟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items you will take.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سَتَأْخُذُ مِنْ مَلَابِسَ؟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تَقُولُ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forecast.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لٰكِنْ قَدْ تَتَغَيَّرُ الأَحْوَالُ الجَوِّيَّةُ.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سَآخُذُ … لِأَنَّ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else you’ll pack, and why.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سَتَهُبُّ رِيَاحٌ قَوِيَّةٌ فِي اللَّيْلِ.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أُحِبُّ … أَكْثَرَ،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الجَوَّ الحَارَّ أَكْثَرَ مِنَ الجَوِّ البَارِدِ؟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a parent helping you pack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HOLIDAY THAT WENT WRONG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When the weather spoiled the trip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أَفْسَدَ الطَّقْسُ الرِّحْلَةَ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it was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رِحْلَتُكَ إِلَى اسْكُتْلَنْدَا؟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الصَّبَاحِ …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weather that day.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حَدَثَ بِالضَّبْطِ؟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رَجَعْنَا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فَعَلْتُمْ؟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أَبْرَدُ / أَكْثَرُ …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climates.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جَوُّ اسْكُتْلَنْدَا مِثْلُ جَوِّ بِلَادِكَ الأَصْلِيَّةِ؟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سَأَعُودُ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سَتَعُودُ إِلَى هُنَاكَ؟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Is our climate changing?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يَتَغَيَّرُ المُنَاخُ؟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أَنْشَأْنَاهَا لِكَيْ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purpose.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أَنْشَأْتُمْ مَحَطَّةً لِلطَّقْسِ فِي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لَاحَظْنَا أَنَّ …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Report a change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لَاحَظْتُمْ؟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… تَسْقُطُ … أَمَّا الآنَ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الطَّقْسُ أَيَّامَ أَجْدَادِكُمْ؟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disagree politely.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بَعْضُ النَّاسِ إِنَّ هٰذَا طَبِيعِيٌّ.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… وَإِذَا لَمْ … فَسَتَزْدَادُ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الطَّقْسُ بَعْدَ خَمْسِينَ سَنَةً؟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runs the school weather station  ·  The examiner is: a local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today’s weather and named a season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climates (aḥarru min / akthar … min)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اليَوْمَ بَارِدٌ وَغَائِمٌ.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weather today is cold and cloudy.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عِنْدَكُمُ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تَسْقُطُ الأَمْطَارُ مُنْذُ الصَّبَاحِ.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it has been raining since the morning.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تَسْقُطُ الأَمْطَارُ؟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دَرَجَةُ الحَرَارَةِ خَمْسُ دَرَجَاتٍ فَقَطْ.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temperature is only five degrees.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دَرَجَةُ الحَرَارَةِ؟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دَرَجَةُ الحَرَارَةِ عِنْدَكُمْ؟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temperature where you are?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الجَوُّ حَارٌّ جِدًّا!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فَصْلِيَ المُفَضَّلُ الرَّبِيعُ، لِأَنَّ الجَوَّ مُعْتَدِلٌ.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season is spring, because the weather is mild.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فَصْلُكَ المُفَضَّلُ؟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أُسَافِرُ إِلَى تُونِسَ، وَالجَوُّ هُنَاكَ حَارٌّ وَمُشْمِسٌ.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travelling to Tunisia, and the weather there is hot and sunny.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أَيْنَ تُسَافِرُ؟ وَكَيْفَ الجَوُّ هُنَاكَ؟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قُمْصَانًا خَفِيفَةً وَنَظَّارَةً شَمْسِيَّةً.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take light shirts and sunglasses.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سَتَأْخُذُ مِنْ مَلَابِسَ؟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تَقُولُ النَّشْرَةُ الجَوِّيَّةُ عَنِ الأُسْبُوعِ القَادِمِ؟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the forecast say about next week?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لٰكِنْ قَدْ تَتَغَيَّرُ الأَحْوَالُ الجَوِّيَّةُ.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سَآخُذُ سُتْرَةً، لِأَنَّ اللَّيَالِيَ سَتَكُونُ أَبْرَدَ مِنَ الأَيَّامِ.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Then I’ll take a jacket, because the nights will be colder than the days.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سَتَهُبُّ رِيَاحٌ قَوِيَّةٌ فِي اللَّيْلِ.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الجَوَّ الحَارَّ أَكْثَرَ، لِأَنِّي أَسْتَطِيعُ أَنْ أَسْبَحَ فِي البَحْرِ.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hot weather more, because I can swim in the sea.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الجَوَّ الحَارَّ أَكْثَرَ مِنَ الجَوِّ البَارِدِ؟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صَعْبَةً قَلِيلًا، لِأَنَّ الطَّقْسَ تَغَيَّرَ فَجْأَةً.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a bit difficult, because the weather suddenly changed.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رِحْلَتُكَ إِلَى اسْكُتْلَنْدَا؟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الصَّبَاحِ كَانَتِ الشَّمْسُ مُشْرِقَةً، ثُمَّ هَبَّتْ رِيَاحٌ قَوِيَّةٌ وَسَقَطَتِ الثُّلُوجُ.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morning the sun was shining, then strong winds blew and snow fell.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حَدَثَ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رَجَعْنَا إِلَى الفُنْدُقِ، وَلَعِبْنَا أَلْعَابًا جَمَاعِيَّةً حَتَّى المَسَاءِ.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back to the hotel and played group games until evening.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فَعَلْتُمْ؟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جَوُّ اسْكُتْلَنْدَا أَبْرَدُ وَأَكْثَرُ مَطَرًا مِنْ جَوِّ مِصْرَ بِكَثِيرٍ.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Scotland’s climate is much colder and rainier than Egypt’s.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جَوُّ اسْكُتْلَنْدَا مِثْلُ جَوِّ بِلَادِكَ الأَصْلِيَّةِ؟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سَأَعُودُ فِي الصَّيْفِ، لِأَنَّ الجَوَّ سَيَكُونُ أَدْفَأَ.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go back in summer, because the weather will be warmer.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سَتَعُودُ إِلَى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أَنْشَأْنَاهَا لِكَيْ نُسَجِّلَ دَرَجَاتِ الحَرَارَةِ وَالأَمْطَارَ كُلَّ يَوْمٍ، وَنُقَارِنَهَا بِالسَّنَوَاتِ المَاضِيَةِ.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set it up to record temperatures and rain every day and compare them with past years.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أَنْشَأْتُمْ مَحَطَّةً لِلطَّقْسِ فِي المَدْرَسَةِ؟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لَاحَظْنَا أَنَّ الشِّتَاءَ أَصْبَحَ أَدْفَأَ؛ فَمَثَلًا لَمْ تَسْقُطِ الثُّلُوجُ هُنَا مُنْذُ ثَلَاثِ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noticed winter has become warmer — for example, it hasn’t snowed here for three years.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لَاحَظْتُمْ؟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جَدِّي إِنَّ الثُّلُوجَ كَانَتْ تُغَطِّي الشَّوَارِعَ كُلَّ شِتَاءٍ، أَمَّا الآنَ فَالفَيَضَانَاتُ أَكْثَرُ مِنَ الثُّلُوجِ.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grandfather says snow covered the streets every winter; now floods are more common than snow.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الطَّقْسُ أَيَّامَ أَجْدَادِكُمْ؟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الطَّقْسَ يَتَغَيَّرُ دَائِمًا، غَيْرَ أَنَّ العُلَمَاءَ يُؤَكِّدُونَ أَنَّ التَّغَيُّرَ اليَوْمَ أَسْرَعُ مِنْ أَيِّ وَقْتٍ مَضَى.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 weather always changes, but scientists stress that today’s change is faster than ever.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بَعْضُ النَّاسِ إِنَّ هٰذَا طَبِيعِيٌّ.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تَرْتَفِعَ دَرَجَاتُ الحَرَارَةِ، وَإِذَا لَمْ نُخَفِّفِ التَّلَوُّثَ، فَسَتَزْدَادُ العَوَاصِفُ وَالفَيَضَانَاتُ.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Temperatures are expected to rise, and if we don’t cut pollution, storms and floods will increase.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الطَّقْسُ بَعْدَ خَمْسِينَ سَنَةً؟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purpose, evidence, past vs present, ṣaḥīḥun anna … ghayra anna and a conditional forecast.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weather like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 المُفَضَّلُ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season, and why?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فَصْلُكَ المُفَضَّلُ؟ وَلِمَاذَا؟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… وَتَسْقُطُ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weather like in winter in Britain?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فِي الشِّتَاءِ فِي بَرِيطَانْيَا؟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when it is cold?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عِنْدَمَا يَكُونُ الجَوُّ بَارِدًا؟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تُمْطِرُ،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it rains?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تُمْطِرُ؟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المُنَاخُ هُنَا وَهُنَاكَ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فِي … أَبْرَدُ / أَحَرُّ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weather in Britain and in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الطَّقْسِ فِي بَرِيطَانْيَا وَفِي بَلَدٍ عَرَبِيٍّ.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المَاضِي هَبَّتْ … فَأُغْلِقَتْ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day when the weather was very bad.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كَانَ فِيهِ الطَّقْسُ سَيِّئًا جِدًّا.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… أَشْعُرُ بِالنَّشَاطِ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the weather affect your mood?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يُؤَثِّرُ الطَّقْسُ فِي مِزَاجِكَ؟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… وَفِي الشِّتَاءِ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activities suit each season?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الأَنْشِطَةُ المُنَاسِبَةُ لِكُلِّ فَصْلٍ؟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حَسَبَ النَّشْرَةِ الجَوِّيَّةِ، سَيَكُونُ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weather be like at the weekend?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الطَّقْسُ فِي عُطْلَةِ نِهَايَةِ الأُسْبُوعِ؟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comparison, a past event and a forecast in the future.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تَغَيُّرُ المُنَاخِ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بِدَلِيلِ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think the climate really is changing?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تَعْتَقِدُ أَنَّ المُنَاخَ يَتَغَيَّرُ فِعْلًا؟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الحَرَارَةِ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climate affect life in hot countries?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يُؤَثِّرُ المُنَاخُ فِي حَيَاةِ النَّاسِ فِي البِلَادِ الحَارَّةِ؟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harder: extreme heat or extreme cold?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أَصْعَبُ: الحَرُّ الشَّدِيدُ أَمِ البَرْدُ الشَّدِيدُ؟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تَقُولُ أُمِّي إِنَّ … كَانَ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the weather like in your parents’ childhood?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الطَّقْسُ فِي طُفُولَةِ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أَسْتَطِيعُ،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choose your country’s climate, what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تَسْتَطِيعُ أَنْ تَخْتَارَ مُنَاخَ بِلَادِكَ، مَاذَا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 (bi-dalīli anna), bi-sababi … mimmā, a concession, reported speech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اليَوْمَ مُشْمِسٌ وَلٰكِنَّهُ بَارِدٌ.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weather today is sunny but cold.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فَصْلِيَ المُفَضَّلُ الصَّيْفُ، لِأَنَّ الأَيَّامَ طَوِيلَةٌ وَمُشْمِسَةٌ.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season is summer, because the days are long and sunny.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فَصْلُكَ المُفَضَّلُ؟ وَلِمَاذَا؟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الجَوُّ بَارِدٌ، وَتَسْقُطُ الأَمْطَارُ كَثِيرًا.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it is cold, and it rains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فِي الشِّتَاءِ فِي بَرِيطَانْيَا؟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مِعْطَفًا ثَقِيلًا وَقُبَّعَةً صُوفِيَّةً.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heavy coat and a woolly hat.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عِنْدَمَا يَكُونُ الجَوُّ بَارِدًا؟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تُمْطِرُ، أَبْقَى فِي البَيْتِ وَأَقْرَأُ.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it rains, I stay at home and read.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تُمْطِرُ؟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weather adjective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فِي بَرِيطَانْيَا أَبْرَدُ وَأَكْثَرُ مَطَرًا، أَمَّا فِي السُّعُودِيَّةِ فَالصَّيْفُ حَارٌّ جِدًّا وَالأَمْطَارُ قَلِيلَةٌ.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Britain is colder and rainier; in Saudi Arabia the summer is very hot and rain is scarce.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الطَّقْسِ فِي بَرِيطَانْيَا وَفِي بَلَدٍ عَرَبِيٍّ.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المَاضِي هَبَّتْ عَاصِفَةٌ قَوِيَّةٌ، فَأُغْلِقَتِ المَدْرَسَةُ، وَبَقِينَا فِي البَيْتِ يَوْمَيْنِ.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winter a strong storm blew, so school was closed and we stayed home for two 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كَانَ فِيهِ الطَّقْسُ سَيِّئًا جِدًّا.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تُشْرِقُ الشَّمْسُ أَشْعُرُ بِالنَّشَاطِ، أَمَّا الأَيَّامُ الرَّمَادِيَّةُ فَتَجْعَلُنِي كَسُولًا.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sunshine makes me energetic, but grey days make me lazy.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يُؤَثِّرُ الطَّقْسُ فِي مِزَاجِكَ؟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نَسْبَحُ وَنُخَيِّمُ، وَفِي الشِّتَاءِ نَتَزَلَّجُ أَوْ نَبْقَى قُرْبَ المِدْفَأَةِ.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summer we swim and camp; in winter we ski or stay by the heater.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الأَنْشِطَةُ المُنَاسِبَةُ لِكُلِّ فَصْلٍ؟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حَسَبَ النَّشْرَةِ الجَوِّيَّةِ، سَيَكُونُ الجَوُّ مُعْتَدِلًا، وَسَتَسْقُطُ أَمْطَارٌ خَفِيفَةٌ يَوْمَ الأَحَدِ.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According to the forecast, it will be mild, with light rain on Sunday.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الطَّقْسُ فِي عُطْلَةِ نِهَايَةِ الأُسْبُوعِ؟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past + future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ذٰلِكَ، بِدَلِيلِ أَنَّ الصَّيْفَ المَاضِيَ كَانَ أَحَرَّ صَيْفٍ فِي تَارِيخِ بَرِيطَانْيَا.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so — last summer was the hottest summer in British history.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تَعْتَقِدُ أَنَّ المُنَاخَ يَتَغَيَّرُ فِعْلًا؟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الحَرَارَةِ الشَّدِيدَةِ، يَعْمَلُ النَّاسُ فِي الصَّبَاحِ البَاكِرِ، مِمَّا يَجْعَلُ الحَيَاةَ تَنْشَطُ فِي اللَّيْلِ.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the intense heat, people work early in the morning, which makes life lively at night.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يُؤَثِّرُ المُنَاخُ فِي حَيَاةِ النَّاسِ فِي البِلَادِ الحَارَّةِ؟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البَرْدَ مُزْعِجٌ، غَيْرَ أَنَّ الحَرَّ الشَّدِيدَ أَخْطَرُ؛ فَنَسْتَطِيعُ أَنْ نَلْبَسَ مَلَابِسَ أَكْثَرَ، لٰكِنْ لَا نَسْتَطِيعُ الهُرُوبَ مِنَ الحَرِّ بِسُهُولَةٍ.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Cold is annoying, but extreme heat is more dangerous: we can add clothes, but can’t escape heat easily.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أَصْعَبُ: الحَرُّ الشَّدِيدُ أَمِ البَرْدُ الشَّدِيدُ؟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cause and effect, ṣaḥīḥun anna … ghayra anna, reported speech,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تَقُولُ أُمِّي إِنَّ الشِّتَاءَ كَانَ أَطْوَلَ، وَإِنَّهَا كَانَتْ تَصْنَعُ رَجُلَ الثَّلْجِ كُلَّ سَنَةٍ.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says winters were longer, and she used to build a snowman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الطَّقْسُ فِي طُفُولَةِ وَالِدَيْكَ؟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أَسْتَطِيعُ، لَاخْتَرْتُ مُنَاخًا مُعْتَدِلًا كَمُنَاخِ المَغْرِبِ: شَمْسٌ دَافِئَةٌ، وَأَمْطَارٌ قَلِيلَةٌ فِي الشِّتَاءِ.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I’d choose a mild climate like Morocco’s: warm sun and a little winter rain.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تَسْتَطِيعُ أَنْ تَخْتَارَ مُنَاخَ بِلَادِكَ، مَاذَا تَخْتَارُ؟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cause and effect, ṣaḥīḥun anna … ghayra anna, reported speech,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the weather with adjectives that agree.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the seasons and my favourite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climates (aḥarru / abradu / akthar …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past weather verb and a future forecast.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cause and effect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TC-L03 · Speaking Workshop — Climate, Seasons and Weather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2026-10-11T09:37:28Z</dcterms:created>
  <dcterms:modified xsi:type="dcterms:W3CDTF">2026-10-11T09:37:28Z</dcterms:modified>
</cp:coreProperties>
</file>