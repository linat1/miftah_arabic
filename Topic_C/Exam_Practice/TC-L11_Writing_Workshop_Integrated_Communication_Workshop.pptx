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C, Lesson 11 (Integrated Communication Workshop, TC-L11).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The boxes cover all four Topic C themes: weather (3), town (4), tech (5), environment (6). Box 8: li-kay ataʿarrafa … wa-uqārina.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صِفْ (describe!) · كَيْفَ (how) · أَثَّرَ (affected — PAST) · مَاذَا فَعَلْتَ (what did you do — PAST) · سَتَفْعَلُ (will do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(67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(81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(112 words). Core model: all four Topic C themes, one per paragraph, joined by awwalan, bi-l-iḍāfati ilā dhālika, baʿda dhālika and li-dhālika, in three time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an opening law … la-, ammā … fa-qad, wa-maʿa dhālika, a passive in a narrative (ughliqat), lawlā … la-, bi-l-iḍāfati ilā dhālika, lam … qaṭṭu, a concession and idhā … fa-sa- — four themes in one cohesive piece.
ENGLISH SUMMARY (read aloud or paste in the chat for Core students): Years ago I’d have called my town grey, rainy and dull; today it is completely different: old factories have become cultural centres, and cycle lanes and small parks have spread through the neighbourhoods, and the centre has become a place where young people gather → yet the weather still rules our lives: last winter the river flooded after a week of rain, roads closed and lessons moved online for days; I realised how environment, technology and town are linked — without computers our learning would have stopped → in addition, after the flood I volunteered with neighbours to clean the riverbank and met people from my area I had never spoken to, and together we set up an online group to organise more campaigns → my town isn’t perfect, but it learns from its mistakes; “if it keeps planting trees and encouraging clean transport, it will be one of the best towns for young people within ten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for the Stretch title: a triple present-tense hook, a rhetorical question, a balanced view with lists, a past example with numbers (thalāthata ālāfi tawqīʿin), a concession and law … la-.
ENGLISH SUMMARY (read aloud or paste in the chat for Core students): Our generation lives in a world changing faster than ever: the climate is warming, cities growing and screens entering every moment — are we victims of these changes or able to steer them? → on one hand, we inherited problems we didn’t make: polluted air, seas full of plastic, consumer habits exhausting the planet; on the other, we have tools our grandparents lacked — at the click of a button we can organise a campaign, sign a petition or learn from young people on other continents → I saw this myself: last year students at my school launched an online petition for a safe cycle lane; we gathered 3,000 signatures in two weeks and the council approved it, with work starting this summer → the challenges are big, but despair is not an option — the future is made by our own hands; “if we combined our environmental awareness with our digital skills, we would build cleaner cities and a fairer future for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EXAM PRACTICE  ·  TC-L11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Integrated Communication Workshop</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وَرْشَةُ التَّوَاصُلِ المُتَكَامِلِ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mixing all of Topic C: fill in a youth-exchange form, write an email from a city trip (weather, town, technology, environment), and write a cohesive extended piece about your town or about your generation and the changing world.</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TC-L11 · Advanced Topic C · The World Around Us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TC-L11</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from a city trip.</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TC-L11</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cohesion: at least four different linkers; one paragraph per idea; tenses that match the time words (amsi → past, ghadan → sa-); every theme sentence still agrees (tūjadu matāḥif, al-jawwu abradu, al-hawāʾu mulawwath).</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أَوَّلًا … بِالإِضَافَةِ إِلَى ذٰلِكَ … لِذٰلِكَ …</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firstly … in addition … therefore …</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وَمَعَ أَنَّ الجَوَّ أَبْرَدُ، فَإِنَّنِي أَحْبَبْتُ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and although the weather is colder, I loved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لَوْلَا الحَوَاسِيبُ، لَتَوَقَّفَ تَعَلُّمُنَا</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were it not for computers, our learning would have stopped</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Youth-exchange application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بَرْنَامَجِ تَبَادُلِ الشَّبَابِ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age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وَالعُمْرُ</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town</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المَدِينَةُ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Weather in your town</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الطَّقْسُ فِي مَدِينَتِكَ</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famous place in your town</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مَكَانٌ مَشْهُورٌ فِي مَدِينَتِكَ</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app you use most</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التَّطْبِيقُ الَّذِي تَسْتَخْدِمُهُ أَكْثَرَ</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environmental activity you do</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نَشَاطٌ بِيئِيٌّ تُمَارِسُهُ</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country you want to visit</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البَلَدُ الَّذِي تُرِيدُ زِيَارَتَهُ</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want to take part</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تُرِيدُ المُشَارَكَةَ؟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li-kay and two subjunctive verbs.</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Youth-exchange application form: model answers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Ali Hassan, fifteen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عَلِيٌّ حَسَنٌ، خَمْسَ عَشْرَةَ سَنَةً</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وَالعُمْرُ</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Leeds</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لِيدْز</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المَدِينَةُ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cold and rainy</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بَارِدٌ وَمُمْطِرٌ</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الطَّقْسُ فِي مَدِينَتِكَ</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old market</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السُّوقُ القَدِيمُ</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مَكَانٌ مَشْهُورٌ فِي مَدِينَتِكَ</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maps app</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تَطْبِيقُ الخَرَائِطِ</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التَّطْبِيقُ الَّذِي تَسْتَخْدِمُهُ أَكْثَرَ</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recycling</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إِعَادَةُ التَّدْوِيرِ</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نَشَاطٌ بِيئِيٌّ تُمَارِسُهُ</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Morocco</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المَغْرِبُ</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البَلَدُ الَّذِي تُرِيدُ زِيَارَتَهُ</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800" dirty="0">
                <a:solidFill>
                  <a:srgbClr val="5A6472"/>
                </a:solidFill>
                <a:latin typeface="Calibri" pitchFamily="34" charset="0"/>
                <a:cs typeface="Amiri" pitchFamily="2" charset="-78"/>
              </a:rPr>
              <a:t>I want to take part to discover a new culture and compare young people’s lives here and there.</a:t>
            </a:r>
            <a:endParaRPr lang="en-US" sz="8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أُرِيدُ أَنْ أُشَارِكَ لِكَيْ أَتَعَرَّفَ عَلَى ثَقَافَةٍ جَدِيدَةٍ، وَأُقَارِنَ بَيْنَ حَيَاةِ الشَّبَابِ هُنَا وَهُنَاكَ.</a:t>
            </a:r>
            <a:endParaRPr lang="ar-SA" sz="12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تُرِيدُ المُشَارَكَةَ؟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postcard from a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مِنْ مَدِينَةٍ جَدِيدَةٍ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are on a school trip to a city. Write an email in Arabic to a friend of about 80–90 words. You must include: • what the city is like (buildings, places) • the weather and how it affected your plans • something you did yesterday (use technology or the environment in your answer) • your opinion and your plans for tomorrow.</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three linking words.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المَدِينَةُ … فِيهَا … وَتُوجَدُ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firstly, the city is … it has … and there are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 الجَوَّ … لِذٰلِكَ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the weather is … so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زُرْنَا … وَأَخَذْتُ صُوَرًا بِهَاتِفِي</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we visited … and I took photos on my phone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غَدًا سَنَصْعَدُ … إِذَا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tomorrow we will climb … if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are on a school city trip: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أَنْتَ فِي رِحْلَةٍ مَدْرَسِيَّةٍ إِلَى مَدِينَةٍ. اكْتُبْ رِسَالَةً إِلَى صَدِيقِكَ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city: buildings and places</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 المَدِينَةَ: المَبَانِي وَالأَمَاكِنَ.</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weather and how it affected your plans</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الطَّقْسُ؟ وَكَيْفَ أَثَّرَ فِي خِطَطِكُمْ؟</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yesterday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فَعَلْتَ أَمْسِ؟</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and tomorrow’s plans</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وَمَاذَا سَتَفْعَلُ غَدًا؟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arrived in … yesterday. Firstly, the city is …; it has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وَصَلْتُ أَمْسِ إِلَى ______ . أَوَّلًا، المَدِينَةُ ______ ؛ فِيهَا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But the weather is …, …er than in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لٰكِنَّ الجَوَّ ______ ، وَهُوَ أَ______ مِنْ جَوِّ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we visited …, and I … on my phone.</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زُرْنَا ______ ، وَ______ بِهَاتِفِي.</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my opinion … Tomorrow we will … if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______ . غَدًا سَنَ______ إِذَا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See you,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اللِّقَاءِ،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يُوسُفُ،</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وَصَلْتُ أَمْسِ إِلَى إِدِنْبَرَةَ مَعَ صَفِّي. أَوَّلًا، المَدِينَةُ جَمِيلَةٌ جِدًّا؛ فِيهَا قَلْعَةٌ قَدِيمَةٌ عَلَى جَبَلٍ، وَتُوجَدُ مَتَاحِفُ كَثِيرَةٌ. لٰكِنَّ الجَوَّ بَارِدٌ وَمُمْطِرٌ، وَهُوَ أَبْرَدُ مِنْ جَوِّ لَنْدَنَ. أَمْسِ زُرْنَا المَتْحَفَ الوَطَنِيَّ، وَأَخَذْتُ صُوَرًا كَثِيرَةً بِهَاتِفِي. بِالإِضَافَةِ إِلَى ذٰلِكَ، المَدِينَةُ نَظِيفَةٌ، وَفِيهَا سَلَّاتٌ لِإِعَادَةِ التَّدْوِيرِ فِي كُلِّ شَارِعٍ. فِي رَأْيِي، هِيَ مَدِينَةٌ رَائِعَةٌ. غَدًا سَنَصْعَدُ إِلَى القَلْعَةِ إِذَا تَوَقَّفَ المَطَرُ.</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إِلَى اللِّقَاءِ،</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عَلِيٌّ</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Yusuf, how are you? I arrived in Edinburgh yesterday with my class. Firstly, the city is very beautiful: there’s an old castle on a hill and lots of museums. But the weather is cold and rainy — colder than London. Yesterday we visited the National Museum and I took lots of photos on my phone. In addition, the city is clean, with recycling bins in every street. In my opinion it’s a wonderful city. Tomorrow we’ll climb up to the castle if the rain stops. See you, Ali.”</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أَبْرَدُ مِنْ جَوِّ لَنْدَنَ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بِالإِضَافَةِ إِلَى 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تَوَقَّفَ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عَزِيزِي يُوسُفُ،</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تَحِيَّةً مِنْ إِدِنْبَرَةَ! وَصَلْنَا أَمْسِ بِالقِطَارِ، وَهِيَ وَسِيلَةٌ أَسْرَعُ وَأَنْظَفُ لِلْبِيئَةِ مِنَ الطَّائِرَةِ. أَوَّلُ مَا لَفَتَ نَظَرِي أَنَّ المَدِينَةَ مَزِيجٌ مِنَ القَدِيمِ وَالحَدِيثِ؛ فَقَلْعَتُهَا الحَجَرِيَّةُ تُطِلُّ عَلَى شَوَارِعَ مَلِيئَةٍ بِالمَقَاهِي وَمَحَطَّاتِ الدَّرَّاجَاتِ الكَهْرَبَائِيَّةِ. أَمَّا الطَّقْسُ فَمُتَقَلِّبٌ جِدًّا: شَمْسٌ فِي الصَّبَاحِ، ثُمَّ أَمْطَارٌ غَزِيرَةٌ بَعْدَ الظُّهْرِ، لِذٰلِكَ قَضَيْنَا سَاعَتَيْنِ فِي المَتْحَفِ الوَطَنِيِّ. وَمَعَ أَنَّ الجَوَّ أَبْرَدُ مِنْ جَوِّ لَنْدَنَ، فَإِنَّنِي أَحْبَبْتُ هُدُوءَهَا. وَإِذَا تَحَسَّنَ الطَّقْسُ غَدًا، فَسَنَصْعَدُ إِلَى قِمَّةِ "عَرْشِ آرْثَر"، وَسَأُرْسِلُ لَكَ الصُّوَرَ مُبَاشَرَةً عَبْرَ هَاتِفِي.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عَلِيٌّ</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Yusuf, greetings from Edinburgh! We arrived yesterday by train — faster and cleaner than flying. The first thing I noticed is that the city mixes old and new: its stone castle overlooks streets full of cafés and e-bike stations. As for the weather, it is very changeable: sun in the morning, then heavy rain after midday, so we spent two hours in the National Museum. Although it is colder than London, I loved its calm. If the weather improves tomorrow, we’ll climb Arthur’s Seat, and I’ll send you the photos straight away from my phone. Best wishes, Ali.”</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 مَا لَفَتَ نَظَرِي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الطَّقْسُ فَمُتَقَلِّبٌ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مَعَ أَنَّ … فَإِنَّنِي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تَحَسَّنَ … فَسَنَصْعَدُ</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town: weather, environment and digital life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مَدِينَتِي: الطَّقْسُ وَالبِيئَةُ وَالحَيَاةُ الرَّقْمِيَّةُ</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town and its weather · technology in your life · an environmental event you experienced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مَدِينَتُكَ وَطَقْسُهَا · التِّكْنُولُوجْيَا فِي حَيَاتِكَ · حَدَثٌ بِيئِيٌّ عِشْتَهُ · رَأْيُكَ وَخِطَطُكَ</a:t>
            </a:r>
            <a:endParaRPr lang="ar-SA" sz="17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Our generation and the changing world</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جِيلُنَا وَالعَالَمُ المُتَغَيِّرُ</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changes around us · challenges and opportunities · an example from your experience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التَّغَيُّرَاتُ حَوْلَنَا · التَّحَدِّيَاتُ وَالفُرَصُ · مِثَالٌ مِنْ تَجْرِبَتِكَ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Town + weather — awwalan, tūjadu …, tasquṭu al-amṭār …; present tense.</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Technology — bi-l-iḍāfati ilā dhālika, adrusu / atawāṣalu maʿa …; a reason.</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event — shāraktu, jamaʿnā; kāna al-jawwu …, baʿda dhālika aṣbaḥat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lākinna … bi-sababi …, li-dhālika sa- …; Stretch: ṣaḥīḥun anna … ghayra anna, idhā … fa-sa-.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أَوَّلًا، تَسْقُطُ الأَمْطَارُ كَثِيرًا، لٰكِنَّ الصَّيْفَ دَافِئٌ.</a:t>
            </a:r>
            <a:endParaRPr lang="ar-SA" sz="22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firstly, it rains a lot, but summer is warm.</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كَانَ الجَوُّ بَارِدًا، لٰكِنَّنَا جَمَعْنَا عِشْرِينَ كِيسًا.</a:t>
            </a:r>
            <a:endParaRPr lang="ar-SA" sz="235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it was cold, but we collected twenty bags.</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لِذٰلِكَ سَأَذْهَبُ إِلَى المَدْرَسَةِ بِالدَّرَّاجَةِ.</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so I will cycle to school.</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أَسْكُنُ فِي مَدِينَةِ لِيدْز فِي شَمَالِ إِنْجِلْتِرَا. أَوَّلًا، الطَّقْسُ هُنَا بَارِدٌ فِي الشِّتَاءِ، وَتَسْقُطُ الأَمْطَارُ كَثِيرًا، لٰكِنَّ الصَّيْفَ دَافِئٌ وَجَمِيلٌ. فِي مَدِينَتِي تُوجَدُ حَدَائِقُ كَبِيرَةٌ، وَيُوجَدُ مَرْكَزٌ تِجَارِيٌّ حَدِيثٌ، وَمَحَطَّةُ قِطَارٍ مَشْهُورَةٌ.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بِالإِضَافَةِ إِلَى ذٰلِكَ، أَسْتَخْدِمُ التِّكْنُولُوجْيَا كُلَّ يَوْمٍ. أَدْرُسُ عَلَى الإِنْتَرْنِتِ، وَأَتَوَاصَلُ مَعَ جَدَّتِي فِي مِصْرَ بِالفِيدْيُو. أُحِبُّ هٰذَا، لِأَنِّي أَرَاهَا كُلَّ أُسْبُوعٍ. لٰكِنِّي لَا أَسْتَخْدِمُ هَاتِفِي قَبْلَ النَّوْمِ.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السَّنَةِ المَاضِيَةِ شَارَكْتُ مَعَ مَدْرَسَتِي فِي يَوْمٍ لِتَنْظِيفِ الحَدِيقَةِ. كَانَ الجَوُّ بَارِدًا، لٰكِنَّنَا جَمَعْنَا عِشْرِينَ كِيسًا مِنَ النُّفَايَاتِ. بَعْدَ ذٰلِكَ أَصْبَحَتِ الحَدِيقَةُ نَظِيفَةً، وَكُنَّا سُعَدَاءَ جِدًّا، وَعَادَتِ الطُّيُورُ إِلَيْهَا.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مَدِينَتِي جَمِيلَةٌ، لٰكِنَّ الهَوَاءَ مُلَوَّثٌ بِسَبَبِ السَّيَّارَاتِ. لِذٰلِكَ سَأَذْهَبُ إِلَى المَدْرَسَةِ بِالدَّرَّاجَةِ، وَسَأَزْرَعُ شَجَرَةً فِي حَدِيقَةِ بَيْتِنَا فِي الرَّبِيعِ القَادِمِ.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Leeds: firstly, winters are cold and rainy but summer is warm; there are big parks, a modern shopping centre and a famous station → in addition, I use technology daily: I study online and video-call my grandmother in Egypt every week, but I don’t use my phone before bed → last year I joined a school park clean-up: it was cold but we collected twenty bags, and afterwards the park was clean and the birds came back → my town is nice but the air is polluted by cars, so I’ll cycle to school and plant a tree in our garden next spring.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بِالإِضَافَةِ إِلَى ذٰلِكَ</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الجَوُّ بَارِدًا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لِذٰلِكَ سَأَذْهَبُ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لَوْ سَأَلْتَنِي قَبْلَ سَنَوَاتٍ عَنْ مَدِينَتِي، لَقُلْتُ إِنَّهَا رَمَادِيَّةٌ مُمْطِرَةٌ لَا جَدِيدَ فِيهَا. أَمَّا اليَوْمَ، فَأَرَاهَا مُخْتَلِفَةً تَمَامًا؛ فَقَدْ تَحَوَّلَتِ المَصَانِعُ القَدِيمَةُ إِلَى مَرَاكِزَ ثَقَافِيَّةٍ، وَانْتَشَرَتْ مَمَرَّاتُ الدَّرَّاجَاتِ وَالحَدَائِقُ الصَّغِيرَةُ فِي الأَحْيَاءِ، وَأَصْبَحَ وَسَطُ المَدِينَةِ مَكَانًا يَجْتَمِعُ فِيهِ الشَّبَابُ.</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وَمَعَ ذٰلِكَ، مَا زَالَ الطَّقْسُ يَتَحَكَّمُ فِي حَيَاتِنَا؛ فَفِي الشِّتَاءِ المَاضِي فَاضَ النَّهْرُ بَعْدَ أُسْبُوعٍ مِنَ الأَمْطَارِ المُتَوَاصِلَةِ، فَأُغْلِقَتِ الطُّرُقُ، وَانْتَقَلَتْ دُرُوسُنَا إِلَى الإِنْتَرْنِتِ أَيَّامًا. عِنْدَهَا أَدْرَكْتُ كَيْفَ تَرْتَبِطُ البِيئَةُ وَالتِّكْنُولُوجْيَا وَالمَدِينَةُ بِبَعْضِهَا: فَلَوْلَا الحَوَاسِيبُ، لَتَوَقَّفَ تَعَلُّمُنَا تَمَامًا.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بِالإِضَافَةِ إِلَى ذٰلِكَ، تَطَوَّعْتُ بَعْدَ الفَيَضَانِ مَعَ جِيرَانِي لِتَنْظِيفِ ضِفَّةِ النَّهْرِ، فَتَعَرَّفْتُ إِلَى أَشْخَاصٍ مِنْ حَيِّي لَمْ أُكَلِّمْهُمْ قَطُّ مِنْ قَبْلُ، وَأَنْشَأْنَا مَعًا مَجْمُوعَةً عَلَى الإِنْتَرْنِتِ لِتَنْظِيمِ حَمَلَاتٍ أُخْرَى.</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مَدِينَتِي لَيْسَتْ مِثَالِيَّةً، غَيْرَ أَنَّهَا تَتَعَلَّمُ مِنْ أَخْطَائِهَا. وَإِذَا اسْتَمَرَّتْ فِي زِرَاعَةِ الأَشْجَارِ وَتَشْجِيعِ المُوَاصَلَاتِ النَّظِيفَةِ، فَسَتُصْبِحُ مِنْ أَفْضَلِ المُدُنِ لِلشَّبَابِ خِلَالَ عَشْرِ سَنَوَاتٍ.</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سَأَلْتَنِي … لَقُلْتُ</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مَعَ ذٰلِكَ، مَا زَالَ</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لَوْلَا الحَوَاسِيبُ، لَتَوَقَّفَ</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اسْتَمَرَّتْ … فَسَتُصْبِحُ</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Q3 (</a:t>
            </a:r>
            <a:pPr algn="l" indent="0" marL="0">
              <a:buNone/>
            </a:pPr>
            <a:r>
              <a:rPr lang="ar-SA" altLang="en-US" sz="3050" b="1" dirty="0">
                <a:solidFill>
                  <a:srgbClr val="1B3B6F"/>
                </a:solidFill>
                <a:latin typeface="Amiri" pitchFamily="2" charset="-78"/>
                <a:ea typeface="Amiri" pitchFamily="2" charset="-78"/>
                <a:cs typeface="Amiri" pitchFamily="2" charset="-78"/>
              </a:rPr>
              <a:t>ب</a:t>
            </a:r>
            <a:pPr algn="l" indent="0" marL="0">
              <a:buNone/>
            </a:pPr>
            <a:r>
              <a:rPr lang="en-US" sz="2350" b="1" dirty="0">
                <a:solidFill>
                  <a:srgbClr val="1B3B6F"/>
                </a:solidFill>
                <a:latin typeface="Cambria" pitchFamily="34" charset="0"/>
                <a:cs typeface="Amiri" pitchFamily="2" charset="-78"/>
              </a:rPr>
              <a:t>) full-mark model: a changing world</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TC-L11</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يَعِيشُ جِيلُنَا فِي عَالَمٍ يَتَغَيَّرُ بِسُرْعَةٍ لَمْ يَعْرِفْهَا أَحَدٌ مِنْ قَبْلُ؛ فَالمُنَاخُ يَزْدَادُ حَرَارَةً، وَالمُدُنُ تَكْبُرُ، وَالشَّاشَاتُ تَدْخُلُ كُلَّ لَحْظَةٍ مِنْ حَيَاتِنَا. فَهَلْ نَحْنُ ضَحَايَا هٰذِهِ التَّغَيُّرَاتِ، أَمْ قَادِرُونَ عَلَى تَوْجِيهِهَا؟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وَرِثْنَا مَشَاكِلَ لَمْ نَصْنَعْهَا: هَوَاءً مُلَوَّثًا، وَبِحَارًا مَمْلُوءَةً بِالبْلَاسْتِيكِ، وَعَادَاتٍ اسْتِهْلَاكِيَّةً تُرْهِقُ الكَوْكَبَ. وَمِنْ نَاحِيَةٍ أُخْرَى، نَمْلِكُ أَدَوَاتٍ لَمْ تَكُنْ عِنْدَ أَجْدَادِنَا؛ فَبِضَغْطَةِ زِرٍّ نَسْتَطِيعُ أَنْ نُنَظِّمَ حَمْلَةً، أَوْ نُوَقِّعَ عَرِيضَةً، أَوْ نَتَعَلَّمَ مِنْ تَجَارِبِ شَبَابٍ فِي قَارَّاتٍ أُخْرَى.</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رَأَيْتُ قُوَّةَ هٰذِهِ الأَدَوَاتِ بِنَفْسِي؛ فَفِي العَامِ المَاضِي أَطْلَقَ طُلَّابُ مَدْرَسَتِي عَرِيضَةً إِلِكْتْرُونِيَّةً لِإِنْشَاءِ مَمَرٍّ آمِنٍ لِلدَّرَّاجَاتِ، فَجَمَعْنَا ثَلَاثَةَ آلَافِ تَوْقِيعٍ فِي أُسْبُوعَيْنِ، وَوَافَقَتِ البَلَدِيَّةُ عَلَى المَشْرُوعِ، وَبَدَأَ العَمَلُ فِيهِ هٰذَا الصَّيْفَ.</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التَّحَدِّيَاتِ كَبِيرَةٌ، غَيْرَ أَنَّ اليَأْسَ لَيْسَ خِيَارًا، وَالمُسْتَقْبَلُ يُصْنَعُ بِأَيْدِينَا نَحْنُ. وَلَوْ جَمَعْنَا بَيْنَ وَعْيِنَا البِيئِيِّ وَمَهَارَاتِنَا الرَّقْمِيَّةِ، لَصَنَعْنَا مُدُنًا أَنْظَفَ وَمُسْتَقْبَلًا أَعْدَلَ لِلْجَمِيعِ.</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يَعْرِفْهَا أَحَدٌ</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نَاحِيَةٍ … وَمِنْ نَاحِيَةٍ أُخْرَى</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فَجَمَعْنَا ثَلَاثَةَ آلَافِ</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جَمَعْنَا … لَصَنَعْنَا</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TC-L11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across all four themes.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three linking words and a comparison.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one theme each,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or more linkers,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TC-L12 · Exam practice · Speaking and writing workshops — the next Topic C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TC-L11 · Writing Workshop — Integrated Communication Workshop</dc:title>
  <dc:subject>PptxGenJS Presentation</dc:subject>
  <dc:creator>Al Madina Online School · Arabic Department</dc:creator>
  <cp:lastModifiedBy>Al Madina Online School · Arabic Department</cp:lastModifiedBy>
  <cp:revision>1</cp:revision>
  <dcterms:created xsi:type="dcterms:W3CDTF">2026-10-11T13:19:07Z</dcterms:created>
  <dcterms:modified xsi:type="dcterms:W3CDTF">2026-10-11T13:19:07Z</dcterms:modified>
</cp:coreProperties>
</file>