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7 (National Festivals and Traditions, TE-L07).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 5 takes a verbal noun (tazyīn). Box 8: tuʿraḍu, tuqaddamu (passive). A girl writes حَضَرْتِهِ in the box-7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مَتَى يُحْتَفَلُ بِهِ (when is it celebrated — PASSIVE) · مَاذَا حَدَثَ (what happened — PAST) · قَارِنْ (compare!) · خِطَطُكَ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(88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(118 words). Core model: yuḥtafalu bihi + a date, three present passives (turfaʿu, tuzayyanu, tuṭlaqu), a past paragraph (iḥtafaltu, dhahabnā, shāhadnā), afʿal min (akbaru, aqdamu) and akthar ḥamāsan, sa- + li-annahu.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vivid present hook, four passives (turfaʿu, tuqaddamu, tuzayyanu, tuqāmu), a year in words, idh + a ḥāl (wa-naḥnu narquṣu), lam ashʿur … bal, akthar ṣakhaban wa-bahjatan vs aqdamu taʾrīkhan wa-ahdaʾ, and a passive law suʾiltu … la-.
ENGLISH SUMMARY (read aloud or paste in the chat for Core students): Every 23 September our Birmingham home becomes a small piece of Saudi Arabia: green flags in the windows, coffee and dates for neighbours and friends, and national songs playing → the day commemorates the kingdom’s unification in 1932: cities are lit, ardah performances held, fireworks launched from the towers, lighting the sky for an hour → but the best celebration I lived was in Riyadh last year: grandpa took me to an old square and held my hand as we danced the ardah with the local men to the beat of drums; I felt not like a guest but like someone returning to a place that knows me and awaits my return each year → compared with Bonfire Night, ours is louder and more joyful, theirs older, calmer and colder; “asked which I prefer, I’d say I’m lucky not to have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for the Stretch title: a list hook with a passive (tubaththu), a balanced view with kamā anna + mimmā, an tunfaqa + badalan min an, three past passives (ulghiyat, ustubdila, tubburriʿa), akbar min, lā tuqāsu and idhā … fa-sa-.
ENGLISH SUMMARY (read aloud or paste in the chat for Core students): Some states spend millions on national celebrations — fireworks for a few minutes, huge parades, concerts broadcast live to millions — are they worth it? → they strengthen belonging, bring together all ages and backgrounds, and attract tourists, boosting the economy and creating temporary jobs for young people; yet many think the money could go to hospitals and schools instead of burning in the sky in minutes and polluting the air → my city found a clever solution: last year the fireworks were cancelled, replaced by a cheaper light show, and the difference was donated to the food bank — and attendance was bigger than ever and families happier → celebration is necessary, but its value isn’t measured by its cost; “if governments spend wisely and transparently, people will rejoice and society will benefit together, and the day will stay a day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National Festivals and Traditions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الأَعْيَادُ الوَطَنِيَّةُ وَالتَّقَالِيدُ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festival-volunteer form, write an email about a national day you attended abroad, and write an extended piece about a national celebration you love or about whether national celebrations are worth their cost — with passive verbs and comparisons.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TE-L07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national day abroad.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passive forms: present tufʿalu (turfaʿu, tuzayyanu), past fuʿilat (rufiʿat, zuyyinat, uṭliqat); with bi- the verb stays masculine (yuḥtafalu bihi / bihā); afʿal min never changes (al-iḥtifālu akbaru min …, al-laylatu akbaru min …); akthar + accusative noun (akthar ḥamāsan); dates with ordinals (ath-thānī min dīsambir).</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رُفِعَتِ الأَعْلَامُ، وَزُيِّنَتِ الشَّوَارِعُ بِالأَضْوَاءِ</a:t>
            </a:r>
            <a:endParaRPr lang="ar-SA" sz="25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flags were raised and the streets were decorated with lights</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يُحْتَفَلُ بِهِ فِي الثَّانِي مِنْ دِيسَمْبِرَ</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 is celebrated on 2 December</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هٰذَا الاحْتِفَالُ أَكْبَرُ مِنْ … وَأَكْثَرُ حَمَاسًا</a:t>
            </a:r>
            <a:endParaRPr lang="ar-SA" sz="27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celebration is bigger than … and more exciting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Festival-volunteer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التَّطَوُّعِ فِي المِهْرَجَانِ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Festival</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المِهْرَجَانُ</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Date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التَّارِيخُ</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Preferred task</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المَهَمَّةُ المُفَضَّلَةُ</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skill</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مَهَارَةٌ تَقْلِيدِيَّةٌ</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celebration you attended</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احْتِفَالٌ حَضَرْتَهُ</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is shown at the festival</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يُعْرَضُ فِي المِهْرَجَانِ؟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4 is a date with an ordinal; the last box is a full sentence with two passive verbs.</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Festival-volunteer form: model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Khalid Al-Otaibi</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خَالِدٌ العُتَيْبِيُّ</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fifteen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Arab Heritage Festival</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مِهْرَجَانُ التُّرَاثِ العَرَبِيِّ</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المِهْرَجَانُ</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23 September</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الثَّالِثُ وَالعِشْرُونَ مِنْ سِبْتَمْبِرَ</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التَّارِيخُ</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decorating the venue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تَزْيِينُ المَكَانِ</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المَهَمَّةُ المُفَضَّلَةُ</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ardah dance</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رَقْصَةُ العَرْضَةِ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مَهَارَةٌ تَقْلِيدِيَّةٌ</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 Day in Riyadh</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اليَوْمُ الوَطَنِيُّ فِي الرِّيَاضِ</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احْتِفَالٌ حَضَرْتَهُ</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Traditional costumes are displayed, and Arabic coffee is served to visitors.</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تُعْرَضُ الأَزْيَاءُ التَّقْلِيدِيَّةُ، وَتُقَدَّمُ القَهْوَةُ العَرَبِيَّةُ لِلزُّوَّارِ.</a:t>
            </a:r>
            <a:endParaRPr lang="ar-SA" sz="15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يُعْرَضُ فِي المِهْرَجَانِ؟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a national day I attended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يَوْمٌ وَطَنِيٌّ حَضَرْتُهُ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friend of about 80–90 words. You must include: • where you are and which national day you attended, and when it is celebrated • what was done on the day (use the passive) • a comparison with a celebration in your country • your opinion and your plans,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passive verbs.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comparison (akbar min / akthar … min).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حَضَرْتُ أَمْسِ اليَوْمَ الوَطَنِيَّ لِلْإِمَارَاتِ</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attended UAE National Day</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رُفِعَتِ الأَعْلَامُ، وَزُيِّنَتِ الشَّوَارِعُ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flags were raised and streets decorated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الاحْتِفَالُ أَكْبَرُ مِنْ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celebration is bigger than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السَّنَةِ القَادِمَةِ سَأَحْضُرُهُ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next year I will attend 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national day you attended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 رِسَالَةً إِلَى صَدِيقِكَ عَنْ يَوْمٍ وَطَنِيٍّ حَضَرْتَهُ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which national day; when it is celebrated</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أَنْتَ؟ وَمَا اليَوْمُ الوَطَنِيُّ؟ وَمَتَى يُحْتَفَلُ بِهِ؟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happened on the day</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حَدَثَ فِي ذٰلِكَ اليَوْمِ؟</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it with a celebration in your country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قَارِنْ بَيْنَهُ وَبَيْنَ احْتِفَالٍ فِي بَلَدِكَ.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your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 خِطَطُكَ؟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I’m now in …</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أَنَا الآنَ فِي ______ .</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attended National Day in …; on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حَضَرْتُ اليَوْمَ الوَطَنِيَّ فِي ______ ؛ يُحْتَفَلُ بِهِ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were raised, and … were let off.</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رُفِعَتِ ______ ، وَأُطْلِقَتْ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This celebration is bigger than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الاحْتِفَالُ أَكْبَرُ مِنْ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liked it because … I will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أَعْجَبَنِي لِأَنَّ ______ . سَأَ______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See you.</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إِلَى اللِّقَاءِ.</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مَرْحَبًا يَا فَيْصَلُ،</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كَيْفَ حَالُكَ؟ أَنَا الآنَ فِي دُبَيّ عِنْدَ خَالِي، وَحَضَرْتُ أَمْسِ اليَوْمَ الوَطَنِيَّ لِلْإِمَارَاتِ. يُحْتَفَلُ بِهِ فِي الثَّانِي مِنْ دِيسَمْبِرَ كُلَّ سَنَةٍ. فِي الصَّبَاحِ رُفِعَتِ الأَعْلَامُ فِي كُلِّ مَكَانٍ، وَزُيِّنَتِ الشَّوَارِعُ بِالأَضْوَاءِ. ثُمَّ شَاهَدْنَا اسْتِعْرَاضًا كَبِيرًا وَرَقْصَةً شَعْبِيَّةً. فِي اللَّيْلِ أُطْلِقَتْ أَلْعَابٌ نَارِيَّةٌ رَائِعَةٌ. هٰذَا الاحْتِفَالُ أَكْبَرُ مِنْ لَيْلَةِ الأَلْعَابِ النَّارِيَّةِ عِنْدَنَا، وَأَكْثَرُ حَمَاسًا. أَعْجَبَنِي كَثِيرًا، لِأَنَّ النَّاسَ كَانُوا سُعَدَاءَ جِدًّا. فِي السَّنَةِ القَادِمَةِ سَأَحْضُرُهُ مَرَّةً أُخْرَى. وَأَنْتَ، هَلْ حَضَرْتَ احْتِفَالًا وَطَنِيًّا؟</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إِلَى اللِّقَاءِ،</a:t>
            </a:r>
            <a:endParaRPr lang="ar-SA" sz="1700" dirty="0"/>
          </a:p>
          <a:p>
            <a:pPr rtl="1" algn="r" indent="0" marL="0">
              <a:lnSpc>
                <a:spcPct val="120000"/>
              </a:lnSpc>
              <a:buNone/>
            </a:pPr>
            <a:r>
              <a:rPr lang="ar-SA" altLang="en-US" sz="1700" dirty="0">
                <a:solidFill>
                  <a:srgbClr val="1F2A37"/>
                </a:solidFill>
                <a:latin typeface="Amiri" pitchFamily="2" charset="-78"/>
                <a:ea typeface="Amiri" pitchFamily="2" charset="-78"/>
                <a:cs typeface="Amiri" pitchFamily="2" charset="-78"/>
              </a:rPr>
              <a:t>خَالِدٌ</a:t>
            </a:r>
            <a:endParaRPr lang="ar-SA" sz="17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Faisal, how are you? I’m in Dubai at my uncle’s, and yesterday I attended UAE National Day. It is celebrated on 2 December every year. In the morning flags were raised everywhere and the streets were decorated with lights. Then we watched a big parade and a folk dance. At night amazing fireworks were let off. This celebration is bigger than our Bonfire Night, and more exciting. I liked it a lot, because people were so happy. Next year I’ll attend it again. And you, have you been to a national celebration? See you, Khalid.”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يُحْتَفَلُ بِهِ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رُفِعَتِ الأَعْلَامُ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أُطْلِقَتْ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أَكْبَرُ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فَيْصَلُ،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أَكْتُبُ إِلَيْكَ مِنْ دُبَيّ، حَيْثُ أَقْضِي عُطْلَتِي عِنْدَ خَالِي، وَقَدْ صَادَفَتْ زِيَارَتِي اليَوْمَ الوَطَنِيَّ لِلْإِمَارَاتِ، الَّذِي يُحْتَفَلُ بِهِ فِي الثَّانِي مِنْ دِيسَمْبِرَ إِحْيَاءً لِذِكْرَى قِيَامِ الاتِّحَادِ. مُنْذُ الصَّبَاحِ زُيِّنَتِ الأَبْرَاجُ بِأَلْوَانِ العَلَمِ، وَخَرَجَتِ العَائِلَاتُ بِسَيَّارَاتٍ مُزَيَّنَةٍ، ثُمَّ أُقِيمَ اسْتِعْرَاضٌ رَقَصَ فِيهِ الرِّجَالُ العَيَّالَةَ بِالعِصِيِّ. وَحِينَ أُطْلِقَتِ الأَلْعَابُ النَّارِيَّةُ فَوْقَ البَحْرِ، شَعَرْتُ أَنَّهَا أَضْخَمُ بِكَثِيرٍ مِنْ أَيِّ احْتِفَالٍ رَأَيْتُهُ فِي لَنْدَنَ. صَحِيحٌ أَنَّ الزِّحَامَ كَانَ شَدِيدًا، غَيْرَ أَنَّ فَرْحَةَ النَّاسِ عَوَّضَتْ كُلَّ شَيْءٍ. وَإِذَا سَمَحَ لِي أَبِي، فَسَأَعُودُ فِي العَامِ القَادِمِ. أَلَا تَأْتِي مَعِي؟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خَالِدٌ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Faisal, I’m writing from Dubai, where I’m spending my holiday at my uncle’s, and my visit coincided with UAE National Day, celebrated on 2 December to commemorate the founding of the Union. From the morning the towers were decorated in the flag’s colours, families drove out in decorated cars, then a parade was held in which men performed the ayyala with canes. When the fireworks were let off over the sea, I felt they were far bigger than any celebration I’ve seen in London. The crowds were heavy, but people’s joy made up for everything. If my dad lets me, I’ll come back next year. Won’t you come with me? Best wishes, Khalid.”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صَادَفَتْ زِيَارَتِي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إِحْيَاءً لِذِكْرَى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أُقِيمَ اسْتِعْرَاضٌ رَقَصَ فِيهِ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أَضْخَمُ بِكَثِيرٍ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national celebration I love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احْتِفَالٌ وَطَنِيٌّ أُحِبُّهُ</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celebration and when · what is done · a time you attended · a comparison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مَا الاحْتِفَالُ وَمَتَى يُحْتَفَلُ بِهِ · مَاذَا يُفْعَلُ فِيهِ · احْتِفَالٌ حَضَرْتَهُ · مُقَارَنَةٌ وَخُطَطُكَ</a:t>
            </a:r>
            <a:endParaRPr lang="ar-SA" sz="16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national celebrations worth all this money?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تَسْتَحِقُّ الاحْتِفَالَاتُ الوَطَنِيَّةُ كُلَّ هٰذِهِ الأَمْوَالِ؟</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benefits and costs · an example from your town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الفَوَائِدُ وَالتَّكَالِيفُ · مِثَالٌ مِنْ مَدِينَتِكَ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celebration — at-taqlīdu alladhī uḥibbuhu …; yuḥtafalu bihi fī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is done — turfaʿu al-aʿlāmu, tuzayyanu ash-shawāriʿu, tuṭlaqu …; yalbasu an-nās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time I attended — fī as-sanati al-māḍiya iḥtafaltu bihi fī … maʿa …; kāna …,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Comparison + future — aẓunnu anna … akbaru min … wa-akthar ḥamāsan; lākinna … aqdam; sa-aḥtafilu …; Stretch: laysa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تُرْفَعُ الأَعْلَامُ، وَتُطْلَقُ الأَلْعَابُ النَّارِيَّةُ.</a:t>
            </a:r>
            <a:endParaRPr lang="ar-SA" sz="25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passive: flags raised, fireworks let off.</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احْتَفَلْتُ بِهِ فِي الرِّيَاضِ مَعَ جَدِّي.</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celebrated it in Riyadh with grandpa.</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هٰذَا الاحْتِفَالُ أَكْبَرُ وَأَكْثَرُ حَمَاسًا.</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comparison: bigger and more exciting.</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أَصْلُ أُسْرَتِي مِنَ السُّعُودِيَّةِ، وَأَعِيشُ فِي بَرِيطَانْيَا. التَّقْلِيدُ الوَطَنِيُّ الَّذِي أُحِبُّهُ أَكْثَرَ هُوَ اليَوْمُ الوَطَنِيُّ السُّعُودِيُّ. يُحْتَفَلُ بِهِ فِي الثَّالِثِ وَالعِشْرِينَ مِنْ سِبْتَمْبِرَ كُلَّ عَامٍ.</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فِي هٰذَا اليَوْمِ تُرْفَعُ الأَعْلَامُ الخَضْرَاءُ، وَتُزَيَّنُ الشَّوَارِعُ وَالبُيُوتُ بِالأَضْوَاءِ. يَلْبَسُ النَّاسُ المَلَابِسَ التَّقْلِيدِيَّةَ، وَيَرْقُصُ الرِّجَالُ العَرْضَةَ بِالسُّيُوفِ. فِي اللَّيْلِ تُطْلَقُ الأَلْعَابُ النَّارِيَّةُ فِي كُلِّ المُدُنِ، وَتَمْتَلِئُ السَّمَاءُ بِالأَلْوَانِ.</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فِي السَّنَةِ المَاضِيَةِ احْتَفَلْتُ بِهِ فِي الرِّيَاضِ مَعَ جَدِّي. ذَهَبْنَا إِلَى حَدِيقَةٍ كَبِيرَةٍ، وَشَاهَدْنَا عَرْضًا لِلطَّائِرَاتِ، وَأَكَلْنَا الكَبْسَةَ مَعَ أَقَارِبِي فِي المَسَاءِ. كَانَ الجَوُّ حَارًّا، وَمَعَ ذٰلِكَ كَانَ اليَوْمُ رَائِعًا.</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أَظُنُّ أَنَّ هٰذَا الاحْتِفَالَ أَكْبَرُ مِنْ لَيْلَةِ الأَلْعَابِ النَّارِيَّةِ فِي بَرِيطَانْيَا، وَأَكْثَرُ حَمَاسًا. لٰكِنَّ الاحْتِفَالَ البَرِيطَانِيَّ أَقْدَمُ، لِأَنَّهُ يَعُودُ إِلَى أَكْثَرَ مِنْ أَرْبَعِمِئَةِ سَنَةٍ. فِي المُسْتَقْبَلِ سَأَحْتَفِلُ بِهِ مَعَ أَوْلَادِي، لِأَنَّهُ جُزْءٌ مِنْ هُوِيَّتِي.</a:t>
            </a:r>
            <a:endParaRPr lang="ar-SA" sz="1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is Saudi; I live in Britain; my favourite is Saudi National Day, celebrated on 23 September → green flags are raised, streets lit, traditional clothes, the ardah with swords, fireworks at night → last year in Riyadh with grandpa: a big park and an air show; hot, yet wonderful → bigger and more exciting than Bonfire Night, though that is older; I’ll celebrate it with my children.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يُحْتَفَلُ بِهِ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تُرْفَعُ الأَعْلَامُ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أَكْبَرُ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كُلِّ ثَالِثٍ وَعِشْرِينَ مِنْ سِبْتَمْبِرَ، يَتَحَوَّلُ بَيْتُنَا فِي بَرْمِنْغْهَامَ إِلَى قِطْعَةٍ صَغِيرَةٍ مِنَ السُّعُودِيَّةِ؛ فَتُرْفَعُ الأَعْلَامُ الخَضْرَاءُ عَلَى النَّوَافِذِ، وَتُقَدَّمُ القَهْوَةُ وَالتَّمْرُ لِكُلِّ مَنْ يَزُورُنَا مِنَ الجِيرَانِ وَالأَصْدِقَاءِ، وَتُرْفَعُ أَصْوَاتُ الأَغَانِي الوَطَنِيَّةِ.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وَيُحْتَفَلُ بِاليَوْمِ الوَطَنِيِّ إِحْيَاءً لِذِكْرَى تَوْحِيدِ المَمْلَكَةِ سَنَةَ أَلْفٍ وَتِسْعِمِئَةٍ وَاثْنَتَيْنِ وَثَلَاثِينَ. وَفِيهِ تُزَيَّنُ المُدُنُ بِالأَضْوَاءِ، وَتُقَامُ عُرُوضُ العَرْضَةِ، وَتُطْلَقُ الأَلْعَابُ النَّارِيَّةُ مِنْ أَعْلَى الأَبْرَاجِ، فَتُضِيءُ السَّمَاءَ سَاعَةً كَامِلَةً.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أَجْمَلَ احْتِفَالٍ عِشْتُهُ كَانَ فِي الرِّيَاضِ العَامَ المَاضِيَ؛ إِذْ أَخَذَنِي جَدِّي إِلَى سَاحَةٍ قَدِيمَةٍ، وَأَمْسَكَ بِيَدِي وَنَحْنُ نَرْقُصُ العَرْضَةَ مَعَ رِجَالِ الحَيِّ عَلَى إِيقَاعِ الطُّبُولِ. يَوْمَهَا لَمْ أَشْعُرْ بِأَنَّنِي ضَيْفٌ، بَلْ بِأَنَّنِي أَعُودُ إِلَى مَكَانٍ يَعْرِفُنِي، وَيَنْتَظِرُ عَوْدَتِي كُلَّ عَامٍ.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وَحِينَ أُقَارِنُهُ بِلَيْلَةِ الأَلْعَابِ النَّارِيَّةِ البَرِيطَانِيَّةِ، أَجِدُهُ أَكْثَرَ صَخَبًا وَبَهْجَةً، بَيْنَمَا تِلْكَ أَقْدَمُ تَارِيخًا وَأَهْدَأُ وَأَكْثَرُ بُرُودَةً. وَلَوْ سُئِلْتُ أَيَّهُمَا أُفَضِّلُ، لَقُلْتُ إِنَّنِي مَحْظُوظٌ لِأَنَّنِي لَا أَحْتَاجُ إِلَى الاخْتِيَارِ بَيْنَهُمَا.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يَتَحَوَّلُ … إِلَى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إِحْيَاءً لِذِكْرَى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لَمْ أَشْعُرْ … بَلْ</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سُئِلْتُ … لَقُلْتُ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ea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worth the money?</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تُنْفِقُ بَعْضُ الدُّوَلِ مَلَايِينَ الجُنَيْهَاتِ عَلَى احْتِفَالَاتِهَا الوَطَنِيَّةِ: أَلْعَابٌ نَارِيَّةٌ لِدَقَائِقَ مَعْدُودَةٍ، وَاسْتِعْرَاضَاتٌ ضَخْمَةٌ، وَحَفَلَاتٌ تُبَثُّ عَلَى الهَوَاءِ لِمَلَايِينِ المُشَاهِدِينَ. فَهَلْ تَسْتَحِقُّ هٰذِهِ الاحْتِفَالَاتُ كُلَّ هٰذِهِ الأَمْوَالِ؟</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مِنْ نَاحِيَةٍ، تُقَوِّي هٰذِهِ المُنَاسَبَاتُ الشُّعُورَ بِالانْتِمَاءِ، وَتَجْمَعُ النَّاسَ مِنْ كُلِّ الأَعْمَارِ وَالخَلْفِيَّاتِ، كَمَا أَنَّهَا تَجْذِبُ السُّيَّاحَ، مِمَّا يُنْعِشُ الاقْتِصَادَ وَيُوَفِّرُ فُرَصَ عَمَلٍ مُؤَقَّتَةً لِلشَّبَابِ. وَمِنْ نَاحِيَةٍ أُخْرَى، يَرَى كَثِيرُونَ أَنَّ هٰذِهِ الأَمْوَالَ يُمْكِنُ أَنْ تُنْفَقَ عَلَى المُسْتَشْفَيَاتِ وَالمَدَارِسِ، بَدَلًا مِنْ أَنْ تَحْتَرِقَ فِي السَّمَاءِ خِلَالَ دَقَائِقَ وَتُلَوِّثَ الهَوَاءَ.</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وَقَدْ رَأَيْتُ حَلًّا ذَكِيًّا فِي مَدِينَتِي؛ فَفِي العَامِ المَاضِي، أُلْغِيَتِ الأَلْعَابُ النَّارِيَّةُ، وَاسْتُبْدِلَ بِهَا عَرْضٌ لِلْأَضْوَاءِ أَقَلُّ تَكْلِفَةً، وَتُبُرِّعَ بِالفَرْقِ لِبَنْكِ الطَّعَامِ. وَمَعَ ذٰلِكَ، كَانَ الحُضُورُ أَكْبَرَ مِنَ السَّنَوَاتِ السَّابِقَةِ، وَكَانَتِ العَائِلَاتُ أَكْثَرَ سَعَادَةً.</a:t>
            </a:r>
            <a:endParaRPr lang="ar-SA" sz="1600" dirty="0"/>
          </a:p>
          <a:p>
            <a:pPr rtl="1" algn="r" indent="0" marL="0">
              <a:lnSpc>
                <a:spcPct val="120000"/>
              </a:lnSpc>
              <a:buNone/>
            </a:pPr>
            <a:r>
              <a:rPr lang="ar-SA" altLang="en-US" sz="1600" dirty="0">
                <a:solidFill>
                  <a:srgbClr val="1F2A37"/>
                </a:solidFill>
                <a:latin typeface="Amiri" pitchFamily="2" charset="-78"/>
                <a:ea typeface="Amiri" pitchFamily="2" charset="-78"/>
                <a:cs typeface="Amiri" pitchFamily="2" charset="-78"/>
              </a:rPr>
              <a:t>لِذٰلِكَ أَرَى أَنَّ الاحْتِفَالَ ضَرُورِيٌّ، غَيْرَ أَنَّ قِيمَتَهُ لَا تُقَاسُ بِتَكْلِفَتِهِ. فَإِذَا أَنْفَقَتِ الحُكُومَاتُ بِحِكْمَةٍ وَشَفَافِيَةٍ، فَسَيَفْرَحُ النَّاسُ وَيَسْتَفِيدُ المُجْتَمَعُ مَعًا، وَيَبْقَى العِيدُ عِيدًا لِلْجَمِيعِ.</a:t>
            </a:r>
            <a:endParaRPr lang="ar-SA" sz="16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تُبَثُّ عَلَى الهَوَاءِ</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مِمَّا يُنْعِشُ</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اسْتُبْدِلَ بِهَا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تُقَاسُ بِتَكْلِفَتِهِ</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TE-L07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date and two passives.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two passive verbs and a comparison.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present for every year, past for one visit, future at the end.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laysa … bal,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TE-L08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TE-L07 · Writing Workshop — National Festivals and Traditions</dc:title>
  <dc:subject>PptxGenJS Presentation</dc:subject>
  <dc:creator>Al Madina Online School · Arabic Department</dc:creator>
  <cp:lastModifiedBy>Al Madina Online School · Arabic Department</cp:lastModifiedBy>
  <cp:revision>1</cp:revision>
  <dcterms:created xsi:type="dcterms:W3CDTF">2026-10-11T14:43:41Z</dcterms:created>
  <dcterms:modified xsi:type="dcterms:W3CDTF">2026-10-11T14:43:41Z</dcterms:modified>
</cp:coreProperties>
</file>