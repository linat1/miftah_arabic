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12 (Topic E Review — mock exam practice, TE-L12), using that lesson’s language (all of Topic E: nisba and agreement, verbal nouns and relative clauses, possessives and inna, imperatives and advice, respectful factual language, sequencing and object pronouns, the passive, cause and result, comparatives with baynamā / ammā … fa-, conditionals and balanced opinion).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map: each card recalls one lesson (L01–L11). Ask students to say ONE sentence with each structure before the role 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top-band answers are precise (nisba, agreement, the passive), linked (awwalan, li-dhālika, maʿa dhālika), developed (a concession and a conditional) and respectful (ghāliban, baʿḍu an-nās, mukhtalif lā afḍal).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airport arrivals.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(a boy hosting a boy: أَنَا بَرِيطَانِيٌّ · تَتَكَلَّمُ).
Core: welcome phrases, the nisba (barīṭāniyya), languages (L01–L02), kam sāʿatan …?, sa- + thumma, a house custom (L04).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friend’s invitation.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أَدْعُوكَ · أَرَدْتَ · جَدَّتَكَ · تَقُولُ · تُحِبُّ).
Core+: courtesy (bi-kulli surūr), a respectful comparison with mithlakum + baynamā (L05–L06, L09), the CANDIDATE asks about etiquette (L04), li-annahā + mathalan + taʿallamtu anna (L03).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trip report.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فَاجَأَكِ · تُقَارِنِينَ · سَتَعُودِينَ.
Develop: alladhī buniya + an ordinal century (L07), respectful factual language about two faiths (L05), faājaʾanī anna + mimmā (L08), ammā … fa- + ghāliban (L09), idhā … fa-sa- (L10).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جِيلَكِ · أَعْطَيْتِ.
Stretch: akthar iḥtirāman min (L09), a balanced view with mimmā (L08, L10), kānū yaẓunnūna … thumma iktashafnā, a concession with lā yaʿnī … bal an (L03, L05), passive subjunctives (tudarrasa, tunaẓẓama), law … la- with plural imperatives (L04).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TE-L12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Topic E Mock Exam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امْتِحَانٌ تَجْرِيبِيٌّ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Paper 3 mock in breakout rooms: four role plays and a mixed topic conversation covering the whole of Topic E — nationalities and languages, identity, hospitality, faith and national celebrations, travel and exchange, comparing cultures with respect, and global connections.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ONE KEY STRUCTURE FROM EACH PART OF TOPIC 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E in twelve structures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المِحْوَرُ الخَامِسُ فِي اثْنَتَيْ عَشْرَةَ بِنْيَةً</a:t>
            </a:r>
            <a:endParaRPr lang="ar-SA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مِصْرِيٌّ · مِصْرِيَّةٌ · مِصْرِيُّونَ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Egyptian (m. · f. · pl.)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miṣ-riy-yun · miṣ-riy-ya-tun · miṣ-riy-yū-na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the north of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شَمَالِ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 located in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/ تَقَعُ فِي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اللُّغَةُ الَّتِي أَتَكَلَّمُهَا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language (that) I speak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all-lu-gha-tu al-َ-tī a-ta-kal-la-mu-hā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communication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التَّوَاصُلُ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learning (v.n.)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تَعَلُّمُ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ثَقَافَتَنَا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indeed our culture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in-na tha-qā-fa-ta-nā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 example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identity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هُوِيَّتِي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اِخْلَعْ · لَا تَرْفُضْ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take off! · don’t refuse!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ikh-laʿ · lā tar-fuḍ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one should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اِخْلَعِي · لَا تَرْفُضِي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المَسْجِدُ الَّذِي … · الكَنِيسَةُ الَّتِي …</a:t>
            </a:r>
            <a:endParaRPr lang="ar-SA" sz="22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mosque which … · the church which …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al-mas-ji-du al-َ-dhī … · al-ka-nī-sa-tu al-َ-tī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respect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أَحْتَرِمُ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next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بِجَانِبِ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زُرْنَاهُمْ · اشْتَرَيْتُهَا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visited them · I bought 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zur-nā-hum · ash-ta-ray-tu-hā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finally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أَخِيرًا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 … then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Precise, linked, developed, respectful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يُحْتَفَلُ بِهِ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celebrated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yuḥ-ta-fa-lu bi-hi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was made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flags are raised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تُرْفَعُ الأَعْلَامُ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… مِمَّا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of … which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bi-sa-ba-bi … mim-mā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a result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نَتِيجَةً لِذٰلِكَ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· أَمَّا … فَهُوَ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whereas · as for … it is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bay-na-mā · am-mā … fa-hu-wa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different, not better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مُخْتَلِفٌ لَا أَفْضَلُ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bigger than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مِنْ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L10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فَسَأُسَافِرُ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I will travel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… fa-sa-ʾu-sā-fi-ru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the other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وَمِنْ نَاحِيَةٍ أُخْرَى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one hand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L11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بِالإِضَافَةِ إِلَى ذٰلِكَ</a:t>
            </a:r>
            <a:endParaRPr lang="ar-SA" sz="29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in addition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bil-ʾi-ḍā-fa-ti i-lā dhā-li-ka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however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 … but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بَلْ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AIRPORT ARRIVALS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Meeting your exchange student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اسْتِقْبَالُ طَالِبَةِ التَّبَادُلِ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Greet her and say who you are.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مَرْحَبًا! أَنَا لَمَى مِنْ عَمَّانَ.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your languages.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تَتَكَلَّمِينَ؟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… ؟ كَمْ سَاعَةً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journey.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جَمِيلٌ! الرِّحْلَةُ كَانَتْ طَوِيلَةً.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سَنَذْهَبُ إِلَى … ثُمَّ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will do (future).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سِتُّ سَاعَاتٍ. مَاذَا سَنَفْعَلُ اليَوْمَ؟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عِنْدَ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أَخْلَعُ حِذَائِي فِي بَيْتِكُمْ؟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host student in Britain  ·  The examiner is: an exchange student just arrived from Jordan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FRIEND’S INVITATION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Invited to Diwali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دَعْوَةٌ إِلَى عِيدِ دِيوَالِي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… ، بِكُلِّ سُرُورٍ!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her and accept.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أَدْعُوكِ إِلَى احْتِفَالِ دِيوَالِي فِي بَيْتِنَا يَوْمَ السَّبْتِ!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you should bring.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سَيَكُونُ هُنَاكَ طَعَامٌ وَأَضْوَاءٌ كَثِيرَةٌ.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عِيدُ … ؛ وَفِيهِ … مِثْلَكُمْ، بَيْنَمَا تُضِيئُونَ …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respectfully with Eid.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حَلَوِيَّاتٍ إِنْ أَرَدْتِ. هَلْ عِنْدَكُمْ عِيدٌ مِثْلُهُ؟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أُحَيِّي …؟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etiquette (two questions).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سَتَحْضُرُ جَدَّتِي أَيْضًا.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؛ مَثَلًا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(reason + example).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تَقُولِينَ "نَمَسْتِي" وَتَضُمِّينَ يَدَيْكِ. لِمَاذَا تُحِبِّينَ أَعْيَادَ الآخَرِينَ؟</a:t>
            </a:r>
            <a:endParaRPr lang="ar-SA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Hindu classmate inviting you to her family’s Diwali celebration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TRIP REPORT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The school trip to Andalusia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رِحْلَةٌ مَدْرَسِيَّةٌ إِلَى الأَنْدَلُسِ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 … الَّذِي بُنِيَ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place with the passive.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زُرْتُمْ فِي غَرْنَاطَةَ؟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 … ، وَهُوَ … ؛ كَانَ … ثُمَّ بُنِيَتْ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respectful, factual language.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قُرْطُبَةَ؟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فَاجَأَنِي أَنَّ … ،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Cause and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فَاجَأَكَ؟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إِسْبَانْيَا … غَالِبًا … أَمَّا فِي بَرِيطَانْيَا فَنَتَعَشَّى …</a:t>
            </a:r>
            <a:endParaRPr lang="ar-SA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ammā … fa- and a hedge.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تُقَارِنُ إِسْبَانْيَا اليَوْمَ بِبَرِيطَانْيَا؟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حَصَلْتُ عَلَى … فَسَأَدْرُسُ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سَتَعُودُ إِلَى هُنَاكَ؟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back from Granada and Córdoba  ·  The examiner is: your History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Do young people respect other cultures?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يَحْتَرِمُ الشَّبَابُ الثَّقَافَاتِ الأُخْرَى؟</a:t>
            </a:r>
            <a:endParaRPr lang="ar-SA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Balanced comparison of generations.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جِيلُكُمْ أَكْثَرُ احْتِرَامًا لِلثَّقَافَاتِ الأُخْرَى مِنْ جِيلِ آبَائِكُمْ؟</a:t>
            </a:r>
            <a:endParaRPr lang="ar-SA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كُنْتُ أَظُنُّ …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personal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الاحْتِرَامَ لَا يَعْنِي … بَلْ …</a:t>
            </a:r>
            <a:endParaRPr lang="ar-SA" sz="145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clarify.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بَعْضَ النَّاسِ يَقُولُونَ إِنَّ الاحْتِرَامَ يَعْنِي أَنْ نَقْبَلَ كُلَّ شَيْءٍ.</a:t>
            </a:r>
            <a:endParaRPr lang="ar-SA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تُدَرَّسَ … وَأَنْ تُنَظَّمَ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Formal advice with the passive.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يَنْبَغِي أَنْ تَفْعَلَ المَدَارِسُ؟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أَعْطَيْتُهُمْ نَصِيحَةً، لَقُلْتُ: "…"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أَعْطَيْتَ جِيلَكَ نَصِيحَةً وَاحِدَةً، فَمَا هِيَ؟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completed every role-play task, including the unexpected one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Topic E structures accurately and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يَا لَمَى! أَنَا سُمَيَّةُ، وَأَنَا بَرِيطَانِيَّةٌ.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Welcome, Lama! I’m Sumaya, and I’m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مَرْحَبًا! أَنَا لَمَى مِنْ عَمَّانَ.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الإِنْجْلِيزِيَّةَ وَالعَرَبِيَّةَ.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and Arabic.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تَتَكَلَّمِينَ؟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كَانَتِ الرِّحْلَةُ؟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was the flight?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جَمِيلٌ! الرِّحْلَةُ كَانَتْ طَوِيلَةً.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سَنَذْهَبُ إِلَى البَيْتِ، ثُمَّ نَتَعَشَّى مَعَ أُسْرَتِي.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go home, then have dinner with my family.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سِتُّ سَاعَاتٍ. مَاذَا سَنَفْعَلُ اليَوْمَ؟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نَخْلَعُ الأَحْذِيَةَ عِنْدَ البَابِ.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take shoes off at the door.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أَخْلَعُ حِذَائِي فِي بَيْتِكُمْ؟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جَزِيلًا، بِكُلِّ سُرُورٍ!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so much — with pleasure!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أَدْعُوكِ إِلَى احْتِفَالِ دِيوَالِي فِي بَيْتِنَا يَوْمَ السَّبْتِ!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أُحْضِرُ مَعِي؟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should I bring?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سَيَكُونُ هُنَاكَ طَعَامٌ وَأَضْوَاءٌ كَثِيرَةٌ.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عِيدُ الفِطْرِ؛ وَفِيهِ نَزُورُ الأَقَارِبَ وَنَأْكُلُ الحَلَوِيَّاتِ مِثْلَكُمْ، بَيْنَمَا تُضِيئُونَ أَنْتُمُ المَصَابِيحَ.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Eid al-Fitr: we visit relatives and eat sweets like you, whereas you light lamps.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حَلَوِيَّاتٍ إِنْ أَرَدْتِ. هَلْ عِنْدَكُمْ عِيدٌ مِثْلُهُ؟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أُحَيِّي جَدَّتَكِ بِاحْتِرَامٍ؟ وَهَلْ يَجِبُ أَنْ أَخْلَعَ حِذَائِي؟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should I greet your grandmother respectfully? And should I take off my shoes?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سَتَحْضُرُ جَدَّتِي أَيْضًا.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تُعَلِّمُنِي أَشْيَاءَ جَدِيدَةً؛ مَثَلًا، تَعَلَّمْتُ أَنَّ الضَّوْءَ فِي دِيوَالِي رَمْزٌ لِلْأَمَلِ.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teach me new things — I learnt the light at Diwali symbolises hope.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تَقُولِينَ "نَمَسْتِي" وَتَضُمِّينَ يَدَيْكِ. لِمَاذَا تُحِبِّينَ أَعْيَادَ الآخَرِينَ؟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 قَصْرَ الحَمْرَاءِ الَّذِي بُنِيَ فِي القَرْنِ الرَّابِعَ عَشَرَ، وَرَأَيْنَا الكِتَابَاتِ العَرَبِيَّةَ عَلَى جُدْرَانِهِ.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Alhambra, built in the fourteenth century — we saw the Arabic inscriptions on its walls.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زُرْتُمْ فِي غَرْنَاطَةَ؟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 المَسْجِدَ الكَبِيرَ، وَهُوَ اليَوْمَ كَاتِدْرَائِيَّةٌ؛ كَانَ مَسْجِدًا لِقُرُونٍ، ثُمَّ بُنِيَتْ كَنِيسَةٌ فِي وَسَطِهِ، فَتَرَى فِيهِ تَارِيخَ دِينَيْنِ.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Great Mosque, today a cathedral: a mosque for centuries, then a church built in its middle — two faiths’ history in one place.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قُرْطُبَةَ؟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فَاجَأَنِي أَنَّ العُلَمَاءَ المُسْلِمِينَ وَاليَهُودَ وَالمَسِيحِيِّينَ عَمِلُوا مَعًا فِي التَّرْجَمَةِ، مِمَّا جَعَلَ قُرْطُبَةَ أَكْبَرَ مَدِينَةٍ عِلْمِيَّةٍ فِي أُورُوبَّا.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Muslim, Jewish and Christian scholars worked together on translation, making Córdoba Europe’s greatest centre of learning.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فَاجَأَكَ؟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إِسْبَانْيَا يَتَعَشَّى النَّاسُ غَالِبًا فِي العَاشِرَةِ، أَمَّا فِي بَرِيطَانْيَا فَنَتَعَشَّى قَبْلَ ذٰلِكَ بِكَثِيرٍ؛ وَلِكُلٍّ مِنْهُمَا سَبَبُهُ.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Spaniards usually dine at ten; in Britain much earlier — each for its reasons.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تُقَارِنُ إِسْبَانْيَا اليَوْمَ بِبَرِيطَانْيَا؟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حَصَلْتُ عَلَى مِنْحَةٍ، فَسَأَدْرُسُ التَّارِيخَ الأَنْدَلُسِيَّ فِي جَامِعَةِ غَرْنَاطَةَ.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get a scholarship, I’ll study Andalusian history at the University of Granada.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سَتَعُودُ إِلَى هُنَاكَ؟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نَدْرُسُ وَنَلْعَبُ مَعَ زُمَلَاءَ مِنْ عَشَرَاتِ البُلْدَانِ، مِمَّا يَجْعَلُنَا أَكْثَرَ انْفِتَاحًا، وَمِنْ نَاحِيَةٍ أُخْرَى، تَنْتَشِرُ الصُّوَرُ النَّمَطِيَّةُ عَلَى الإِنْتَرْنِتِ أَسْرَعَ مِنْ قَبْلُ.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study and play with classmates from dozens of countries, making us more open; yet stereotypes spread online faster than before.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جِيلُكُمْ أَكْثَرُ احْتِرَامًا لِلثَّقَافَاتِ الأُخْرَى مِنْ جِيلِ آبَائِكُمْ؟</a:t>
            </a:r>
            <a:endParaRPr lang="ar-SA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وَصَلَتْ إِلَى صَفِّنَا طَالِبَةٌ مِنْ أَفْغَانِسْتَانَ، كَانَ بَعْضُ الزُّمَلَاءِ يَظُنُّونَ أَنَّهَا لَا تَتَكَلَّمُ، ثُمَّ اكْتَشَفْنَا أَنَّهَا تَتَكَلَّمُ أَرْبَعَ لُغَاتٍ!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a girl from Afghanistan joined our class, some thought she couldn’t speak — then we found she spoke four languages!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الاحْتِرَامَ يَحْتَاجُ إِلَى تَسَامُحٍ، غَيْرَ أَنَّهُ لَا يَعْنِي أَنْ نَتَّفِقَ فِي كُلِّ شَيْءٍ، بَلْ أَنْ نَخْتَلِفَ بِأَدَبٍ، وَأَنْ نَسْأَلَ قَبْلَ أَنْ نَحْكُمَ.</a:t>
            </a:r>
            <a:endParaRPr lang="ar-SA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Respect needs tolerance, but it doesn’t mean agreeing on everything — it means disagreeing politely and asking before judging.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بَعْضَ النَّاسِ يَقُولُونَ إِنَّ الاحْتِرَامَ يَعْنِي أَنْ نَقْبَلَ كُلَّ شَيْءٍ.</a:t>
            </a:r>
            <a:endParaRPr lang="ar-SA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تُدَرَّسَ اللُّغَاتُ وَالأَدْيَانُ بِطَرِيقَةٍ مُحْتَرِمَةٍ، وَأَنْ تُنَظَّمَ زِيَارَاتٌ لِأَمَاكِنِ العِبَادَةِ وَبَرَامِجُ لِلتَّبَادُلِ، لِأَنَّ المَعْرِفَةَ تَقْتُلُ الخَوْفَ.</a:t>
            </a:r>
            <a:endParaRPr lang="ar-SA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Languages and faiths should be taught respectfully, and visits and exchanges organised — knowledge kills fear.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يَنْبَغِي أَنْ تَفْعَلَ المَدَارِسُ؟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أَعْطَيْتُهُمْ نَصِيحَةً وَاحِدَةً، لَقُلْتُ: "تَعَلَّمُوا لُغَةَ جَارِكُمْ، وَكُلُوا عَلَى مَائِدَتِهِ مَرَّةً؛ فَلَنْ تَرَوْهُ غَرِيبًا بَعْدَ ذٰلِكَ".</a:t>
            </a:r>
            <a:endParaRPr lang="ar-SA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“Learn your neighbour’s language and eat at their table once — you’ll never see them as a stranger again.”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أَعْطَيْتَ جِيلَكَ نَصِيحَةً وَاحِدَةً، فَمَا هِيَ؟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every Topic E skill in one card — comparison, an example, a concession, formal advice with the passive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العَالَمُ الدُّوَلِيُّ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وَأُسْرَتِي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nationality, and where is your family from?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 وَمِنْ أَيْنَ أُسْرَتُكَ؟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أَتَكَلَّمُهَا مَعَ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speak Arabic with?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تَتَكَلَّمُ العَرَبِيَّةَ؟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نُقَدِّمُ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offer guests?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تُقَدِّمُونَ لِلضُّيُوفِ؟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celebrate Eid?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تَحْتَفِلُونَ بِالعِيدِ؟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country do you want to visit?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بَلَدٍ تُرِيدُ أَنْ تَزُورَ؟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each question comes from a different Topic E lesson.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ثَقَافَاتٌ وَلُغَاتٌ وَرِحْلَاتٌ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البَيْتِ … بَيْنَمَا فِي المَدْرَسَةِ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life at home differ from school?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حَيَاتُكَ فِي البَيْتِ عَنْ حَيَاتِكَ فِي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حَضَرْتُ … ؛ رَأَيْتُ … وَتَعَلَّمْتُ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celebration you attended in another culture.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احْتِفَالًا حَضَرْتَهُ فِي ثَقَافَةٍ أُخْرَى.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إِلَى … ؛ وَبِسَبَبِ … فَاكْتَشَفْتُ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me about a trip abroad.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رِحْلَةٍ إِلَى الخَارِجِ.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فَأَرَاهَا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view of your own culture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نَظْرَتُكَ إِلَى ثَقَافَتِكَ؟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دَرَسْتُ … فَسَأَسْتَخْدِمُ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 use your languages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سَتَسْتَخْدِمُ لُغَاتِكَ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comparison, a cause or result,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الإِنْسَانُ بَيْنَ ثَقَافَتِهِ وَالعَالَمِ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faiths and cultures be taught in every school?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تُدَرَّسَ الأَدْيَانُ وَالثَّقَافَاتُ فِي كُلِّ المَدَارِسِ؟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travel the best teacher?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السَّفَرُ أَفْضَلُ مُعَلِّمٍ؟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… ؛ فَإِذَا … فَسَيَحْفَظُهَا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immigrant families keep their language?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تُحَافِظُ الأُسَرُ المُهَاجِرَةُ عَلَى لُغَتِهَا؟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أَنَّ … لَيْسَ … بَلْ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has this topic taught you about yourself?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تَعَلَّمْتَهُ مِنْ هٰذَا المِحْوَرِ عَنْ نَفْسِكَ؟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لَجَعَلْتُ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change one thing in the world, what would it be?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اسْتَطَعْتَ أَنْ تُغَيِّرَ شَيْئًا وَاحِدًا فِي العَالَمِ، فَمَا هُوَ؟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view, inna + idhā … fa-sa-, laysa … bal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بَرِيطَانِيٌّ، وَأُسْرَتِي مِنَ العِرَاقِ.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British; my family is from Iraq.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جِنْسِيَّتُكَ؟ وَمِنْ أَيْنَ أُسْرَتُكَ؟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أَتَكَلَّمُهَا مَعَ جَدِّي وَجَدَّتِي.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my grandparents.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تَتَكَلَّمُ العَرَبِيَّةَ؟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نُقَدِّمُ الشَّايَ وَالكَعْكَ.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 and biscuits.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تُقَدِّمُونَ لِلضُّيُوفِ؟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نُصَلِّي، ثُمَّ نَزُورُ الأَقَارِبَ.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pray, then visit relatives.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تَحْتَفِلُونَ بِالعِيدِ؟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إِسْبَانْيَا، لِأَنَّ فِيهَا آثَارًا عَرَبِيَّةً.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Spain — it has Arab monuments.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بَلَدٍ تُرِيدُ أَنْ تَزُورَ؟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accurate agreement = a secure Core answer on every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البَيْتِ نَتَكَلَّمُ العَرَبِيَّةَ وَنَأْكُلُ مَعًا، بَيْنَمَا فِي المَدْرَسَةِ أَتَكَلَّمُ الإِنْجْلِيزِيَّةَ وَأَعِيشُ ثَقَافَةً أُخْرَى، لٰكِنَّنِي أُحِبُّ العَالَمَيْنِ.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Arabic and shared meals at home; English and another culture at school — I love both worlds.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حَيَاتُكَ فِي البَيْتِ عَنْ حَيَاتِكَ فِي المَدْرَسَةِ؟</a:t>
            </a:r>
            <a:endParaRPr lang="ar-SA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حَضَرْتُ عِيدَ المِيلَادِ عِنْدَ جِيرَانِي؛ رَأَيْتُ الشَّجَرَةَ المُزَيَّنَةَ، وَتَعَلَّمْتُ أَنَّهُمْ يَجْتَمِعُونَ كَعَائِلَةٍ مِثْلَنَا تَمَامًا.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Christmas at my neighbours’: a decorated tree — and they gather as a family just like us.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احْتِفَالًا حَضَرْتَهُ فِي ثَقَافَةٍ أُخْرَى.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إِلَى تُونِسَ؛ وَبِسَبَبِ الحَرِّ كُنَّا نَخْرُجُ فِي المَسَاءِ، فَاكْتَشَفْتُ أَنَّ الأَسْوَاقَ أَجْمَلُ فِي اللَّيْلِ.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Tunisia: because of the heat we went out in the evenings, and I found the markets lovelier at night.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رِحْلَةٍ إِلَى الخَارِجِ.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أَرَاهَا قَدِيمَةً، أَمَّا الآنَ فَأَرَاهَا كَنْزًا، لِأَنَّ أَصْدِقَائِي يُحِبُّونَ طَعَامَنَا وَقِصَصَنَا.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it as old-fashioned; now as a treasure, because my friends love our food and stories.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نَظْرَتُكَ إِلَى ثَقَافَتِكَ؟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دَرَسْتُ القَانُونَ الدُّوَلِيَّ، فَسَأَسْتَخْدِمُ لُغَاتِي لِمُسَاعَدَةِ اللَّاجِئِينَ فِي المَحَاكِمِ.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study international law, I’ll use my languages to help refugees in court.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سَتَسْتَخْدِمُ لُغَاتِكَ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cause / result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المَنْهَجَ مُزْدَحِمٌ، غَيْرَ أَنَّ مَعْرِفَةَ الآخَرِ لَمْ تَعُدْ تَرَفًا؛ فَنَحْنُ نَعِيشُ وَنَعْمَلُ مَعَهُ كُلَّ يَوْمٍ.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curriculum is crowded, but knowing others is no longer a luxury — we live and work with them daily.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تُدَرَّسَ الأَدْيَانُ وَالثَّقَافَاتُ فِي كُلِّ المَدَارِسِ؟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يُرِينَا السَّفَرُ مَا لَا تُرِيهِ الكُتُبُ، وَمِنْ نَاحِيَةٍ أُخْرَى، لَا يَتَعَلَّمُ إِلَّا مَنْ يُسَافِرُ بِعَقْلٍ مَفْتُوحٍ.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Travel shows what books can’t — yet only those who travel with an open mind learn.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السَّفَرُ أَفْضَلُ مُعَلِّمٍ؟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البَيْتَ هُوَ المَدْرَسَةُ الأُولَى؛ فَإِذَا تَكَلَّمَ الوَالِدَانِ لُغَتَهُمَا كُلَّ يَوْمٍ وَقَرَأَا القِصَصَ، فَسَيَحْفَظُهَا الأَطْفَالُ دُونَ جُهْدٍ كَبِيرٍ.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Home is the first school: if parents speak their language daily and read stories, children will keep it without great effort.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تُحَافِظُ الأُسَرُ المُهَاجِرَةُ عَلَى لُغَتِهَا؟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lam taʿud, lā … illā man, a dual verb (qaraʾā), laysat … bal and law … la- + li-kay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أَنَّ هُوِيَّتِي لَيْسَتْ شَيْئًا ثَابِتًا، بَلْ رِحْلَةٌ؛ فَكُلُّ لُغَةٍ أَتَعَلَّمُهَا وَكُلُّ صَدِيقٍ مِنْ ثَقَافَةٍ أُخْرَى يُضِيفُ إِلَيْهَا شَيْئًا جَمِيلًا.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identity isn’t fixed but a journey: every language and every friend from another culture adds something beautiful.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تَعَلَّمْتَهُ مِنْ هٰذَا المِحْوَرِ عَنْ نَفْسِكَ؟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لَجَعَلْتُ كُلَّ طِفْلٍ يَتَعَلَّمُ لُغَتَيْنِ وَيَزُورُ بَلَدًا آخَرَ، لِكَيْ يَكْبُرَ جِيلٌ لَا يَخَافُ مِنَ المُخْتَلِفِ.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Every child would learn two languages and visit another country, so a generation grows up unafraid of difference.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اسْتَطَعْتَ أَنْ تُغَيِّرَ شَيْئًا وَاحِدًا فِي العَالَمِ، فَمَا هُوَ؟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lam taʿud, lā … illā man, a dual verb (qaraʾā), laysat … bal and law … la- + li-kay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completed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in full sentences on at least three Topic E themes.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nisba, a passive or a relative clause accurately.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ideas and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cultures with respect, with a concession and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TE-L12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TE-L12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TE-L12 · Speaking Workshop — Topic E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2026-10-11T18:19:31Z</dcterms:created>
  <dcterms:modified xsi:type="dcterms:W3CDTF">2026-10-11T18:19:31Z</dcterms:modified>
</cp:coreProperties>
</file>