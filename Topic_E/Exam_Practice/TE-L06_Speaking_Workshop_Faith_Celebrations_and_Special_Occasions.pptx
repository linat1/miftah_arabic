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6 (Faith Celebrations and Special Occasions, TE-L06), using that lesson’s language (past for one celebration vs present for every year (iḥtafalnā / naḥtafilu); sequencing (awwalan, thumma, baʿda dhālika, akhīran); object pronouns (zurnāhum, ushtartuhā, ahdatnī iyyāhu)).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Eid day in order: أَوَّلًا نُصَلِّي صَلَاةَ العِيدِ، ثُمَّ نُفْطِرُ، بَعْدَ ذٰلِكَ نَزُورُ الأَقَارِبَ، وَأَخِيرًا نَخْرُجُ إِلَى الحَدِيقَةِ. Present for every year; past for "last Eid".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attach the object to the verb: اشْتَرَيْتُ الفُسْتَانَ → اشْتَرَيْتُهُ · زُرْنَا جَدَّتِي → زُرْنَاهَا · زُرْنَا أَقَارِبَنَا → زُرْنَاهُمْ. Two objects: أَهْدَتْنِي إِيَّاهُ (she gave it to me). Greetings: عِيدٌ مُبَارَكٌ · كُلُّ عَامٍ وَأَنْتُمْ بِخَيْرٍ.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Eid morning in the street.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تَبْدِينَ جَمِيلَةً · تَأْخُذِينَ.
Core: present-tense routine (nuṣallī, nazūru, naʾkulu), awwalan … thumma, courtesy (tafaḍḍal), ʿīdiyya.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at school.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أَنْتِ صَائِمَةٌ · تَأْكُلِينَ · تُرِيدِينَ · تَأْتِي · أَنْتِ ضَيْفَتُنَا · أَصُومُ (same).
Core+: min … ilā, an invitation with hal turīdu an, telling the time (ath-thāmina wa-r-rubʿ), lā shayʾa, the CANDIDATE asks about a friend’s festival, lākinnahu + two verbs with object pronouns (yuʿallimunī, yudhakkirunī).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class presentation.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اسْتَعْدَدْتُمْ (same) · طُفُولَتِكِ · أَخَذْتِهَا · سَتَحْتَفِلِينَ · كُنْتُ صَغِيرَةً.
Develop: past verbs with object pronouns (labisnāhā, wazzaʿnāhu), qabla dhālika bi-yawmin, four sequencers, kunnā naḥtafilu vs ammā al-āna fa-, ahdatnī iyyāhu, sa- + li-kay.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TV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إِلَيْكِ · تُشَارِكِينَ · غَيْرِكِ · أَجْدَادُكِ · أَضَفْتِ.
Stretch: laysa … wa-lā … bal, fa-baʿda shahrin, mathalan + past with object pronouns (ahdaynāhā), a concession with mimmā yaʿnī, kānū + present + ḥāl (yakhbizūna), ammā naḥnu fa-, law … la- + li-kay lā.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sequence, two time frames and an object pronoun.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TE-L06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TE-L06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Faith Celebrations and Special Occasions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الأَعْيَادُ الدِّينِيَّةُ وَالمُنَاسَبَاتُ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how you celebrate Ramadan, the two Eids and other special occasions — what you do every year (present) and what you did last time (past) — in a clear sequence (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ذٰلِكَ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أَخِيرًا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with object pronouns to avoid repetition (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زُرْنَاهُمْ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اشْتَرَيْتُهَا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TE-L06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OCCASIONS AND SEQUENCE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First … then … finally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تَرْتِيبُ الأَحْدَاثِ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festival / Eid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ʿī-dun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happy Eid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عِيدٌ مُبَارَكٌ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festivals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أَعْيَادٌ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occasions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عِيدُ الفِطْرِ · عِيدُ الأَضْحَى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Eid al-Fitr · Eid al-Adha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ʿī-du al-fiṭ-ri · ʿī-du al-aḍ-ḥā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fast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الصِّيَامُ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Ramadan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رَمَضَانُ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أَحْتَفِلُ بِالعِيدِ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celebrate Eid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aḥ-ta-fi-lu bil-ʿī-di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celebration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احْتِفَالٌ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 celebrated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احْتَفَلْنَا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Ramadan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الإِفْطَارُ · السُّحُورُ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fast-breaking meal · pre-dawn meal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al-if-ṭā-ru · as-su-ḥū-ru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fasting (m. · f.)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صَائِمٌ · صَائِمَةٌ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fast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أَصُومُ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صَلَاةُ العِيدِ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Eid prayer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ṣa-lā-tu al-ʿī-di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morning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الصَّبَاحُ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mosque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المَسْجِدُ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عِيدِيَّةٌ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Eid money (gift)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ʿī-diy-ya-tun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gifts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هَدَايَا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gift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هَدِيَّةٌ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OBJECT PRONOUNS AND GREETINGS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Avoid repeating the noun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الضَّمَائِرُ المُتَّصِلَةُ بِالفِعْلِ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object pronoun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مَلَابِسُ جَدِيدَةٌ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new clothes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ma-lā-bi-su ja-dī-da-tun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bought them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اشْتَرَيْتُهَا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wore it (f.)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لَبِسْتُهَا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object pronoun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نَزُورُ الأَقَارِبَ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visit relatives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na-zū-ru al-a-qā-ri-ba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 visited us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زَارُونَا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 visited them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زُرْنَاهُمْ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sequence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· ثُمَّ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 · then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thum-ma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finally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أَخِيرًا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after that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ذٰلِكَ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occasions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حَفْلَةُ زِفَافٍ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wedding party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ḥaf-la-tu zi-fā-fin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birth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وِلَادَةٌ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bride · groom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عَرُوسٌ · عَرِيسٌ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courtesy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أُهَنِّئُ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congratulate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u-han-ni-ʾu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every year and you are well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كُلُّ عَامٍ وَأَنْتُمْ بِخَيْرٍ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congratulations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تَهْنِئَةٌ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 habit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كُنَّا نَحْتَفِلُ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used to celebrate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kun-nā naḥ-ta-fi-lu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nowadays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اليَوْمَ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when I was little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كُنْتُ صَغِيرًا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EID MORNING IN THE STREET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Eid morning with a neighbour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صَبَاحُ العِيدِ مَعَ الجَارِ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شُكْرًا! اليَوْمَ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that it is Eid.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الخَيْرِ! تَبْدُو جَمِيلًا اليَوْمَ!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things you do (present + sequence).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تَفْعَلُونَ فِي العِيدِ؟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نَأْكُلُ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 special food.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تَأْكُلُونَ؟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شُكْرًا! تَفَضَّلْ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the neighbour and offer something.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لَذِيذٌ! عِيدٌ سَعِيدٌ لَكُمْ.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آخُذُ … مِنْ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أَلْطَفَكُمْ! هَلْ تَأْخُذُ هَدَايَا فِي العِيدِ؟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on Eid morning  ·  The examiner is: a friendly neighbour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AT SCHOOL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Inviting a friend to an iftar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دَعْوَةٌ إِلَى الإِفْطَارِ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أَصُومُ … مِنْ …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yes and explain briefly.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أَنْتَ صَائِمٌ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نَأْكُلُ … ؛ هَلْ تُرِيدُ أَنْ …؟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iftar and invite your friend.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وَمَتَى تَأْكُلُ؟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بَيْتِنَا … فِي السَّاعَةِ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time and place.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بِكُلِّ سُرُورٍ! مَتَى وَأَيْنَ؟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شَيْءَ! … وَأَنْتَ، كَيْفَ تَحْتَفِلُونَ بِعِيدِ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Answer, then ASK about their festival.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أُحْضِرُ مَعِي؟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صَعْبٌ قَلِيلًا، لٰكِنَّهُ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(opinion + reason).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نَتَبَادَلُ الهَدَايَا. أَلَيْسَ الصِّيَامُ صَعْبًا؟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who fasts  ·  The examiner is: a classmate who does not fast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CLASS PRESENTATION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Last Eid, step by step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العِيدُ المَاضِي خُطْوَةً خُطْوَةً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اشْتَرَيْنَا … وَ… ثُمَّ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preparations (past + object pronouns).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اسْتَعْدَدْتُمْ لِلْعِيدِ الأَخِيرِ؟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 بَعْدَ ذٰلِكَ … وَأَخِيرًا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Sequence the day with four linkers.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وَيَوْمُ العِيدِ نَفْسُهُ؟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كُنْتُ صَغِيرًا كُنَّا … أَمَّا الآنَ فَنَحْتَفِلُ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Contrast then and now.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يَخْتَلِفُ العِيدُ الآنَ عَنِ العِيدِ فِي طُفُولَتِكَ؟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أَهْدَانِي … إِيَّاهُ / أَهْدَتْنِي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gift with object pronouns.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أَجْمَلُ هَدِيَّةٍ أَخَذْتَهَا؟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سَأُنَظِّمُ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purpose).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سَتَحْتَفِلُ بِالعِيدِ القَادِمِ؟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presenting  ·  The examiner is: your teacher asking questions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TV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Celebrations in a diverse society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الأَعْيَادُ فِي مُجْتَمَعٍ مُتَنَوِّعٍ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… بَلْ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meaning beyond food and gifts.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يَجْعَلُ العِيدَ مُمَيَّزًا بِالنِّسْبَةِ إِلَيْكَ؟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أُهَنِّئُ … ؛ مَثَلًا، فِي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sharing others’ festivals respectfully.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تُشَارِكُ فِي أَعْيَادِ غَيْرِكَ؟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 مِمَّا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balance.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يَقُولُ البَعْضُ إِنَّ الأَعْيَادَ صَارَتْ تِجَارِيَّةً.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كَانُوا … ، وَكَانَ … ؛ أَمَّا نَحْنُ فَنَشْتَرِي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the past with kāna + present.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أَجْدَادُكَ يَحْتَفِلُونَ؟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أَضَفْتُ عَادَةً، لَدَعَوْنَا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أَضَفْتَ عَادَةً جَدِيدَةً إِلَى العِيدِ، فَمَا هِيَ؟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guest  ·  The examiner is: a TV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 celebration with at least two sequencing words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past and present correctly and one object pronoun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شُكْرًا! اليَوْمَ عِيدُ الفِطْرِ.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Thanks! Today is Eid al-Fitr.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الخَيْرِ! تَبْدُو جَمِيلًا اليَوْمَ!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نُصَلِّي فِي المَسْجِدِ، ثُمَّ نَزُورُ جَدَّتِي.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we pray at the mosque, then we visit my grandmother.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تَفْعَلُونَ فِي العِيدِ؟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نَأْكُلُ الكَعْكَ وَالمَعْمُولَ.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eat Eid biscuits and maamoul.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تَأْكُلُونَ؟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شُكْرًا! تَفَضَّلْ، هٰذَا مَعْمُولٌ مِنْ أُمِّي.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you! Here — some maamoul from my mum.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لَذِيذٌ! عِيدٌ سَعِيدٌ لَكُمْ.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آخُذُ عِيدِيَّةً مِنْ جَدِّي.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get Eid money from my grandpa.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أَلْطَفَكُمْ! هَلْ تَأْخُذُ هَدَايَا فِي العِيدِ؟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أَصُومُ مِنَ الفَجْرِ إِلَى المَغْرِبِ.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fast from dawn to sunset.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أَنْتَ صَائِمٌ اليَوْمَ؟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نَأْكُلُ الإِفْطَارَ مَعَ الأُسْرَةِ. هَلْ تُرِيدُ أَنْ تَأْتِيَ يَوْمَ السَّبْتِ؟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eat iftar with family. Would you like to come on Saturday?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وَمَتَى تَأْكُلُ؟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بَيْتِنَا، فِي السَّاعَةِ الثَّامِنَةِ وَالرُّبْعِ، لِأَنَّ المَغْرِبَ مُتَأَخِّرٌ فِي الصَّيْفِ.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our house at 8.15, because sunset is late in summer.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بِكُلِّ سُرُورٍ! مَتَى وَأَيْنَ؟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شَيْءَ، أَنْتَ ضَيْفُنَا! وَأَنْتَ، كَيْفَ تَحْتَفِلُونَ بِعِيدِ المِيلَادِ؟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Nothing — you’re our guest! And you, how do you celebrate Christmas?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أُحْضِرُ مَعِي؟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صَعْبٌ قَلِيلًا فِي الأَيَّامِ الأُولَى، لٰكِنَّهُ يُعَلِّمُنِي الصَّبْرَ، وَيُذَكِّرُنِي بِالفُقَرَاءِ.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bit hard the first days, but it teaches me patience and reminds me of the poor.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نَتَبَادَلُ الهَدَايَا. أَلَيْسَ الصِّيَامُ صَعْبًا؟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اشْتَرَيْنَا مَلَابِسَ جَدِيدَةً وَلَبِسْنَاهَا صَبَاحَ العِيدِ، وَقَبْلَ ذٰلِكَ بِيَوْمٍ خَبَزْنَا الكَعْكَ وَوَزَّعْنَاهُ عَلَى الجِيرَانِ.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bought new clothes and wore them on Eid morning; the day before, we baked biscuits and gave them to the neighbours.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اسْتَعْدَدْتُمْ لِلْعِيدِ الأَخِيرِ؟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صَلَّيْنَا فِي الحَدِيقَةِ مَعَ آلَافِ النَّاسِ، ثُمَّ فَطَرْنَا عِنْدَ جَدِّي، بَعْدَ ذٰلِكَ زُرْنَا أَعْمَامِي، وَأَخِيرًا ذَهَبْنَا إِلَى المَلَاهِي.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we prayed in the park with thousands, then breakfast at grandpa’s, after that we visited my uncles, and finally the funfair.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وَيَوْمُ العِيدِ نَفْسُهُ؟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كُنْتُ صَغِيرًا كُنَّا نَحْتَفِلُ فِي الأُرْدُنِّ مَعَ كُلِّ العَائِلَةِ، أَمَّا الآنَ فَنَحْتَفِلُ هُنَا، وَنُكَلِّمُ أَقَارِبَنَا بِالفِيدْيُو.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 a child we celebrated in Jordan with the whole family; now we celebrate here and video-call relatives.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يَخْتَلِفُ العِيدُ الآنَ عَنِ العِيدِ فِي طُفُولَتِكَ؟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هَدِيَّةٍ مُصْحَفٌ صَغِيرٌ أَهْدَتْنِي إِيَّاهُ جَدَّتِي، وَأَحْمِلُهُ مَعِي دَائِمًا.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small Qur’an my grandmother gave me — I always carry it.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أَجْمَلُ هَدِيَّةٍ أَخَذْتَهَا؟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سَأُنَظِّمُ مَعَ أَصْدِقَائِي حَفْلَةً صَغِيرَةً لِأَطْفَالِ المُسْتَشْفَى، لِكَيْ يَشْعُرُوا بِفَرْحَةِ العِيدِ أَيْضًا.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organise a small party with friends for children in hospital, so they feel the joy of Eid too.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سَتَحْتَفِلُ بِالعِيدِ القَادِمِ؟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الطَّعَامَ وَلَا الهَدَايَا، بَلِ الشُّعُورُ بِأَنَّنَا أُمَّةٌ وَاحِدَةٌ؛ فَبَعْدَ شَهْرٍ مِنَ الصِّيَامِ نَفْرَحُ مَعًا، وَنَتَذَكَّرُ الفُقَرَاءَ بِزَكَاةِ الفِطْرِ.</a:t>
            </a:r>
            <a:endParaRPr lang="ar-SA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food or gifts but the feeling of one community: after a month of fasting we rejoice together and remember the poor through zakat al-fitr.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يَجْعَلُ العِيدَ مُمَيَّزًا بِالنِّسْبَةِ إِلَيْكَ؟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أُهَنِّئُ أَصْدِقَائِي بِأَعْيَادِهِمْ؛ مَثَلًا، فِي دِيوَالِي زُرْتُ صَدِيقَتِي الهِنْدُوسِيَّةَ مَعَ أُمِّي، وَأَهْدَيْنَاهَا حَلَوِيَّاتٍ، فَأَضَاءَتْ لَنَا مِصْبَاحًا.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at Diwali mum and I visited my Hindu friend, gave her sweets, and she lit a lamp for us.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تُشَارِكُ فِي أَعْيَادِ غَيْرِكَ؟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المَحَلَّاتِ تَسْتَغِلُّهَا لِتَبِيعَ أَكْثَرَ، غَيْرَ أَنَّ العَائِلَاتِ مَا زَالَتْ تَجْتَمِعُ، مِمَّا يَعْنِي أَنَّ الرُّوحَ بَاقِيَةٌ.</a:t>
            </a:r>
            <a:endParaRPr lang="ar-SA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Shops exploit them to sell more, but families still gather, which means the spirit remains.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يَقُولُ البَعْضُ إِنَّ الأَعْيَادَ صَارَتْ تِجَارِيَّةً.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كَانُوا يَسْهَرُونَ لَيْلَةَ العِيدِ يَخْبِزُونَ الكَعْكَ فِي فُرْنِ القَرْيَةِ، وَكَانَ الأَطْفَالُ يَطْرُقُونَ الأَبْوَابَ؛ أَمَّا نَحْنُ فَنَشْتَرِيهِ جَاهِزًا غَالِبًا.</a:t>
            </a:r>
            <a:endParaRPr lang="ar-SA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stayed up Eid night baking biscuits in the village oven, and children knocked on doors; we mostly buy them ready-made.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أَجْدَادُكَ يَحْتَفِلُونَ؟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أَضَفْتُ عَادَةً، لَدَعَوْنَا جَارًا وَحِيدًا إِلَى غَدَاءِ العِيدِ كُلَّ سَنَةٍ، لِكَيْ لَا يَبْقَى أَحَدٌ فِي حَيِّنَا وَحْدَهُ فِي يَوْمِ الفَرَحِ.</a:t>
            </a:r>
            <a:endParaRPr lang="ar-SA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We’d invite a lonely neighbour to Eid lunch every year, so no one in our area is alone on the day of joy.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أَضَفْتَ عَادَةً جَدِيدَةً إِلَى العِيدِ، فَمَا هِيَ؟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meaning, sharing festivals, a concession, the past in kāna + present and law … la- — all with object pronouns.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أَعْيَادُنَا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عِيدِي المُفَضَّلُ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festival?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عِيدُكَ المُفَضَّلُ؟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wear at Eid?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تَلْبَسُ فِي العِيدِ؟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أَزُورُ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 you visit at Eid?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تَزُورُ فِي العِيدِ؟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أَصُومُ … /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fast in Ramadan?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تَصُومُ فِي رَمَضَانَ؟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نَأْكُلُ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Eid dish at your house?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أَكْلَةُ العِيدِ فِي بَيْتِكُمْ؟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present tense for "every year".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العِيدُ بَيْنَ الأَمْسِ وَاليَوْمِ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 وَأَخِيرًا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Eid day at your house.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يَوْمَ العِيدِ فِي بَيْتِكُمْ.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صُمْتُ … وَكُنْتُ … كُلَّ لَيْلَةٍ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spend last Ramadan?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قَضَيْتَ رَمَضَانَ الأَخِيرَ؟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حَضَرْتُ … ؛ كَانَ … وَ…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me about a special occasion you attended.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حَدِّثْنِي عَنْ مُنَاسَبَةٍ خَاصَّةٍ حَضَرْتَهَا.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كُنَّا … أَمَّا الآنَ فَنَذْهَبُ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your Eid celebration changed?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 احْتِفَالُكُمْ بِالعِيدِ؟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سَأُهْدِيهَا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gift will you give your mum next Eid?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الهَدِيَّةُ الَّتِي سَتُعْطِيهَا لِأُمِّكَ فِي العِيدِ القَادِمِ؟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sequencing, two time frames and an object pronoun on the verb.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مَعْنَى الأَعْيَادِ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festivals lost their true meaning?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فَقَدَتِ الأَعْيَادُ مَعْنَاهَا الحَقِيقِيَّ؟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… لِأَنَّ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benefit of marking others’ festivals at school?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فَائِدَةُ الاحْتِفَالِ بِأَعْيَادِ الآخَرِينَ فِي المَدْرَسَةِ؟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هُنَاكَ … بَيْنَمَا هُنَا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Eids differ in a Muslim country from Britain?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تَخْتَلِفُ الأَعْيَادُ فِي بَلَدٍ مُسْلِمٍ عَنْهَا فِي بَرِيطَانْيَا؟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أَهَمُّ ذِكْرَى … عِنْدَمَا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most important memory of a past Eid?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أَهَمُّ ذِكْرَى لَكَ مِنْ عِيدٍ مَضَى؟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حَدَثَ ذٰلِكَ، لَبَحَثْتُ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spent Eid alone in a distant country, what would you do?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قَضَيْتَ العِيدَ وَحْدَكَ فِي بَلَدٍ بَعِيدٍ،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an opinion with mimmā, a comparison with baynamā, a narrated memory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عِيدِيَ المُفَضَّلُ عِيدُ الفِطْرِ، لِأَنَّهُ بَعْدَ رَمَضَانَ.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Eid al-Fitr — it comes after Ramadan.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عِيدُكَ المُفَضَّلُ؟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 مَلَابِسَ جَدِيدَةً.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New clothes.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تَلْبَسُ فِي العِيدِ؟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أَزُورُ جَدِّي وَجَدَّتِي وَأَعْمَامِي.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grandparents and uncles.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تَزُورُ فِي العِيدِ؟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أَصُومُ كُلَّ الشَّهْرِ.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 whole month.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تَصُومُ فِي رَمَضَانَ؟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نَأْكُلُ البِرْيَانِي، وَتَطْبُخُهُ أُمِّي.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Biryani — mum cooks it.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أَكْلَةُ العِيدِ فِي بَيْتِكُمْ؟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present tense + a reason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نُصَلِّي صَلَاةَ العِيدِ، ثُمَّ نُفْطِرُ مَعًا، وَأَخِيرًا نَزُورُ أَقَارِبَنَا وَنُهَنِّئُهُمْ.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Eid prayer, breakfast together, then we visit and congratulate relatives.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يَوْمَ العِيدِ فِي بَيْتِكُمْ.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صُمْتُ الشَّهْرَ كُلَّهُ، وَكُنْتُ أَذْهَبُ إِلَى المَسْجِدِ كُلَّ لَيْلَةٍ لِصَلَاةِ التَّرَاوِيحِ مَعَ أَبِي.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fasted the whole month and went to the mosque every night for tarawih with my dad.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قَضَيْتَ رَمَضَانَ الأَخِيرَ؟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حَضَرْتُ حَفْلَةَ زِفَافِ خَالَتِي فِي الصَّيْفِ؛ كَانَ المَكَانُ جَمِيلًا، وَرَقَصْنَا الدَّبْكَةَ حَتَّى مُنْتَصَفِ اللَّيْلِ.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aunt’s wedding last summer: a beautiful venue, and we danced the dabke till midnight.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حَدِّثْنِي عَنْ مُنَاسَبَةٍ خَاصَّةٍ حَضَرْتَهَا.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كُنَّا نَحْتَفِلُ فِي البَيْتِ فَقَطْ، أَمَّا الآنَ فَنَذْهَبُ إِلَى مِهْرَجَانِ العِيدِ فِي الحَدِيقَةِ الكَبِيرَةِ.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celebrated only at home; now we go to the Eid festival in the big park.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 احْتِفَالُكُمْ بِالعِيدِ؟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سَأُهْدِيهَا عِطْرًا، لِأَنَّهَا تُحِبُّهُ، وَسَأَشْتَرِيهِ مِنْ مَصْرُوفِي.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Perfume — she loves it, and I’ll buy it from my pocket money.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الهَدِيَّةُ الَّتِي سَتُعْطِيهَا لِأُمِّكَ فِي العِيدِ القَادِمِ؟</a:t>
            </a:r>
            <a:endParaRPr lang="ar-SA" sz="13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Sequence + past / present + object pronouns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الإِعْلَانَاتِ تُرَكِّزُ عَلَى الشِّرَاءِ، غَيْرَ أَنَّ المَعْنَى يَبْقَى فِي أَيْدِينَا؛ فَنَحْنُ الَّذِينَ نُقَرِّرُ هَلْ نَجْعَلُهُ يَوْمَ تَسَوُّقٍ أَمْ يَوْمَ تَرَاحُمٍ.</a:t>
            </a:r>
            <a:endParaRPr lang="ar-SA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Adverts focus on buying, but the meaning is in our hands: we decide whether it’s a shopping day or a day of compassion.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فَقَدَتِ الأَعْيَادُ مَعْنَاهَا الحَقِيقِيَّ؟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أَنَّهُ مُفِيدٌ جِدًّا، لِأَنَّ الطَّالِبَ يَشْعُرُ بِأَنَّ ثَقَافَتَهُ مُحْتَرَمَةٌ، مِمَّا يُقَوِّي انْتِمَاءَهُ إِلَى المَدْرَسَةِ.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Very useful: a student feels their culture is respected, which strengthens their sense of belonging.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فَائِدَةُ الاحْتِفَالِ بِأَعْيَادِ الآخَرِينَ فِي المَدْرَسَةِ؟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هُنَاكَ تُعَطَّلُ المَدَارِسُ وَتَمْتَلِئُ الشَّوَارِعُ بِالزِّينَةِ، بَيْنَمَا هُنَا يَذْهَبُ بَعْضُ النَّاسِ إِلَى العَمَلِ، لٰكِنَّ المُجْتَمَعَ يَصْنَعُ أَجْوَاءَهُ الخَاصَّةَ.</a:t>
            </a:r>
            <a:endParaRPr lang="ar-SA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schools close and streets fill with decorations; here some go to work, but the community makes its own atmosphere.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تَخْتَلِفُ الأَعْيَادُ فِي بَلَدٍ مُسْلِمٍ عَنْهَا فِي بَرِيطَانْيَا؟</a:t>
            </a:r>
            <a:endParaRPr lang="ar-SA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hal … am, the passive (tuʿaṭṭalu), mimmā, mā ziltu, lā … illā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أَهَمُّ ذِكْرَى عِنْدَمَا صُمْتُ رَمَضَانَ كَامِلًا لِأَوَّلِ مَرَّةٍ وَأَنَا فِي العَاشِرَةِ، فَأَهْدَانِي جَدِّي سَاعَةً مَا زِلْتُ أَلْبَسُهَا.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Fasting all of Ramadan for the first time at ten — grandpa gave me a watch I still wear.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أَهَمُّ ذِكْرَى لَكَ مِنْ عِيدٍ مَضَى؟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حَدَثَ ذٰلِكَ، لَبَحَثْتُ عَنْ أَقْرَبِ مَسْجِدٍ لِأُصَلِّيَ مَعَ النَّاسِ، وَلَكَلَّمْتُ أُسْرَتِي بِالفِيدْيُو، فَالعِيدُ لَا يَكْتَمِلُ إِلَّا مَعَ الآخَرِينَ.</a:t>
            </a:r>
            <a:endParaRPr lang="ar-S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find the nearest mosque to pray with people and video-call my family — Eid is only complete with others.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قَضَيْتَ العِيدَ وَحْدَكَ فِي بَلَدٍ بَعِيدٍ، مَاذَا تَفْعَلُ؟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hal … am, the passive (tuʿaṭṭalu), mimmā, mā ziltu, lā … illā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 celebration in order (awwalan, thumma).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food, clothes and people I visit.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the past for last Eid and the present for every year.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an object pronoun (zurnāhum, labistuhā).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discussed the meaning of festivals with a concession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TE-L06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TE-L06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TE-L06 · Speaking Workshop — Faith Celebrations and Special Occasions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2026-10-11T14:39:27Z</dcterms:created>
  <dcterms:modified xsi:type="dcterms:W3CDTF">2026-10-11T14:39:27Z</dcterms:modified>
</cp:coreProperties>
</file>