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7 (National Festivals and Traditions, TE-L07), using that lesson’s language (the passive (yuḥtafalu bihi, turfaʿu al-aʿlām, tuzayyanu ash-shawāriʿ, tuṭlaqu al-alʿāb an-nāriyya); time frames (iḥtafalnā / naḥtafilu / sa-naḥtafilu); comparatives (akbaru min, akthar ḥamāsan min)).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passive hides who does it: نَرْفَعُ الأَعْلَامَ → تُرْفَعُ الأَعْلَامُ. Pattern: yufʿalu / tufʿalu (present), fuʿila (past). With a preposition the verb stays masculine: يُحْتَفَلُ بِاليَوْمِ الوَطَنِيِّ · يُحْتَفَلُ بِهَا.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afʿal min (أَكْبَرُ مِنْ · أَقْدَمُ مِنْ) does not change for gender; for longer ideas use أَكْثَرُ + noun (acc.): أَكْثَرُ حَمَاسًا · أَكْثَرُ تَنْظِيمًا. Time frames: احْتَفَلْنَا (last year) · نَحْتَفِلُ (every year) · سَنَحْتَفِلُ (next year).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tourist office in Muscat.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أَنْتِ · جِئْتِ · عِنْدَكُنَّ / عِنْدَكُمْ (same).
Core: passive verbs heard (turfaʿu, tuṭlaqu) and reused in a question, sa- + maʿa, laysa ʿindanā … lākin.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British street in November.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تُفَضِّلِينَ.
Core+: yuḥtafalu bihā + a date, two passives (tushʿalu, yuʾkalu), yaʿūdu ilā + a year, the CANDIDATE asks with yuḥtafalu bihi and akbar min, akthar faraḥan.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school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احْتَفَلْتِ · أَعْجَبَكِ · سَتَحْتَفِلِينَ.
Develop: yuḥtafalu bihi + mundhu, a past sequence (kharajnā, thumma lawwannā), yushbihu … fī … lākinnahu akthar izdiḥāman, aʿjabanī anna + mathalan, idhā … fa-sa-.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youth council meeting.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رَأْيُكِ · تَقْتَرِحِينَ · كُنْتِ رَئِيسَةَ البَلَدِيَّةِ · تَحْتَفِلِينَ.
Stretch: passives throughout (yuqtaraḥu, yunfaqa, tughlaqu, nuẓẓima, tuqāma, tuzraʿu, tuzayyanu), a balanced opening, akthar min + a number, aqall taklifatan wa-akthar ʿadlan, a concession with an … lā an,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passive, a comparison and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National Festivals and Traditions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الأَعْيَادُ الوَطَنِيَّةُ وَالتَّقَالِيدُ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national days and folk traditions in Arab countries and in Britain — what is done (passive: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تُرْفَعُ الأَعْلَامُ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تُطْلَقُ الأَلْعَابُ النَّارِيَّةُ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what you did and will do (three time frames), and how celebrations compare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أَكْبَرُ مِنْ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أَكْثَرُ حَمَاسًا مِنْ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THE PASSIVE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is done on the 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المَبْنِيُّ لِلْمَجْهُولِ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occasion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اليَوْمُ الوَطَنِيُّ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national 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al-yaw-mu al-wa-ṭa-niy-yu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national (f.)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وَطَنِيَّةٌ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independence day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الاسْتِقْلَالِ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تَقْلِيدٌ شَعْبِيٌّ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folk tradition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taq-lī-dun shaʿ-biy-yun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heritage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تُرَاثٌ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traditions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تَقَالِيدُ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يُحْتَفَلُ بِهِ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celebrated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yuḥ-ta-fa-lu bi-hi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celebrate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نَحْتَفِلُ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يُحْتَفَلُ بِهَا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تُرْفَعُ الأَعْلَامُ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flags are raised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tur-fa-ʿu al-aʿ-lā-mu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raise (act.)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نَرْفَعُ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flag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عَلَمٌ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تُطْلَقُ الأَلْعَابُ النَّارِيَّةُ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fireworks are let off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tuṭ-la-qu al-al-ʿā-bu an-nā-riy-ya-tu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bonfire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نَارٌ كَبِيرَةٌ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fireworks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أَلْعَابٌ نَارِيَّةٌ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تُزَيَّنُ الشَّوَارِعُ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streets are decorated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tu-zay-ya-nu ash-sha-wā-ri-ʿu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lights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أَضْوَاءٌ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decorations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زِينَةٌ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COMPARING CELEBRATIONS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Bigger, louder, older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المُقَارَنَةُ بَيْنَ الاحْتِفَالَاتِ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اسْتِعْرَاضٌ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parade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as-tiʿ-rā-ḍun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carnival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كَرْنَفَالٌ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parades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اسْتِعْرَاضَاتٌ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رَقْصَةٌ شَعْبِيَّةٌ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folk dance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raq-ṣa-tun shaʿ-biy-ya-tun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sword dance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العَرْضَةُ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dabke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الدَّبْكَةُ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مِهْرَجَانٌ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festival (event)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mih-ra-jā-nun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spring festival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شَمُّ النَّسِيمِ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festivals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مِهْرَجَانَاتٌ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أَكْبَرُ مِنْ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bigger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ak-ba-ru min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biggest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أَكْبَرُ … فِي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exciting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أَكْثَرُ حَمَاسًا مِنْ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history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يَعُودُ إِلَى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dates back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ya-ʿū-du i-lā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century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قَرْنٌ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since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feelings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فَخْرٌ وَطَنِيٌّ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national pride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fakh-run wa-ṭa-niy-yun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belonging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الانْتِمَاءُ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proud (m. · 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فَخُورٌ · فَخُورَةٌ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TOURIST OFFICE IN MUSCAT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Oman National 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اليَوْمُ الوَطَنِيُّ فِي عُمَانَ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are from.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يَحْدُثُ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happens.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جِئْتَ فِي وَقْتٍ جَمِيلٍ! غَدًا اليَوْمُ الوَطَنِيُّ.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the fireworks are.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تُرْفَعُ الأَعْلَامُ، وَتُطْلَقُ الأَلْعَابُ النَّارِيَّةُ.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سَأَذْهَبُ … مَعَ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will do.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السَّاعَةِ التَّاسِعَةِ عَلَى الشَّاطِئِ.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لَيْسَ عِنْدَنَا … لٰكِنْ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عِنْدَكُمْ يَوْمٌ وَطَنِيٌّ فِي بَرِيطَانْيَا؟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tourist  ·  The examiner is: an employee at the tourist office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BRITISH STREET IN NOVEMBER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Explaining Bonfire Night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لَيْلَةُ الأَلْعَابِ النَّارِيَّةِ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لِأَنَّهَا … ؛ يُحْتَفَلُ بِهَا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celebration and the date.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يُطْلِقُ النَّاسُ الأَلْعَابَ النَّارِيَّةَ اللَّيْلَةَ؟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تُشْعَلُ … وَيُؤْكَلُ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traditions (passive).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يَفْعَلُ النَّاسُ؟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يَعُودُ إِلَى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history briefly.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هُوَ تَقْلِيدٌ قَدِيمٌ؟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…؟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it.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فِي الأُرْدُنِّ عِيدُ الاسْتِقْلَالِ.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… لِأَنَّهُ أَكْثَرُ … مِنْ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(comparison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أَيَّارَ، وَنَعَمْ، أَكْبَرُ بِكَثِيرٍ! أَيُّ احْتِفَالٍ تُفَضِّلُ؟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British student  ·  The examiner is: a visitor from Jordan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SCHOOL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Sham el-Nessim in Egypt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شَمُّ النَّسِيمِ فِي مِصْرَ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هُوَ عِيدُ … يُحْتَفَلُ بِهِ … مُنْذُ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it with the passive.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هُوَ شَمُّ النَّسِيمِ؟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خَرَجْنَا … ثُمَّ لَوَّنَّا … وَأَكَلْنَا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your day (past + sequence).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احْتَفَلْتَ بِهِ هٰذِهِ السَّنَةَ؟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يُشْبِهُ … فِي … ، لٰكِنَّهُ أَكْثَرُ … مِنْ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carefully.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يُشْبِهُ أَيَّ احْتِفَالٍ فِي بَرِيطَانْيَا؟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أَعْجَبَنِي … لِأَنَّ … ؛ مَثَلًا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with a reason and example.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الشَّيْءُ الَّذِي أَعْجَبَكَ أَكْثَرَ؟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… فَسَنَخْرُجُ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سَتَحْتَفِلُ بِهِ فِي بَرِيطَانْيَا؟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who spent the spring holiday in Egypt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COUNCIL MEETING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the city fund a big celebration?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5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هَلْ تُمَوِّلُ المَدِينَةُ احْتِفَالًا كَبِيرًا؟</a:t>
            </a:r>
            <a:endParaRPr lang="ar-SA" sz="2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opening.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يُقْتَرَحُ أَنْ يُنْفَقَ مِلْيُونُ جُنَيْهٍ عَلَى احْتِفَالٍ وَطَنِيٍّ. مَا رَأْيُكَ؟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نُظِّمَ … وَحَضَرَهُ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Evaluate the past event (passive + result).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الاحْتِفَالُ فِي السَّنَةِ المَاضِيَةِ؟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أَقْتَرِحُ أَنْ … لِأَنَّ ذٰلِكَ أَقَلُّ … وَأَكْثَرُ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Propose with comparison.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مَاذَا تَقْتَرِحُ؟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الاحْتِفَالَ الكَبِيرَ يَجْذِبُ السُّيَّاحَ.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…، لَحَوَّلْتُ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رَئِيسَ البَلَدِيَّةِ، كَيْفَ تَحْتَفِلُ؟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youth council member  ·  The examiner is: the council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national day with at least one passive verb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celebrations and used two time frames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بَرِيطَانْيَا، مِنْ مَدِينَةِ لَنْدَنَ.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from Britain, from London.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مِنْ أَيْنَ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رَائِعٌ! مَاذَا يَحْدُثُ فِي اليَوْمِ الوَطَنِيِّ؟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What happens on National Day?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جِئْتَ فِي وَقْتٍ جَمِيلٍ! غَدًا اليَوْمُ الوَطَنِيُّ.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تُطْلَقُ الأَلْعَابُ النَّارِيَّةُ؟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are the fireworks?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تُرْفَعُ الأَعْلَامُ، وَتُطْلَقُ الأَلْعَابُ النَّارِيَّةُ.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سَأَذْهَبُ إِلَى الشَّاطِئِ مَعَ أُسْرَتِي.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go to the beach with my family.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السَّاعَةِ التَّاسِعَةِ عَلَى الشَّاطِئِ.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لَيْسَ عِنْدَنَا يَوْمٌ كَبِيرٌ، لٰكِنْ نَحْتَفِلُ بِلَيْلَةِ الأَلْعَابِ النَّارِيَّةِ.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a big one, but we celebrate Bonfire Night.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عِنْدَكُمْ يَوْمٌ وَطَنِيٌّ فِي بَرِيطَانْيَا؟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لِأَنَّهَا لَيْلَةُ الأَلْعَابِ النَّارِيَّةِ؛ يُحْتَفَلُ بِهَا فِي الخَامِسِ مِنْ نُوفَمْبِرَ.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it’s Bonfire Night — it’s celebrated on 5 November.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يُطْلِقُ النَّاسُ الأَلْعَابَ النَّارِيَّةَ اللَّيْلَةَ؟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تُشْعَلُ نَارٌ كَبِيرَةٌ فِي الحَدِيقَةِ، وَيُؤْكَلُ الحَسَاءُ السَّاخِنُ.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big bonfire is lit in the park, and hot soup is eaten.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يَفْعَلُ النَّاسُ؟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يَعُودُ إِلَى سَنَةِ أَلْفٍ وَسِتِّمِئَةٍ وَخَمْسٍ، أَيْ أَكْثَرَ مِنْ أَرْبَعِمِئَةِ سَنَةٍ.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dates back to 1605 — more than four hundred years.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هُوَ تَقْلِيدٌ قَدِيمٌ؟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يُحْتَفَلُ بِهِ؟ وَهَلْ هُوَ أَكْبَرُ مِنْ هٰذَا الاحْتِفَالِ؟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it celebrated? And is it bigger than this one?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فِي الأُرْدُنِّ عِيدُ الاسْتِقْلَالِ.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عِيدَ الاسْتِقْلَالِ، لِأَنَّهُ أَكْثَرُ فَرَحًا، وَفِيهِ مُوسِيقَى وَرَقْصٌ أَكْثَرُ مِنْ لَيْلَتِنَا البَارِدَةِ!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Independence Day — it’s more joyful, with more music and dancing than our cold night!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أَيَّارَ، وَنَعَمْ، أَكْبَرُ بِكَثِيرٍ! أَيُّ احْتِفَالٍ تُفَضِّلُ؟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هُوَ عِيدُ الرَّبِيعِ فِي مِصْرَ، يُحْتَفَلُ بِهِ كُلَّ عَامٍ مُنْذُ أَيَّامِ الفَرَاعِنَةِ، وَيَحْتَفِلُ بِهِ المُسْلِمُونَ وَالمَسِيحِيُّونَ مَعًا.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Egypt’s spring festival, celebrated every year since Pharaonic times, by Muslims and Christians together.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هُوَ شَمُّ النَّسِيمِ؟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خَرَجْنَا مُبَكِّرًا إِلَى حَدِيقَةٍ عَلَى النِّيلِ، ثُمَّ لَوَّنَّا البَيْضَ مَعَ أَبْنَاءِ خَالِي، وَأَكَلْنَا السَّمَكَ المُمَلَّحَ وَالبَصَلَ الأَخْضَرَ.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went early to a Nile park, coloured eggs with my cousins, and ate salted fish and spring onions.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احْتَفَلْتَ بِهِ هٰذِهِ السَّنَةَ؟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يُشْبِهُ عُطْلَةَ الرَّبِيعِ هُنَا فِي تَلْوِينِ البَيْضِ، لٰكِنَّهُ أَكْثَرُ ازْدِحَامًا، فَكُلُّ الحَدَائِقِ تَمْتَلِئُ بِالعَائِلَاتِ.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the spring holiday here in egg-colouring, but far busier — every park fills with families.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يُشْبِهُ أَيَّ احْتِفَالٍ فِي بَرِيطَانْيَا؟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أَعْجَبَنِي أَنَّ العِيدَ لِلْجَمِيعِ؛ مَثَلًا، جَلَسَتْ بِجَانِبِنَا عَائِلَةٌ مَسِيحِيَّةٌ، فَتَبَادَلْنَا الطَّعَامَ وَالضَّحِكَ.</a:t>
            </a:r>
            <a:endParaRPr lang="ar-SA" sz="16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 it’s for everyone: a Christian family sat next to us and we shared food and laughter.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الشَّيْءُ الَّذِي أَعْجَبَكَ أَكْثَرَ؟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كَانَ الجَوُّ جَمِيلًا، فَسَنَخْرُجُ إِلَى الحَدِيقَةِ مَعَ أَصْدِقَائِي المِصْرِيِّينَ، وَسَأُحْضِرُ البَيْضَ المُلَوَّنَ.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weather’s nice, we’ll go to the park with my Egyptian friends — and I’ll bring coloured eggs.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سَتَحْتَفِلُ بِهِ فِي بَرِيطَانْيَا؟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تَجْمَعُ هٰذِهِ الاحْتِفَالَاتُ النَّاسَ وَتُقَوِّي الانْتِمَاءَ، وَمِنْ نَاحِيَةٍ أُخْرَى، المَبْلَغُ كَبِيرٌ فِي وَقْتٍ تُغْلَقُ فِيهِ المَكْتَبَاتُ.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bring people together and strengthen belonging, but the sum is large at a time when libraries are being closed.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يُقْتَرَحُ أَنْ يُنْفَقَ مِلْيُونُ جُنَيْهٍ عَلَى احْتِفَالٍ وَطَنِيٍّ. مَا رَأْيُكَ؟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نُظِّمَ فِي وَسَطِ المَدِينَةِ، وَحَضَرَهُ أَكْثَرُ مِنْ عِشْرِينَ أَلْفَ شَخْصٍ، غَيْرَ أَنَّ الأَحْيَاءَ الفَقِيرَةَ لَمْ تُشَارِكْ فِيهِ.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held in the centre and attended by 20,000+, but poorer areas didn’t take part.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الاحْتِفَالُ فِي السَّنَةِ المَاضِيَةِ؟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أَقْتَرِحُ أَنْ تُقَامَ احْتِفَالَاتٌ صَغِيرَةٌ فِي كُلِّ حَيٍّ، لِأَنَّ ذٰلِكَ أَقَلُّ تَكْلِفَةً وَأَكْثَرُ عَدْلًا.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Small celebrations in every area — cheaper and fairer.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مَاذَا تَقْتَرِحُ؟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يَجْذِبُ السُّيَّاحَ، غَيْرَ أَنَّ هَدَفَ العِيدِ الوَطَنِيِّ أَنْ يَشْعُرَ كُلُّ مُوَاطِنٍ بِأَنَّهُ جُزْءٌ مِنْهُ، لَا أَنْ يَتَفَرَّجَ مِنْ بَعِيدٍ.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attracts tourists, but a national day’s aim is for every citizen to feel part of it, not watch from afar.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الاحْتِفَالَ الكَبِيرَ يَجْذِبُ السُّيَّاحَ.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رَئِيسَ البَلَدِيَّةِ، لَحَوَّلْتُ العِيدَ إِلَى يَوْمِ تَطَوُّعٍ، تُزْرَعُ فِيهِ الأَشْجَارُ وَتُزَيَّنُ المَدَارِسُ، ثُمَّ نَحْتَفِلُ مَعًا فِي المَسَاءِ.</a:t>
            </a:r>
            <a:endParaRPr lang="ar-SA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turn the day into a volunteering day — trees planted, schools decorated — then celebrate together in the evening.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رَئِيسَ البَلَدِيَّةِ، كَيْفَ تَحْتَفِلُ؟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council debate in formal Arabic — passives, comparison, a concession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الأَعْيَادُ الوَطَنِيَّةُ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اليَوْمُ الوَطَنِيُّ …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family’s country’s national 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اليَوْمُ الوَطَنِيُّ لِبَلَدِ أُسْرَتِكَ؟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تُرْفَعُ … وَتُطْلَقُ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happens on that day?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يَحْدُثُ فِي ذٰلِكَ اليَوْمِ؟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fireworks?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الأَلْعَابَ النَّارِيَّةَ؟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رَقْصَتُنَا الشَّعْبِيَّةُ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folk dance?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رَقْصَتُكُمُ الشَّعْبِيَّةُ؟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British celebration do you like?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احْتِفَالٍ بَرِيطَانِيٍّ تُحِبُّ؟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try one passive verb (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تُرْفَعُ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تُطْلَقُ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تَقَالِيدُنَا وَاحْتِفَالَاتُنَا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حَضَرْتُ … ؛ كَانَتِ الشَّوَارِعُ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national celebration you attended.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احْتِفَالًا وَطَنِيًّا حَضَرْتَهُ.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أَكْبَرُ / أَكْثَرُ … مِنْ … بَيْنَمَا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an Arab and a British celebration.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احْتِفَالٍ عَرَبِيٍّ وَاحْتِفَالٍ بَرِيطَانِيٍّ.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التَّقْلِيدُ الَّذِي … هُوَ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folk tradition do you love most?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التَّقْلِيدُ الشَّعْبِيُّ الَّذِي تُحِبُّهُ أَكْثَرَ؟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كَانَتْ … أَمَّا الآنَ فَتُنَظِّمُهَا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were these festivals in your parents’ childhood?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هٰذِهِ الأَعْيَادُ فِي طُفُولَةِ وَالِدَيْكَ؟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أَتَمَنَّى أَنْ أَحْضُرَ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celebration would you love to attend?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احْتِفَالٍ تَتَمَنَّى أَنْ تَحْضُرَهُ؟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passive, a comparison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الوَطَنُ وَالتَّقَالِيدُ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national celebrations worth their high cost?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تَسْتَحِقُّ الاحْتِفَالَاتُ الوَطَنِيَّةُ أَمْوَالَهَا الكَبِيرَةَ؟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… ؛ فَإِذَا … فَلَنْ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we preserve folk traditions?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نُحَافِظُ عَلَى التَّقَالِيدِ الشَّعْبِيَّةِ؟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لِأَنَّ … ؛ 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someone celebrate two national days?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يَحْتَفِلَ الإِنْسَانُ بِيَوْمَيْنِ وَطَنِيَّيْنِ؟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الفَخْرُ … أَمَّا التَّعَصُّبُ فَأَنْ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difference between national pride and fanaticism?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الفَرْقُ بَيْنَ الفَخْرِ الوَطَنِيِّ وَالتَّعَصُّبِ؟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اخْتَرَعْتُهُ، لَسَمَّيْتُهُ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invented a new festival for your city,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اخْتَرَعْتَ عِيدًا جَدِيدًا لِمَدِينَتِكَ،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passive verbs, a dual (yawmayni waṭaniyyayni), a contrast with ammā …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اليَوْمُ الوَطَنِيُّ لِلسُّعُودِيَّةِ فِي الثَّالِثِ وَالعِشْرِينَ مِنْ سِبْتَمْبِرَ.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Saudi National Day is on 23 September.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اليَوْمُ الوَطَنِيُّ لِبَلَدِ أُسْرَتِكَ؟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تُرْفَعُ الأَعْلَامُ، وَتُطْلَقُ الأَلْعَابُ النَّارِيَّةُ.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Flags are raised and fireworks let off.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يَحْدُثُ فِي ذٰلِكَ اليَوْمِ؟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أُحِبُّهَا لِأَنَّهَا جَمِيلَةٌ.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they’re beautiful.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الأَلْعَابَ النَّارِيَّةَ؟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رَقْصَتُنَا الشَّعْبِيَّةُ الدَّبْكَةُ.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dabke.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رَقْصَتُكُمُ الشَّعْبِيَّةُ؟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كَرْنَفَالَ نُوتِنْغ هِيل، لِأَنَّ فِيهِ مُوسِيقَى.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Notting Hill Carnival — there’s music.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احْتِفَالٍ بَرِيطَانِيٍّ تُحِبُّ؟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date or a passive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حَضَرْتُ اليَوْمَ الوَطَنِيَّ فِي دُبَيّ؛ كَانَتِ الشَّوَارِعُ مُزَيَّنَةً بِالأَعْلَامِ، وَرَقَصَ الرِّجَالُ العَيَّالَةَ أَمَامَ النَّاسِ.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National Day in Dubai: streets decorated with flags, and men performed the ayyala dance.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احْتِفَالًا وَطَنِيًّا حَضَرْتَهُ.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اليَوْمُ الوَطَنِيُّ هُنَاكَ أَكْبَرُ مِنْ أَيِّ احْتِفَالٍ هُنَا، بَيْنَمَا الاحْتِفَالَاتُ البَرِيطَانِيَّةُ أَقْدَمُ تَارِيخًا وَأَكْثَرُ هُدُوءًا.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National Day there is bigger than anything here, while British celebrations are older and calmer.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احْتِفَالٍ عَرَبِيٍّ وَاحْتِفَالٍ بَرِيطَانِيٍّ.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التَّقْلِيدُ الَّذِي أُحِبُّهُ هُوَ القَهْوَةُ العَرَبِيَّةُ، لِأَنَّهَا تُقَدَّمُ لِكُلِّ ضَيْفٍ، وَتُصَبُّ بِطَرِيقَةٍ خَاصَّةٍ.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Arabic coffee — it is served to every guest and poured in a special way.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التَّقْلِيدُ الشَّعْبِيُّ الَّذِي تُحِبُّهُ أَكْثَرَ؟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كَانَتْ أَبْسَطَ، يَحْتَفِلُ بِهَا النَّاسُ فِي الحَيِّ، أَمَّا الآنَ فَتُنَظِّمُهَا الحُكُومَةُ وَتُبَثُّ عَلَى التِّلْفَازِ.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Simpler, celebrated in the neighbourhood; now the government organises them and they’re broadcast on TV.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هٰذِهِ الأَعْيَادُ فِي طُفُولَةِ وَالِدَيْكَ؟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أَتَمَنَّى أَنْ أَحْضُرَ مِهْرَجَانَ الجَنَادِرِيَّةِ، لِأَنَّ التُّرَاثَ السُّعُودِيَّ يُعْرَضُ فِيهِ بِكُلِّ أَشْكَالِهِ.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Janadriyah festival, where Saudi heritage is displayed in all its forms.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أَيُّ احْتِفَالٍ تَتَمَنَّى أَنْ تَحْضُرَهُ؟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Passive + comparison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مُكْلِفَةٌ، غَيْرَ أَنَّ الشُّعُورَ بِالانْتِمَاءِ لَا يُقَدَّرُ بِثَمَنٍ؛ وَمَعَ ذٰلِكَ يَنْبَغِي أَلَّا تُنْفَقَ الأَمْوَالُ عَلَى حِسَابِ الخِدْمَاتِ.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They’re costly, but belonging is priceless; still, money shouldn’t be spent at the expense of services.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تَسْتَحِقُّ الاحْتِفَالَاتُ الوَطَنِيَّةُ أَمْوَالَهَا الكَبِيرَةَ؟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تُعَلَّمَ فِي المَدَارِسِ؛ فَإِذَا تَعَلَّمَ الأَطْفَالُ الدَّبْكَةَ وَالأَغَانِيَ الشَّعْبِيَّةَ، فَلَنْ تَخْتَفِيَ مَعَ الأَجْدَادِ.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Teach them at school: if children learn the dabke and folk songs, they won’t vanish with the grandparents.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نُحَافِظُ عَلَى التَّقَالِيدِ الشَّعْبِيَّةِ؟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ذٰلِكَ مُمْكِنٌ وَطَبِيعِيٌّ، لِأَنَّ الانْتِمَاءَ لَيْسَ قِطْعَةً وَاحِدَةً؛ مَثَلًا، أَرْفَعُ العَلَمَ السُّعُودِيَّ فِي سِبْتَمْبِرَ، وَأَحْتَفِلُ مَعَ جِيرَانِي فِي المُنَاسَبَاتِ البَرِيطَانِيَّةِ.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Possible and natural — belonging isn’t one piece: I raise the Saudi flag in September and celebrate British occasions with neighbours.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يَحْتَفِلَ الإِنْسَانُ بِيَوْمَيْنِ وَطَنِيَّيْنِ؟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lā yuqaddaru bi-thaman, allā tunfaqa, tuʿallama, laysa qiṭʿatan wāḥidatan, al-awwal … wa-th-thānī and law … la- with three passives — range is rewarded.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الفَخْرُ أَنْ تُحِبَّ وَطَنَكَ وَتَخْدُمَهُ، أَمَّا التَّعَصُّبُ فَأَنْ تَحْتَقِرَ أَوْطَانَ الآخَرِينَ؛ الأَوَّلُ يَبْنِي، وَالثَّانِي يَهْدِمُ.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Pride is loving and serving your country; fanaticism is despising others’ — the first builds, the second destroys.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الفَرْقُ بَيْنَ الفَخْرِ الوَطَنِيِّ وَالتَّعَصُّبِ؟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اخْتَرَعْتُهُ، لَسَمَّيْتُهُ "عِيدَ الجِيرَانِ"، تُغْلَقُ فِيهِ الشَّوَارِعُ أَمَامَ السَّيَّارَاتِ، وَتُوضَعُ فِيهَا مَوَائِدُ طَوِيلَةٌ، وَيُحْضِرُ كُلُّ بَيْتٍ طَبَقًا مِنْ بَلَدِ أَصْلِهِ.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“Neighbours’ Day”: streets closed to cars, long tables set out, every home bringing a dish from its country of origin.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اخْتَرَعْتَ عِيدًا جَدِيدًا لِمَدِينَتِكَ، كَيْفَ يَكُونُ؟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lā yuqaddaru bi-thaman, allā tunfaqa, tuʿallama, laysa qiṭʿatan wāḥidatan, al-awwal … wa-th-thānī and law … la- with three passives — range is rewarded.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a national day or tradition and when it happens.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passive verb (turfaʿu, tuṭlaqu, yuḥtafalu bihi).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two celebrations (akbar min / akthar … 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past and present (or future)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discussed pride or cost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TE-L07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TE-L07 · Speaking Workshop — National Festivals and Traditions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2026-10-11T14:43:40Z</dcterms:created>
  <dcterms:modified xsi:type="dcterms:W3CDTF">2026-10-11T14:43:40Z</dcterms:modified>
</cp:coreProperties>
</file>