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5 (Faiths, Beliefs and Places of Worship, TE-L05).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8: alladhīna for people. Teacher note: discuss why box 7 must be a respectful,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أَيْنَ ذَهَبْتُمْ (where did you go — PAST) · صِفْ (describe!) · تَعَلَّمْتَ (you learnt) · سَتَزُورُونَ (you will visit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(89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(115 words). Core model: nominal sentences with a fronted place (fī ḥayyī masjidun, dākhila al-masjidi qāʿatun), prepositions (amāma, bijānibi, muqābila), three relative pronouns (allatī, alladhīna), nisba plurals and calm, factual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a sound-based hook, relative clauses with returning pronouns (muqābilahu, nashaʾtu ʿalayhi), laysa mujarrada … bal, a fronted predicate (fa-fīhi ṣufūfun …), dūna an, a ḥāl-like description of Mary, akthar min, a concession and law … la- with an imperative.
ENGLISH SUMMARY (read aloud or paste in the chat for Core students): Leaving home in Leicester I hear the call to prayer from Al-Noor Mosque, then the bells of the old church opposite — the sound I grew up with, which makes me feel at home → the mosque is not just a fine building with a minaret and green dome but the heart of the area: children’s classes, a monthly free clinic and a food bank serving people of all faiths without asking about their religion or origin → I volunteered there a whole year and got to know our elderly neighbour Mary, a Christian who comes weekly to help hand out food; from her I learnt true faith shows in deeds more than words, and in smiles more than speeches → each faith has its beliefs and rituals, but mutual respect makes our area safe and warm for all; “if a visitor asked our secret, I’d say: listen to the call to prayer and the bells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a verb–subject opening (taʿīshu … ʿāʾilātun), a rhetorical question, awwalan / thāniyan, inna + nominal sentence, al-jahlu bihi, lā yaʿnī … an … bal an, a narrated example with a measurable result and idhā … fa-sa-.
ENGLISH SUMMARY (read aloud or paste in the chat for Core students): Families of different faiths now live on the same street and their children study in the same class — how do we build real respect? → first, knowledge is the basis of respect: fear of others usually comes from ignorance, so RS lessons and visits to places of worship matter, turning a stranger into a known neighbour; second, respect doesn’t mean agreeing on everything but recognising everyone’s right to their faith → I saw this when my school held a “Faiths Week”: each student presented a festival of their faith and we tasted sweets from many cultures, asking questions politely and curiously; afterwards negative comments clearly decreased and friendships grew → building trust takes time, but every small step makes a difference; “if children learn respect at school, they will carry it to their homes and communities in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Faiths, Beliefs and Places of Worship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الأَدْيَانُ وَأَمَاكِنُ العِبَادَةِ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Paper 4 practice: fill in a form for a school interfaith-visit programme, write an email about visiting three places of worship, and write an extended piece about a place of worship in your area or about building respect between people of different faiths — always in calm, factual language.</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TE-L05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visiting places of worship.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Check relative pronouns and agreement: alladhī for masculine nouns (al-masjid, al-kanīs, al-maʿbad), allatī for feminine nouns and non-human plurals (al-kanīsa, al-amākin), alladhīna for people; with an indefinite subject put the place first (fī ḥayyī masjidun); use neutral verbs (yuʾminu, yuṣallī, yaḥtarimu) and nisba plurals (muslimūna, masīḥiyyūna).</a:t>
            </a:r>
            <a:endParaRPr lang="en-US" sz="115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زُرْنَا الكَاتِدْرَائِيَّةَ الَّتِي فِي وَسَطِ المَدِينَةِ</a:t>
            </a:r>
            <a:endParaRPr lang="ar-SA" sz="25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visited the cathedral in the city centre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cs typeface="Amiri" pitchFamily="2" charset="-78"/>
              </a:rPr>
              <a:t>فِي حَيِّي مَسْجِدٌ كَبِيرٌ، يَقَعُ أَمَامَ الحَدِيقَةِ</a:t>
            </a:r>
            <a:endParaRPr lang="ar-SA" sz="27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my area there is a big mosque, in front of the park</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تَعَلَّمْتُ أَنَّ كُلَّ الأَمَاكِنِ تُرَحِّبُ بِالزُّوَّارِ</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learnt that all the places welcome visitors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Interfaith-visit programme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450" b="1" dirty="0">
                <a:solidFill>
                  <a:srgbClr val="8A6D1E"/>
                </a:solidFill>
                <a:latin typeface="Amiri" pitchFamily="2" charset="-78"/>
                <a:cs typeface="Amiri" pitchFamily="2" charset="-78"/>
              </a:rPr>
              <a:t>اسْتِمَارَةُ بَرْنَامَجِ زِيَارَةِ أَمَاكِنِ العِبَادَةِ</a:t>
            </a:r>
            <a:endParaRPr lang="ar-SA" sz="24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المَدْرَسَةُ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المَدِينَةُ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 of worship near your home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مَكَانُ عِبَادَةٍ قُرْبَ بَيْتِكَ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 you want to visit</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مَكَانٌ تُرِيدُ زِيَارَتَهُ</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اللُّغَاتُ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question you want to ask</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سُؤَالٌ تُرِيدُ أَنْ تَسْأَلَهُ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take part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تُرِيدُ المُشَارَكَةَ؟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 7 is a polite question; the last box is a full sentence with a relative clause.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Interfaith-visit programme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Yusuf Osman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يُوسُفُ عُثْمَانُ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Leicester Secondary School</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مَدْرَسَةُ لِيسْتَرَ الثَّانَوِيَّةُ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المَدْرَسَةُ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Leicester</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لِيسْتَرُ</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المَدِينَةُ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Al-Noor Mosque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مَسْجِدُ النُّورِ</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مَكَانُ عِبَادَةٍ قُرْبَ بَيْتِكَ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city synagogue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كَنِيسُ المَدِينَةِ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مَكَانٌ تُرِيدُ زِيَارَتَهُ</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Arabic and Somali</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الإِنْجْلِيزِيَّةُ وَالعَرَبِيَّةُ وَالصُّومَالِيَّةُ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most important festival?</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أَهَمُّ عِيدٍ عِنْدَكُمْ؟</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سُؤَالٌ تُرِيدُ أَنْ تَسْأَلَهُ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understand the neighbours who live in my area.</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أَنْ أَفْهَمَ جِيرَانِي الَّذِينَ يَعِيشُونَ فِي حَيِّي.</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تُرِيدُ المُشَارَكَةَ؟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Question 2: our visit to three places of worship</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زِيَارَةُ أَمَاكِنِ العِبَادَةِ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email in Arabic to a friend of about 80–90 words. You must include: • the visit and where you went • a description of one place (with a relative clause) • what you learnt • your opinion, your next visit, and a question for your friend.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relative clause.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زُرْنَا مَعَ المَدْرَسَةِ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visited with school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الَّتِي فِي وَسَطِ المَدِينَةِ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which is in the city centre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تَعَلَّمْتُ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learnt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الشَّهْرِ القَادِمِ سَنَزُورُ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month we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visiting places of worship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 رِسَالَةً إِلَى صَدِيقِكَ عَنْ زِيَارَةِ أَمَاكِنِ العِبَادَةِ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went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ذَهَبْتُمْ؟</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one of the places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صِفْ مَكَانًا مِنْهَا.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learnt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تَعَلَّمْتَ؟</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your next visit;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وَمَاذَا سَتَزُورُونَ بَعْدَ ذٰلِكَ؟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school we visited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زُرْنَا مَعَ المَدْرَسَةِ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visited … which … It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زُرْنَا ______ الَّتِي ______ . هِيَ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learnt that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تَعَلَّمْتُ 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 We’ll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أَظُنُّ أَنَّ ______ . سَنَزُورُ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مَرْحَبًا يَا سَامِي،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كَيْفَ حَالُكَ؟ أَمْسِ زُرْنَا مَعَ المَدْرَسَةِ ثَلَاثَةَ أَمَاكِنَ لِلْعِبَادَةِ فِي مَدِينَتِنَا. أَوَّلًا، زُرْنَا الكَاتِدْرَائِيَّةَ الَّتِي فِي وَسَطِ المَدِينَةِ. هِيَ قَدِيمَةٌ جِدًّا، وَلَهَا نَوَافِذُ مُلَوَّنَةٌ جَمِيلَةٌ. ثُمَّ زُرْنَا مَعْبَدًا لِلسِّيخِ، وَهُنَاكَ غَطَّيْنَا رُؤُوسَنَا وَأَكَلْنَا طَعَامًا مَجَّانِيًّا مَعَ النَّاسِ. أَخِيرًا، زُرْنَا مَسْجِدَنَا، وَشَرَحْتُ لِزُمَلَائِي كَيْفَ يُصَلِّي المُسْلِمُونَ. تَعَلَّمْتُ أَنَّ كُلَّ الأَمَاكِنِ تُرَحِّبُ بِالزُّوَّارِ. أَظُنُّ أَنَّ الزِّيَارَةَ كَانَتْ مُفِيدَةً جِدًّا، لِأَنَّنَا فَهِمْنَا جِيرَانَنَا أَكْثَرَ. فِي الشَّهْرِ القَادِمِ سَنَزُورُ كَنِيسًا. وَأَنْتَ، هَلْ زُرْتَ مَكَانًا مِثْلَهُ؟</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السَّلَامَةِ،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يُوسُفُ</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Sami, how are you? Yesterday we visited three places of worship in our city with school. First, the cathedral in the city centre: it’s very old, with beautiful coloured windows. Then a Sikh temple, where we covered our heads and ate a free meal with the people. Finally our mosque, where I explained to my classmates how Muslims pray. I learnt that all the places welcome visitors. I think the visit was very useful, because we understood our neighbours better. Next month we’ll visit a synagogue. And you, have you visited a place like this? Goodbye,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فِي وَسَطِ المَدِينَةِ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وَلَهَا نَوَافِذُ</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تَعَلَّمْتُ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سَنَزُورُ كَنِيسًا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سَامِي،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عُدْتُ أَمْسِ مِنْ رِحْلَةٍ مَدْرَسِيَّةٍ لَنْ أَنْسَاهَا؛ فَقَدْ زُرْنَا ثَلَاثَةَ أَمَاكِنَ لِلْعِبَادَةِ فِي يَوْمٍ وَاحِدٍ. بَدَأْنَا بِالكَاتِدْرَائِيَّةِ الَّتِي يَزِيدُ عُمْرُهَا عَلَى ثَمَانِمِئَةِ سَنَةٍ، وَأَدْهَشَتْنِي نَوَافِذُهَا المُلَوَّنَةُ الَّتِي تَحْكِي قِصَصَ الأَنْبِيَاءِ. ثُمَّ انْتَقَلْنَا إِلَى مَعْبَدِ السِّيخِ، حَيْثُ يَأْكُلُ الزُّوَّارُ مِنْ كُلِّ الأَدْيَانِ طَعَامًا مَجَّانِيًّا جَالِسِينَ عَلَى الأَرْضِ جَنْبًا إِلَى جَنْبٍ. وَخَتَمْنَا بِمَسْجِدِنَا، فَشَرَحْتُ لِزُمَلَائِي مَعْنَى الأَذَانِ. وَأَكْثَرُ مَا أَثَّرَ فِيَّ أَنَّ كُلَّ مَكَانٍ يُعَبِّرُ عَنِ الإِيمَانِ بِطَرِيقَتِهِ، غَيْرَ أَنَّ الكَرَمَ وَالهُدُوءَ يَجْمَعُ بَيْنَهَا. وَإِذَا سَمَحَ المُعَلِّمُ، فَسَنَزُورُ كَنِيسًا الشَّهْرَ القَادِمَ. هَلْ تُحِبُّ أَنْ تَنْضَمَّ إِلَيْنَا؟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يُوسُفُ</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Sami, I came back yesterday from a school trip I won’t forget: we visited three places of worship in one day. We began with the cathedral, over eight hundred years old, and I was amazed by its coloured windows that tell the stories of the prophets. Then the Sikh temple, where visitors of all faiths eat a free meal sitting side by side on the floor. We ended at our mosque, and I explained the meaning of the call to prayer. What struck me most is that each place expresses faith in its own way, yet generosity and calm unite them. If the teacher allows, we’ll visit a synagogue next month. Would you like to join us? Best wishes,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لَنْ أَنْسَاهَا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يَزِيدُ عُمْرُهَا عَلَى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جَالِسِينَ … جَنْبًا إِلَى جَنْبٍ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سَمَحَ … فَسَنَزُورُ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 of worship in my area</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مَكَانٌ لِلْعِبَادَةِ فِي حَيِّي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town and its faiths · the place and its location · what happens there (with an example) · respect between neighbours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مَدِينَتُكَ وَأَدْيَانُ سُكَّانِهَا · وَصْفُ المَكَانِ وَمَوْقِعُهُ · مَاذَا يَحْدُثُ هُنَاكَ (مَعَ مِثَالٍ) · الاحْتِرَامُ بَيْنَ الجِيرَانِ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build respect between people of different faiths?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نَبْنِي الاحْتِرَامَ بَيْنَ أَتْبَاعِ الأَدْيَانِ؟</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the role of knowledge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المَوْضُوعُ · دَوْرُ المَعْرِفَةِ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My town — askunu fī … ; hiya madīnatun mutanawwiʿatun, wa-fīhā atbāʿu adyānin kathīratin</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place — fī ḥayyī masjidun …; yaqaʿu amāma … bijānibi …; dākhila al-masjidi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happens — adhhabu …; al-masjidu laysa li-ṣ-ṣalāti faqaṭ; mathalan … allatī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Respect + future — muqābila … kanīsatun …, wa-n-nāsu alladhīna …; aḥtarimu … li-anna …; sa-azūru …; Stretch: laysa mujarrada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حَيِّي مَسْجِدٌ كَبِيرٌ أَمَامَ الحَدِيقَةِ.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nominal: a big mosque in front of the park.</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النَّاسُ الَّذِينَ يُصَلُّونَ فِيهَا طَيِّبُونَ.</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relative: the people who pray there are kind.</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سَأَزُورُ الكَنِيسَةَ مَعَ صَدِيقِي.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I’ll visit the church with a friend.</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أَسْكُنُ فِي مَدِينَةِ لِيسْتَرَ فِي وَسَطِ إِنْجِلْتِرَا. هِيَ مَدِينَةٌ مُتَنَوِّعَةٌ، وَفِيهَا أَتْبَاعُ أَدْيَانٍ كَثِيرَةٍ: مُسْلِمُونَ وَمَسِيحِيُّونَ وَهِنْدُوسٌ وَسِيخٌ وَيَهُودٌ.</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حَيِّي مَسْجِدٌ كَبِيرٌ اسْمُهُ مَسْجِدُ النُّورِ. يَقَعُ المَسْجِدُ أَمَامَ الحَدِيقَةِ، بِجَانِبِ مَكْتَبَةِ الحَيِّ. لَهُ مِئْذَنَةٌ عَالِيَةٌ وَقُبَّةٌ خَضْرَاءُ. دَاخِلَ المَسْجِدِ قَاعَةٌ وَاسِعَةٌ لِلصَّلَاةِ، وَمَكْتَبَةٌ، وَصُفُوفٌ لِتَعْلِيمِ العَرَبِيَّةِ وَالقُرْآنِ لِلْأَطْفَالِ.</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أَذْهَبُ إِلَى المَسْجِدِ كُلَّ يَوْمِ جُمُعَةٍ مَعَ أَبِي. المَسْجِدُ لَيْسَ لِلصَّلَاةِ فَقَطْ؛ مَثَلًا، فِيهِ بَنْكٌ لِلطَّعَامِ يُسَاعِدُ العَائِلَاتِ الَّتِي تَحْتَاجُ إِلَى مُسَاعَدَةٍ. فِي السَّنَةِ المَاضِيَةِ تَطَوَّعْتُ هُنَاكَ كُلَّ يَوْمِ سَبْتٍ، وَكُنْتُ أُرَتِّبُ الطَّعَامَ فِي الصَّنَادِيقِ.</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مُقَابِلَ المَسْجِدِ كَنِيسَةٌ قَدِيمَةٌ، وَالنَّاسُ الَّذِينَ يُصَلُّونَ فِيهَا جِيرَانٌ طَيِّبُونَ. أَحْتَرِمُ كُلَّ الأَدْيَانِ، لِأَنَّ الاحْتِرَامَ مُهِمٌّ فِي مَدِينَةٍ مِثْلِ مَدِينَتِي. فِي المُسْتَقْبَلِ سَأَزُورُ الكَنِيسَةَ مَعَ صَدِيقِي جَيْمْسَ، وَهُوَ سَيَزُورُ مَسْجِدَنَا أَيْضًا.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Leicester is diverse: Muslims, Christians, Hindus, Sikhs and Jews → Al-Noor Mosque in my area is opposite the park, next to the library: a minaret, a green dome, a prayer hall, a library, Arabic classes → I go every Friday; its food bank helps families, and I volunteered there last year → the church opposite has kind neighbours; I respect all faiths and will visit the church with James.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حَيِّي مَسْجِدٌ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أَمَامَ الحَدِيقَةِ، بِجَانِبِ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تَحْتَاجُ</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النَّاسُ الَّذِينَ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حِينَ أَخْرُجُ مِنْ بَيْتِي فِي لِيسْتَرَ، أَسْمَعُ الأَذَانَ مِنْ مَسْجِدِ النُّورِ، وَبَعْدَ دَقَائِقَ تَرِنُّ أَجْرَاسُ الكَنِيسَةِ القَدِيمَةِ الَّتِي تَقَعُ مُقَابِلَهُ. هٰذَا هُوَ الصَّوْتُ الَّذِي نَشَأْتُ عَلَيْهِ، وَالَّذِي يُشْعِرُنِي بِأَنَّنِي فِي بَيْتِي.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وَمَسْجِدُ النُّورِ لَيْسَ مُجَرَّدَ بِنَاءٍ جَمِيلٍ بِمِئْذَنَةٍ عَالِيَةٍ وَقُبَّةٍ خَضْرَاءَ، بَلْ هُوَ قَلْبُ الحَيِّ؛ فَفِيهِ صُفُوفٌ لِلْأَطْفَالِ، وَعِيَادَةٌ مَجَّانِيَّةٌ مَرَّةً فِي الشَّهْرِ، وَبَنْكٌ لِلطَّعَامِ يَخْدُمُ النَّاسَ مِنْ كُلِّ الأَدْيَانِ دُونَ أَنْ يَسْأَلَهُمْ عَنْ دِينِهِمْ أَوْ أَصْلِهِمْ.</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تَطَوَّعْتُ فِي هٰذَا البَنْكِ عَامًا كَامِلًا، فَتَعَرَّفْتُ عَلَى جَارَتِنَا العَجُوزِ مَارِي، وَهِيَ مَسِيحِيَّةٌ تَأْتِي كُلَّ أُسْبُوعٍ لِتُسَاعِدَ فِي تَوْزِيعِ الطَّعَامِ. وَمِنْهَا تَعَلَّمْتُ أَنَّ الإِيمَانَ الحَقِيقِيَّ يَظْهَرُ فِي الأَفْعَالِ أَكْثَرَ مِنَ الكَلِمَاتِ، وَفِي الابْتِسَامَةِ أَكْثَرَ مِنَ الخُطَبِ.</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لِكُلِّ دِينٍ مُعْتَقَدَاتِهِ وَطُقُوسَهُ، غَيْرَ أَنَّ الاحْتِرَامَ المُتَبَادَلَ يَجْعَلُ حَيَّنَا مَكَانًا آمِنًا وَدَافِئًا لِلْجَمِيعِ. وَلَوْ سَأَلَنِي زَائِرٌ عَنْ سِرِّ هٰذَا الحَيِّ، لَقُلْتُ لَهُ: "اسْتَمِعْ إِلَى الأَذَانِ وَالأَجْرَاسِ مَعًا".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تَقَعُ مُقَابِلَهُ</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 مُجَرَّدَ … بَلْ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دُونَ أَنْ يَسْأَلَهُمْ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سَأَلَنِي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building respect between faiths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تَعِيشُ فِي مُدُنِنَا اليَوْمَ عَائِلَاتٌ مِنْ أَدْيَانٍ مُخْتَلِفَةٍ فِي الشَّارِعِ نَفْسِهِ، وَيَدْرُسُ أَبْنَاؤُهَا فِي الصَّفِّ نَفْسِهِ. فَكَيْفَ نَبْنِي احْتِرَامًا حَقِيقِيًّا بَيْنَ أَتْبَاعِ هٰذِهِ الأَدْيَانِ؟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أَوَّلًا، إِنَّ المَعْرِفَةَ أَسَاسُ الاحْتِرَامِ؛ فَالخَوْفُ مِنَ الآخَرِ يَأْتِي غَالِبًا مِنَ الجَهْلِ بِهِ. لِذٰلِكَ أَرَى أَنَّ دُرُوسَ الدِّرَاسَاتِ الدِّينِيَّةِ وَزِيَارَاتِ أَمَاكِنِ العِبَادَةِ مُهِمَّةٌ جِدًّا لِلطُّلَّابِ، لِأَنَّهَا تُحَوِّلُ الغَرِيبَ إِلَى جَارٍ مَعْرُوفٍ. ثَانِيًا، لَا يَعْنِي الاحْتِرَامُ أَنْ نَتَّفِقَ فِي كُلِّ شَيْءٍ، بَلْ أَنْ نَعْتَرِفَ بِحَقِّ كُلِّ إِنْسَانٍ فِي إِيمَانِهِ.</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رَأَيْتُ ذٰلِكَ عِنْدَمَا نَظَّمَتْ مَدْرَسَتِي "أُسْبُوعَ الأَدْيَانِ"؛ فَقَدَّمَ كُلُّ طَالِبٍ عِيدًا مِنْ أَعْيَادِ دِينِهِ، وَتَذَوَّقْنَا حَلَوِيَّاتٍ مِنْ ثَقَافَاتٍ كَثِيرَةٍ، وَطَرَحْنَا أَسْئِلَةً بِأَدَبٍ وَفُضُولٍ. وَبَعْدَ ذٰلِكَ الأُسْبُوعِ، قَلَّتِ التَّعْلِيقَاتُ السَّلْبِيَّةُ فِي المَدْرَسَةِ بِشَكْلٍ وَاضِحٍ، وَزَادَتِ الصَّدَاقَاتُ.</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بِنَاءَ الثِّقَةِ يَحْتَاجُ إِلَى وَقْتٍ، غَيْرَ أَنَّ كُلَّ خُطْوَةٍ صَغِيرَةٍ تَصْنَعُ فَرْقًا. وَإِذَا تَعَلَّمَ الأَطْفَالُ الاحْتِرَامَ فِي المَدْرَسَةِ، فَسَيَنْقُلُونَهُ إِلَى بُيُوتِهِمْ وَمُجْتَمَعَاتِهِمْ فِي المُسْتَقْبَلِ.</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إِنَّ المَعْرِفَةَ أَسَاسُ</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يَعْنِي … أَنْ … بَلْ أَنْ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قَلَّتِ التَّعْلِيقَاتُ</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تَعَلَّمَ … فَسَيَنْقُلُونَهُ</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respectful question in box 7.</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relative clause and a nominal sentence.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prepositions of place and calm, factual language.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TE-L06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TE-L05 · Writing Workshop — Faiths, Beliefs and Places of Worship</dc:title>
  <dc:subject>PptxGenJS Presentation</dc:subject>
  <dc:creator>Al Madina Online School · Arabic Department</dc:creator>
  <cp:lastModifiedBy>Al Madina Online School · Arabic Department</cp:lastModifiedBy>
  <cp:revision>1</cp:revision>
  <dcterms:created xsi:type="dcterms:W3CDTF">2026-10-11T14:35:26Z</dcterms:created>
  <dcterms:modified xsi:type="dcterms:W3CDTF">2026-10-11T14:35:26Z</dcterms:modified>
</cp:coreProperties>
</file>