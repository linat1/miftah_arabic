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E, Lesson 2 (Multilingual Life and Communication, TE-L02), using that lesson’s language (present tense for habits (atawāṣalu, atarjimu); verbal nouns as subjects and objects (taʿallumu al-lughāti mumtiʿ; uḥibbu at-tarjama); relative clauses (al-lughatu allatī …, aṣ-ṣadīqu alladhī …, man yatakallamu …)).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maṣdar lets you talk ABOUT an activity: أَتَعَلَّمُ → تَعَلُّمٌ · أَتَوَاصَلُ → تَوَاصُلٌ · أُتَرْجِمُ → تَرْجَمَةٌ. Use it as a subject (تَعَلُّمُ اللُّغَاتِ مُفِيدٌ) or after أُحِبُّ (أُحِبُّ التَّرْجَمَةَ).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الَّذِي for m. nouns, الَّتِي for f. nouns AND non-human plurals (اللُّغَاتُ الَّتِي أَتَكَلَّمُهَا), الَّذِينَ for people (pl.). Remember the returning pronoun: الصَّدِيقُ الَّذِي أُرَاسِلُهُ.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language-school open day.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تَتَعَلَّمِينَ · تَتَعَلَّمِينَهَا · تَتَدَرَّبِينَ.
Core: present tense (ataʿallamu, astakhdimu, ushāhidu), mundhu thalāthi sanawātin, li-anna + subject, matā …?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railway station.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تَتَكَلَّمِينَ · تَعَلَّمْتِ · لَهْجَتُكِ · عَلَيْكِ.
Core+: a relative clause (al-qiṭāru alladhī yadhhabu), the ordinal (ar-raṣīf ar-rābiʿ), fuṣḥā vs lahja, the CANDIDATE asks (min ayyi baladin?), verbal nouns as subjects (al-qirāʾa / al-kitāba) + ammā … fa-.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school assembly.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تَسْتَخْدِمِينَ · تُسَاعِدُكِ · تَتَوَاصَلِينَ · أَقَارِبِكِ · مَعَكِ.
Develop: a present-tense routine with time markers, allatī + returning pronoun, verbal nouns (mushāhada, takrār), bi-mukālamati fīdyū, aṣʿabu shayʾin + li-dhālika, a past anecdote with badalan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formal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تَتَطَوَّعِي · مُتَرْجِمَةً · تُتَرْجِمِينَ · مِنْكِ · تُغَيِّرِي · تَفْعَلِينَ.
Stretch: formal register, dūna an + subjunctive, a list of verbal nouns (itqān, ḥiyād, iḥtirām), man as "whoever", mimmā + past, a concession with lā … wa-lā, law … la- + wa-illā.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verbal noun or a relative clause.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E · EXAM PRACTICE  ·  TE-L02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TE-L02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Multilingual Life and Communication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الحَيَاةُ بِلُغَاتٍ مُتَعَدِّدَةٍ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how you learn and use languages every day, how you communicate with family and friends abroad, and how you help people who do not share your language — using the present tense, verbal nouns (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تَعَلُّمٌ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تَوَاصُلٌ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تَرْجَمَةٌ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relative clauses (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الَّتِي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</a:t>
            </a:r>
            <a:pPr algn="l" indent="0" marL="0">
              <a:buNone/>
            </a:pPr>
            <a:r>
              <a:rPr lang="en-US" sz="11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Advanced Topic E · The International World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E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E › TE-L02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VERBAL NOUNS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Verb → verbal noun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الفِعْلُ وَالمَصْدَرُ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تَعَلُّمُ اللُّغَاتِ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learning languages (v.n.)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ta-ʿal-lu-mu all-lu-ghā-ti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learner (f.)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مُتَعَلِّمَةٌ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learn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أَتَعَلَّمُ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communication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at-ta-wā-ṣu-lu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social media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وَسَائِلُ التَّوَاصُلِ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keep in touch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أَتَوَاصَلُ مَعَ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verbal 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التَّرْجَمَةُ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translation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at-tar-ja-ma-tu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translator (m. · f.)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مُتَرْجِمٌ · مُتَرْجِمَةٌ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translate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أُتَرْجِمُ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adjective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ثُنَائِيُّ اللُّغَةِ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bilingual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thu-nā-ʾiy-yu all-lu-gha-ti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multilingual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مُتَعَدِّدُ اللُّغَاتِ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ثُنَائِيَّةُ اللُّغَةِ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لَهْجَةٌ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dialect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lah-ja-tun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standard Arabic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الفُصْحَى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dialects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لَهَجَاتٌ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مُكَالَمَةُ فِيدْيُو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video call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mu-kā-la-ma-tu fīd-yū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message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رِسَالَةٌ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call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بِجَدِّي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RELATIVE CLAUSES AND COMMUNICATION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 language that … · the friend who …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الاسْمُ المَوْصُولُ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app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taṭ-bī-qun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dictionary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قَامُوسٌ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تَطْبِيقَاتٌ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 · لَا أَفْهَمُ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understand · I don’t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af-ha-mu · lā af-ha-mu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misunderstanding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سُوءُ فَهْمٍ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understanding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الفَهْمُ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أَخْلِطُ بَيْنَ …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mix up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akh-li-ṭu bay-na …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mistakes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أَخْطَاءٌ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switch to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أَنْتَقِلُ إِلَى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/ which (m. · f.)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whoever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(people)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الَّذِينَ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noun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النُّطْقُ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pronunciation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an-nuṭ-qu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grammar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القَوَاعِدُ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vocabulary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المُفْرَدَاتُ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adverb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بِطَلَاقَةٍ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fluently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bi-ṭa-lā-qa-tin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difficulty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بِصُعُوبَةٍ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LANGUAGE-SCHOOL OPEN DAY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language school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مَدْرَسَةِ اللُّغَاتِ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أَتَعَلَّمُ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language you learn.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أَيَّ لُغَةٍ تَتَعَلَّمُ؟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… سَنَوَاتٍ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for how long.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reason.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 تَتَعَلَّمُهَا؟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the classes are.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صُفُوفٌ لِلْمُحَادَثَةِ.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 … / أُشَاهِدُ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الأَرْبِعَاءِ. كَيْفَ تَتَدَرَّبُ فِي البَيْتِ؟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teacher at the language school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RAILWAY STATION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Helping a lost tourist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مُسَاعَدَةُ سَائِحٍ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أَتَكَلَّمُ … كَيْفَ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yes and offer help.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تَتَكَلَّمُ العَرَبِيَّةَ؟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القِطَارُ الَّذِي … يَنْطَلِقُ مِنْ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Translate the platform and time.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القِطَارَ إِلَى لَنْدَنَ، لٰكِنِّي لَا أَفْهَمُ اللَّوْحَةَ.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أَتَكَلَّمُهَا فِي البَيْتِ، وَأَدْرُسُ … فِي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briefly.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أَيْنَ تَعَلَّمْتَ العَرَبِيَّةَ؟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tourist is from.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لَهْجَتُكَ مُخْتَلِفَةٌ عَنْ لَهْجَتِي!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القِرَاءَةُ … أَمَّا الكِتَابَةُ فَصَعْبَةٌ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العِرَاقِ. هَلِ العَرَبِيَّةُ صَعْبَةٌ عَلَيْكَ؟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bilingual teenager  ·  The examiner is: an Arabic-speaking tourist who speaks no English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SCHOOL ASSEMBLY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Language ambassador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سَفِيرُ اللُّغَاتِ فِي المَدْرَسَةِ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الصَّبَاحِ … وَفِي المَدْرَسَةِ … وَفِي المَسَاءِ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multilingual day (present).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تَسْتَخْدِمُ فِي يَوْمٍ عَادِيٍّ؟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الطَّرِيقَةُ الَّتِي … هِيَ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a method with a relative clause.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الطَّرِيقَةُ الَّتِي تُسَاعِدُكَ أَكْثَرَ؟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نَتَّصِلُ … كُلَّ … وَأُرْسِلُ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communication habits.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أَقَارِبِكَ فِي الخَارِجِ؟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شَيْءٍ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difficulty and your solution.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شَيْءٍ؟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طَلَبْتُ … فَأَحْضَرَ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 narrative).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مَعَكَ سُوءُ فَهْمٍ مُضْحِكٌ؟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the school’s language ambassador  ·  The examiner is: a Year 7 student interviewing you for the school blog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FORMAL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Volunteer interpreter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مُتَرْجِمٌ مُتَطَوِّعٌ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… فَقَدْ رَأَيْتُ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formal motivation.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تَتَطَوَّعَ مُتَرْجِمًا؟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List skills with verbal nouns and linkers.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المَهَارَاتُ الَّتِي يَحْتَاجُ إِلَيْهَا المُتَرْجِمُ؟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أُتَرْجِمُ لِوَالِدَتِي عِنْدَمَا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current habit with a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تُتَرْجِمُ لِأَحَدٍ الآنَ؟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argue.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التَّرْجَمَةُ الآلِيَّةُ كَافِيَةً اليَوْمَ؟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طَلَبَ …، لَشَرَحْتُ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طَلَبَ مِنْكَ شَخْصٌ أَنْ تُغَيِّرَ كَلَامَهُ، مَاذَا تَفْعَلُ؟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an applicant  ·  The examiner is: the coordinator of a community advice centre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which languages they use, with whom, in the present tense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 verbal noun and a relative clause with the returning pronoun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أَتَعَلَّمُ اللُّغَةَ العَرَبِيَّةَ.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learning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أَيَّ لُغَةٍ تَتَعَلَّمُ؟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أَتَعَلَّمُهَا مُنْذُ ثَلَاثِ سَنَوَاتٍ.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I’ve been learning it for three years.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أُسْرَتِي تَتَكَلَّمُ العَرَبِيَّةَ.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my family speaks Arabic.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وَلِمَاذَا تَتَعَلَّمُهَا؟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الصُّفُوفُ،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are the classes,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صُفُوفٌ لِلْمُحَادَثَةِ.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أَسْتَخْدِمُ تَطْبِيقًا، وَأُشَاهِدُ أَفْلَامًا بِالعَرَبِيَّةِ.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an app and watch films in Arabic.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يَوْمَ الأَرْبِعَاءِ. كَيْفَ تَتَدَرَّبُ فِي البَيْتِ؟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أَتَكَلَّمُ العَرَبِيَّةَ. كَيْفَ أُسَاعِدُكَ؟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speak Arabic. How can I help you?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تَتَكَلَّمُ العَرَبِيَّةَ؟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القِطَارُ الَّذِي يَذْهَبُ إِلَى لَنْدَنَ يَنْطَلِقُ مِنَ الرَّصِيفِ الرَّابِعِ.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train that goes to London leaves from platform four.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القِطَارَ إِلَى لَنْدَنَ، لٰكِنِّي لَا أَفْهَمُ اللَّوْحَةَ.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أَتَكَلَّمُهَا فِي البَيْتِ مَعَ أُسْرَتِي، وَأَدْرُسُ الفُصْحَى فِي المَدْرَسَةِ.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speak it at home and study standard Arabic at school.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شُكْرًا! أَيْنَ تَعَلَّمْتَ العَرَبِيَّةَ؟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 مِنْ أَيِّ بَلَدٍ أَنْتَ؟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True! Which country are you from?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لَهْجَتُكَ مُخْتَلِفَةٌ عَنْ لَهْجَتِي!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القِرَاءَةُ سَهْلَةٌ، أَمَّا الكِتَابَةُ فَصَعْبَةٌ قَلِيلًا، لِأَنَّ القَوَاعِدَ كَثِيرَةٌ.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Reading is easy, but writing is a bit hard, because there is a lot of grammar.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العِرَاقِ. هَلِ العَرَبِيَّةُ صَعْبَةٌ عَلَيْكَ؟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الصَّبَاحِ أَتَكَلَّمُ البُنْجَابِيَّةَ مَعَ جَدَّتِي، وَفِي المَدْرَسَةِ الإِنْجْلِيزِيَّةَ، وَفِي المَسَاءِ أَدْرُسُ العَرَبِيَّةَ؛ أَيْ ثَلَاثَ لُغَاتٍ.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Punjabi with grandma in the morning, English at school, Arabic in the evening — three languages.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لُغَةً تَسْتَخْدِمُ فِي يَوْمٍ عَادِيٍّ؟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الطَّرِيقَةُ الَّتِي تُسَاعِدُنِي أَكْثَرَ هِيَ مُشَاهَدَةُ المُسَلْسَلَاتِ مَعَ التَّرْجَمَةِ، ثُمَّ تَكْرَارُ الجُمَلِ بِصَوْتٍ عَالٍ.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Watching series with subtitles, then repeating sentences aloud.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الطَّرِيقَةُ الَّتِي تُسَاعِدُكَ أَكْثَرَ؟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نَتَّصِلُ بِهِمْ بِمُكَالَمَةِ فِيدْيُو كُلَّ يَوْمِ جُمُعَةٍ، وَأُرْسِلُ رَسَائِلَ صَوْتِيَّةً إِلَى ابْنِ عَمِّي، لِأَنَّهُ لَا يُحِبُّ الكِتَابَةَ.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video call every Friday, and voice messages to my cousin, because he doesn’t like writing.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تَتَوَاصَلُ مَعَ أَقَارِبِكَ فِي الخَارِجِ؟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شَيْءٍ أَنَّنِي أَخْلِطُ بَيْنَ اللُّغَاتِ أَحْيَانًا؛ لِذٰلِكَ أُخَصِّصُ لِكُلِّ لُغَةٍ مَكَانًا وَوَقْتًا.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sometimes mix languages up, so I give each language its own place and time.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شَيْءٍ؟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مَرَّةً طَلَبْتُ مِنْ خَالِي "كُرْسِيًّا" بَدَلًا مِنْ "كُرَةٍ"، فَأَحْضَرَ لِي كُرْسِيًّا، وَضَحِكْنَا كَثِيرًا!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I asked my uncle for a “chair” instead of a “ball” — he brought a chair and we laughed a lot!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مَعَكَ سُوءُ فَهْمٍ مُضْحِكٌ؟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أَتَقَدَّمَ لِهٰذَا الدَّوْرِ؛ فَقَدْ رَأَيْتُ كَيْفَ عَانَتْ جَدَّتِي عِنْدَمَا وَصَلَتْ إِلَى بَرِيطَانْيَا دُونَ أَنْ تَعْرِفَ كَلِمَةً إِنْجْلِيزِيَّةً.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saw how my grandmother struggled when she arrived in Britain without a word of English.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تَتَطَوَّعَ مُتَرْجِمًا؟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إِتْقَانُ اللُّغَتَيْنِ؛ بِالإِضَافَةِ إِلَى ذٰلِكَ، الدِّقَّةُ وَالحِيَادُ وَاحْتِرَامُ الخُصُوصِيَّةِ، لِأَنَّ النَّاسَ يَثِقُونَ بِمَنْ يُتَرْجِمُ لَهُمْ.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Mastery of both languages; also precision, neutrality and privacy, because people trust whoever translates for them.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المَهَارَاتُ الَّتِي يَحْتَاجُ إِلَيْهَا المُتَرْجِمُ؟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أُتَرْجِمُ لِوَالِدَتِي عِنْدَمَا تَزُورُ الطَّبِيبَ، مِمَّا عَلَّمَنِي الصَّبْرَ وَكَثِيرًا مِنَ المُفْرَدَاتِ الطِّبِّيَّةِ.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translate for my mother at the doctor’s, which has taught me patience and medical vocabulary.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تُتَرْجِمُ لِأَحَدٍ الآنَ؟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سَرِيعَةٌ وَمُفِيدَةٌ، غَيْرَ أَنَّهَا لَا تَفْهَمُ المَشَاعِرَ وَلَا الثَّقَافَةَ، وَقَدْ تُخْطِئُ فِي كَلِمَةٍ تُغَيِّرُ المَعْنَى كُلَّهُ.</a:t>
            </a:r>
            <a:endParaRPr lang="ar-SA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fast and useful, but it understands neither feelings nor culture, and one wrong word can change the whole meaning.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التَّرْجَمَةُ الآلِيَّةُ كَافِيَةً اليَوْمَ؟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طَلَبَ مِنِّي ذٰلِكَ، لَشَرَحْتُ لَهُ بِلُطْفٍ أَنَّ المُتَرْجِمَ الأَمِينَ يَنْقُلُ الكَلَامَ كَمَا هُوَ، وَإِلَّا فَقَدَ ثِقَةَ الجَمِيعِ.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kindly explain that an honest interpreter conveys words as they are — otherwise they lose everyone’s trust.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طَلَبَ مِنْكَ شَخْصٌ أَنْ تُغَيِّرَ كَلَامَهُ، مَاذَا تَفْعَلُ؟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motivation, verbal nouns, mimmā, a concession and law … la- — the language of a professional, in formal Arabic.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اللُّغَاتُ فِي حَيَاتِي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languages do you speak?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 أَتَكَلَّمُ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language do you speak at home?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لُغَةٍ تَتَكَلَّمُ فِي البَيْتِ؟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 … / أَسْتَخْدِمُ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learn new words?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تَتَعَلَّمُ الكَلِمَاتِ الجَدِيدَةَ؟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أُشَاهِدُ … / لَا،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watch films in another language?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تُشَاهِدُ أَفْلَامًا بِلُغَةٍ أُخْرَى؟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تَعَلُّمُ اللُّغَاتِ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learning languages easy?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تَعَلُّمُ اللُّغَاتِ سَهْلٌ؟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in the present tense.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التَّوَاصُلُ بِلُغَاتٍ كَثِيرَةٍ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الصَّبَاحِ … وَفِي الطَّرِيقِ … أَمَّا فِي المَسَاءِ فَأُكَلِّمُ …</a:t>
            </a:r>
            <a:endParaRPr lang="ar-SA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normal day through the languages you use.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عَادِيًّا بِاللُّغَاتِ الَّتِي تَسْتَخْدِمُهَا.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الشَّخْصُ الَّذِي … هُوَ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communicate with in another language?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الشَّخْصُ الَّذِي تَتَوَاصَلُ مَعَهُ بِلُغَةٍ أُخْرَى؟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benefits of being bilingual?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فَوَائِدُ أَنْ تَكُونَ ثُنَائِيَّ اللُّغَةِ؟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فَأَدْرُسُ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you learn when you were little?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كُنْتَ تَتَعَلَّمُ عِنْدَمَا كُنْتَ صَغِيرًا؟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سَأَتَعَلَّمُ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language will you learn next, and why?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لُغَةٍ سَتَتَعَلَّمُ فِي المُسْتَقْبَلِ؟ وَلِمَاذَا؟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verbal noun or a relative clause, a reason and a time marker.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اللُّغَةُ وَالتَّوَاصُلُ فِي العَالَمِ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machine translation make learning languages unnecessary?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سَتُغْنِينَا التَّرْجَمَةُ الآلِيَّةُ عَنْ تَعَلُّمِ اللُّغَاتِ؟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standard Arabic more important than dialects?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الفُصْحَى أَهَمُّ مِنَ اللَّهَجَاتِ؟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… أَمَّا اليَوْمَ فَنَرَى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technology changed communication for scattered families?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التِّكْنُولُوجْيَا التَّوَاصُلَ بَيْنَ الأُسَرِ المُتَفَرِّقَةِ؟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مَنْ … يَجِبُ 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responsibility does a bilingual person have in their community?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مَسْؤُولِيَّةُ مَنْ يَتَكَلَّمُ لُغَتَيْنِ فِي مُجْتَمَعِهِ؟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حَدَثَ ذٰلِكَ، لَخَسِرْنَا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the world lost all its languages but one, what would we lose?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فَقَدَ العَالَمُ كُلَّ لُغَاتِهِ إِلَّا لُغَةً وَاحِدَةً، مَاذَا نَخْسَرُ؟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a balanced view, kāna … ammā al-yawma fa- with mimmā, man as "whoever"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أَتَكَلَّمُ الإِنْجْلِيزِيَّةَ وَالعَرَبِيَّةَ.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and Arabic.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اللُّغَاتُ الَّتِي تَتَكَلَّمُهَا؟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 أَتَكَلَّمُ العَرَبِيَّةَ مَعَ أُمِّي.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Arabic with my mum.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لُغَةٍ تَتَكَلَّمُ فِي البَيْتِ؟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أَكْتُبُهَا فِي دَفْتَرٍ، وَأُرَاجِعُهَا كُلَّ يَوْمٍ.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write them in a notebook and revise them daily.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تَتَعَلَّمُ الكَلِمَاتِ الجَدِيدَةَ؟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أُشَاهِدُ أَفْلَامًا تُرْكِيَّةً مَعَ التَّرْجَمَةِ.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Turkish films with subtitles.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تُشَاهِدُ أَفْلَامًا بِلُغَةٍ أُخْرَى؟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تَعَلُّمُ اللُّغَاتِ صَعْبٌ قَلِيلًا، لٰكِنَّهُ مُمْتِعٌ.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bit hard, but fun.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تَعَلُّمُ اللُّغَاتِ سَهْلٌ؟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the present tense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الصَّبَاحِ أَسْمَعُ الأَخْبَارَ بِالإِنْجْلِيزِيَّةِ، وَفِي الطَّرِيقِ أَقْرَأُ القُرْآنَ بِالعَرَبِيَّةِ، أَمَّا فِي المَسَاءِ فَأُكَلِّمُ جَدِّي بِالصُّومَالِيَّةِ.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News in English in the morning, Qur’an in Arabic on the way, and Somali with grandpa in the evening.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يَوْمًا عَادِيًّا بِاللُّغَاتِ الَّتِي تَسْتَخْدِمُهَا.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الشَّخْصُ الَّذِي أَتَوَاصَلُ مَعَهُ أَكْثَرَ هُوَ ابْنُ خَالَتِي فِي مِصْرَ؛ نَتَرَاسَلُ يَوْمِيًّا، وَيُصَحِّحُ أَخْطَائِي.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cousin in Egypt: we message daily and he corrects my mistakes.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مَنِ الشَّخْصُ الَّذِي تَتَوَاصَلُ مَعَهُ بِلُغَةٍ أُخْرَى؟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التَّوَاصُلُ مَعَ نَاسٍ أَكْثَرَ؛ بِالإِضَافَةِ إِلَى ذٰلِكَ، فُرَصُ العَمَلِ وَفَهْمُ ثَقَافَتَيْنِ مِنَ الدَّاخِلِ.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Talking to more people; also job opportunities and understanding two cultures from inside.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فَوَائِدُ أَنْ تَكُونَ ثُنَائِيَّ اللُّغَةِ؟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أَحْفَظُ الأَغَانِيَ وَالأَنَاشِيدَ، أَمَّا الآنَ فَأَدْرُسُ القَوَاعِدَ وَأَقْرَأُ القِصَصَ القَصِيرَةَ.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memorised songs; now I study grammar and read short stories.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كُنْتَ تَتَعَلَّمُ عِنْدَمَا كُنْتَ صَغِيرًا؟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سَأَتَعَلَّمُ الصِّينِيَّةَ، لِكَيْ أَعْمَلَ فِي التِّجَارَةِ الدُّوَلِيَّةِ، لِأَنَّ الصِّينَ شَرِيكٌ مُهِمٌّ لِلْعَالَمِ العَرَبِيِّ.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Chinese, to work in international trade — China is a key partner of the Arab world.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لُغَةٍ سَتَتَعَلَّمُ فِي المُسْتَقْبَلِ؟ وَلِمَاذَا؟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Verbal nouns + allatī / alladhī + two time frames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تَتَطَوَّرُ بِسُرْعَةٍ، غَيْرَ أَنَّ تَعَلُّمَ اللُّغَةِ يَفْتَحُ القَلْبَ لَا الأُذُنَ فَقَطْ؛ فَلَا آلَةَ تَنْقُلُ النُّكْتَةَ أَوِ الدُّعَاءَ كَمَا هُوَ.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improving fast, but learning a language opens the heart, not just the ear — no machine conveys a joke or a prayer as it is.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سَتُغْنِينَا التَّرْجَمَةُ الآلِيَّةُ عَنْ تَعَلُّمِ اللُّغَاتِ؟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تَجْمَعُ الفُصْحَى العَرَبَ كُلَّهُمْ فِي الكِتَابَةِ وَالإِعْلَامِ، وَمِنْ نَاحِيَةٍ أُخْرَى، اللَّهْجَةُ هِيَ لُغَةُ البَيْتِ وَالمَشَاعِرِ، لِذٰلِكَ نَحْتَاجُ إِلَى الاثْنَتَيْنِ.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Fuṣḥā unites all Arabs in writing and media; dialect is the language of home and feeling — we need both.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الفُصْحَى أَهَمُّ مِنَ اللَّهَجَاتِ؟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يَنْتَظِرُ رِسَالَةً وَرَقِيَّةً شَهْرًا كَامِلًا، أَمَّا اليَوْمَ فَنَرَى بَعْضَنَا كُلَّ يَوْمٍ، مِمَّا يُقَرِّبُ المَسَافَاتِ وَيُحَافِظُ عَلَى اللُّغَةِ.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Grandpa waited a month for a paper letter; today we see each other daily, which shrinks distances and keeps the language alive.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غَيَّرَتِ التِّكْنُولُوجْيَا التَّوَاصُلَ بَيْنَ الأُسَرِ المُتَفَرِّقَةِ؟</a:t>
            </a:r>
            <a:endParaRPr lang="ar-SA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verbal nouns, lā + noun of absolute negation, mimmā, man yatakallamu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مَنْ يَتَكَلَّمُ لُغَتَيْنِ يَجِبُ أَنْ يَكُونَ جِسْرًا؛ فَيُسَاعِدَ الجِيرَانَ الجُدُدَ، وَيَشْرَحَ ثَقَافَةَ كُلِّ طَرَفٍ لِلْآخَرِ.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Whoever speaks two languages should be a bridge — helping new neighbours and explaining each side’s culture to the other.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مَسْؤُولِيَّةُ مَنْ يَتَكَلَّمُ لُغَتَيْنِ فِي مُجْتَمَعِهِ؟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حَدَثَ ذٰلِكَ، لَخَسِرْنَا آلَافَ الطُّرُقِ لِرُؤْيَةِ العَالَمِ؛ فَكُلُّ لُغَةٍ تَحْمِلُ أَمْثَالًا وَأَشْعَارًا وَحِكْمَةً لَا تُوجَدُ فِي غَيْرِهَا.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We’d lose thousands of ways of seeing the world: every language carries proverbs, poems and wisdom found nowhere else.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فَقَدَ العَالَمُ كُلَّ لُغَاتِهِ إِلَّا لُغَةً وَاحِدَةً، مَاذَا نَخْسَرُ؟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verbal nouns, lā + noun of absolute negation, mimmā, man yatakallamu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E · Speaking workshop · TE-L02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which languages I use and with whom.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how I learn, in the present tense.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verbal noun (taʿallum, tawāṣul, tarjama).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allatī / alladhī with the returning pronoun.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 of technology or dialects, with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TE-L02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TE-L02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TE-L02 · Speaking Workshop — Multilingual Life and Communication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2026-10-11T14:23:24Z</dcterms:created>
  <dcterms:modified xsi:type="dcterms:W3CDTF">2026-10-11T14:23:24Z</dcterms:modified>
</cp:coreProperties>
</file>