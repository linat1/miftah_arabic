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E, Lesson 10 (International Life and Global Connections, TE-L10), using that lesson’s language (conditionals (idhā … fa-sa-; law … la-; in + jussive); the passive (ṣuniʿa fī, yuṣaddaru, tunāqashu); balanced opinion (min nāḥiyatin … wa-min nāḥiyatin ukhrā; ṣaḥīḥun anna … ghayra anna)).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real: إِذَا + past, then فَسَوْفَ / فَسَأَ… (إِذَا سَافَرْتُ، فَسَأَتَطَوَّعُ). Formal real: إِنْ + jussive ×2 (إِنْ تَدْرُسْ تَنْجَحْ). Unreal: لَوْ + past, la- + past (لَوْ كُنْتُ رَئِيسَةً لَمَنَعْتُ …). One of each in a Stretch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passive for global facts: صُنِعَ هَاتِفِي فِي الصِّينِ · تُنَاقَشُ القَضَايَا فِي الأُمَمِ المُتَّحِدَةِ. Balance: مِنْ نَاحِيَةٍ … وَمِنْ نَاحِيَةٍ أُخْرَى … ؛ صَحِيحٌ أَنَّ … غَيْرَ أَنَّ 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A (Core) — the Model UN club.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تُرِيدِينَ · تَنْضَمِّي · تَتَكَلَّمِينَهَا · تُمَثِّلِي · رَأْيِكِ.
Core: li-annī uḥibbu, a relative clause in the question, urīdu an umaththila, ayna sa-yakūnu …?, aḥammu qaḍiyyatin + li-annahu.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B (Core+) — in a shopping centre.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هَاتِفُكِ · يُهِمُّكِ · مَلَابِسُكِ · تَشْتَرِينَ.
Core+: passive ṣuniʿa fī ×2 and tuṣnaʿu (present passive), li-anna + aḥyānan, idhā + past … fa-sa-, the CANDIDATE asks for an opinion, comparatives arkhaṣ / afḍal.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C (Develop) — at home.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أَنَّكِ تُفَكِّرِينَ · عَلَيْكِ · يُعْجِبْكِ · سَأَكُونُ بَعِيدَةً.
Develop: li-kay + two subjunctives, passives (yunaẓẓamu min qibali, yumawwalu), idhā + past … fa-sa-, a balanced reply to worry, law lam … la- ×2 with ḥattā.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D (Stretch) — an international youth summit.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أَعْطِينَا · حَيَاتِكِ · كُنْتِ أَمِينَةً عَامَّةً · تَفْعَلِينَ (model already f.; a boy says مُرْتَبِطٌ · أَمِينًا).
Stretch: a balanced thesis, four passives (zuriʿat, quṭifa, ṣuniʿa, furiḍat), a concession with laysa qadaran, idhā + passive … fa-sa-, yanbaghī an ×3 + li- … lā li-, law … la- + li-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Develop. Examiner asks the questions in order and may add “لِمَاذَا؟ / هَلْ يُمْكِنُ أَنْ تَشْرَحَ أَكْثَرَ؟” to push for more. Candidate aims for two or three sentences, with a conditional and a passive.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Stretch. Examiner asks the questions in order and may add “لِمَاذَا؟ / هَلْ يُمْكِنُ أَنْ تَشْرَحَ أَكْثَرَ؟” to push for more. Candidate aims for a developed answer: opinion, balance,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E · EXAM PRACTICE  ·  TE-L10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TE-L10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International Life and Global Connections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45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وَرْشَةُ التَّحَدُّثِ — الحَيَاةُ الدُّوَلِيَّةُ وَالرَّوَابِطُ العَالَمِيَّةُ</a:t>
            </a:r>
            <a:endParaRPr lang="ar-SA" sz="34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talk about how your life connects to the wider world — products, friends online, global issues, international organisations, studying or volunteering abroad — with conditionals (</a:t>
            </a:r>
            <a:pPr algn="l" indent="0" marL="0">
              <a:buNone/>
            </a:pPr>
            <a:r>
              <a:rPr lang="ar-SA" altLang="en-US" sz="1550" dirty="0">
                <a:solidFill>
                  <a:srgbClr val="C6D2E6"/>
                </a:solidFill>
                <a:latin typeface="Amiri" pitchFamily="2" charset="-78"/>
                <a:cs typeface="Amiri" pitchFamily="2" charset="-78"/>
              </a:rPr>
              <a:t>إِذَا … فَسَأُسَافِرُ</a:t>
            </a:r>
            <a:pPr algn="l" indent="0" marL="0">
              <a:buNone/>
            </a:pPr>
            <a:r>
              <a:rPr lang="en-US" sz="12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50" dirty="0">
                <a:solidFill>
                  <a:srgbClr val="C6D2E6"/>
                </a:solidFill>
                <a:latin typeface="Amiri" pitchFamily="2" charset="-78"/>
                <a:cs typeface="Amiri" pitchFamily="2" charset="-78"/>
              </a:rPr>
              <a:t>لَوْ … لَسَافَرْتُ</a:t>
            </a:r>
            <a:pPr algn="l" indent="0" marL="0">
              <a:buNone/>
            </a:pPr>
            <a:r>
              <a:rPr lang="en-US" sz="12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), the passive (</a:t>
            </a:r>
            <a:pPr algn="l" indent="0" marL="0">
              <a:buNone/>
            </a:pPr>
            <a:r>
              <a:rPr lang="ar-SA" altLang="en-US" sz="1550" dirty="0">
                <a:solidFill>
                  <a:srgbClr val="C6D2E6"/>
                </a:solidFill>
                <a:latin typeface="Amiri" pitchFamily="2" charset="-78"/>
                <a:cs typeface="Amiri" pitchFamily="2" charset="-78"/>
              </a:rPr>
              <a:t>صُنِعَ فِي</a:t>
            </a:r>
            <a:pPr algn="l" indent="0" marL="0">
              <a:buNone/>
            </a:pPr>
            <a:r>
              <a:rPr lang="en-US" sz="12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50" dirty="0">
                <a:solidFill>
                  <a:srgbClr val="C6D2E6"/>
                </a:solidFill>
                <a:latin typeface="Amiri" pitchFamily="2" charset="-78"/>
                <a:cs typeface="Amiri" pitchFamily="2" charset="-78"/>
              </a:rPr>
              <a:t>تُنَاقَشُ</a:t>
            </a:r>
            <a:pPr algn="l" indent="0" marL="0">
              <a:buNone/>
            </a:pPr>
            <a:r>
              <a:rPr lang="en-US" sz="12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 and a balanced opinion.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TE-L10 · Advanced Topic E · The International World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E · A2 → B1+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E › TE-L10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CONDITIONALS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If …, then …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أَدَوَاتُ الشَّرْطِ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adjective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عَالَمِيٌّ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global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ʿā-la-miy-yun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world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العَالَمُ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عَالَمِيَّةٌ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noun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العَوْلَمَةُ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globalisation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al-ʿaw-la-ma-tu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connections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رَوَابِطُ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global citizen (m. · f.)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مُوَاطِنٌ عَالَمِيٌّ · مُوَاطِنَةٌ عَالَمِيَّةٌ</a:t>
            </a:r>
            <a:endParaRPr lang="ar-SA" sz="110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passive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صُنِعَ فِي …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it was made in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ṣu-ni-ʿa fī …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is exported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يُصَدَّرُ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صُنِعَتْ فِي …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noun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مُنَظَّمَةٌ دُوَلِيَّةٌ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an international organisation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mu-naẓ-ẓa-ma-tun du-wa-liy-ya-tun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charity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جَمْعِيَّةٌ خَيْرِيَّةٌ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United Nations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الأُمَمُ المُتَّحِدَةُ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school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نَمُوذَجُ الأُمَمِ المُتَّحِدَةِ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Model United Nations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na-mū-dha-ju al-u-ma-mi al-mut-ta-ḥi-da-ti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conference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مُؤْتَمَرٌ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delegate (m. · f.)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مَنْدُوبٌ · مَنْدُوبَةٌ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issues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قَضِيَّةٌ عَالَمِيَّةٌ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global issue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qa-ḍiy-ya-tun ʿā-la-miy-ya-tun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poverty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الفَقْرُ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climate change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تَغَيُّرُ المُنَاخِ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PASSIVE AND BALANCE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Made in … · discussed at …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المَجْهُولُ وَالرَّأْيُ المُتَوَازِنُ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conditional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إِذَا … فَسَوْفَ …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if … then will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i-dhā … fa-saw-fa …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if … would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سَافَرْتُ لَتَعَلَّمْتُ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if (+ jussive)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إِنْ تَدْرُسْ تَنْجَحْ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plans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أَتَطَوَّعُ فِي الخَارِجِ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volunteer abroad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a-ta-ṭaw-wa-ʿu fī al-khā-ri-ji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to work abroad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العَمَلُ فِي الخَارِجِ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gap year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سَنَةٌ فَاصِلَةٌ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balance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نَاحِيَةٍ … وَمِنْ نَاحِيَةٍ أُخْرَى</a:t>
            </a:r>
            <a:endParaRPr lang="ar-SA" sz="265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on one hand … on the other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min nā-ḥi-ya-tin … wa-min nā-ḥi-ya-tin ukh-rā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disadvantages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عُيُوبٌ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advantages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مَزَايَا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passive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يُنَاقَشُ · تُنَاقَشُ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is discussed (m. · f.)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yu-nā-qa-shu · tu-nā-qa-shu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was voted on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صُوِّتَ عَلَى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was decided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قُرِّرَ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economy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التِّجَارَةُ الدُّوَلِيَّةُ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international trade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at-ti-jā-ra-tu ad-du-wa-liy-ya-tu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export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التَّصْدِيرُ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import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الاسْتِيرَادُ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values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التَّعَاوُنُ الدُّوَلِيُّ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international cooperation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at-ta-ʿā-wu-nu ad-du-wa-liy-yu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peace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السَّلَامُ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solidarity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التَّضَامُنُ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THE MODEL UN CLUB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Joining the Model UN club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نَادِي نَمُوذَجِ الأُمَمِ المُتَّحِدَةِ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لِأَنِّي أُحِبُّ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reason.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أَهْلًا! لِمَاذَا تُرِيدُ أَنْ تَنْضَمَّ إِلَى النَّادِي؟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أَتَكَلَّمُ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your languages.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اللُّغَاتُ الَّتِي تَتَكَلَّمُهَا؟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أَنْ أُمَثِّلَ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Choose a country.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أَيَّ بَلَدٍ تُرِيدُ أَنْ تُمَثِّلَ؟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أَيْنَ …؟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where the conference is.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جَيِّدٌ. المُؤْتَمَرُ فِي مَارِسَ.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أَهَمُّ قَضِيَّةٍ … لِأَنَّ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لَنْدَنَ. مَا القَضِيَّةُ العَالَمِيَّةُ الأَهَمُّ فِي رَأْيِكَ؟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 ·  The examiner is: the club leader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IN A SHOPPING CENTRE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Where was it made?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أَيْنَ صُنِعَ؟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صُنِعَ فِي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where it was made (passive).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هَاتِفُكَ جَدِيدٌ! أَيْنَ صُنِعَ؟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صُنِعَ فِي … مِنَ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Read the label (passive).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وَهٰذَا القَمِيصُ؟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لِأَنَّ … أَحْيَانًا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an opinion with a reason.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يُهِمُّكَ أَيْنَ تُصْنَعُ مَلَابِسُكَ؟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إِذَا اشْتَرَيْنَا … فَسَنُسَاعِدُ … ؛ مَا رَأْيُكَ؟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Suggest with a conditional, then ASK.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إِذَنْ مَاذَا نَفْعَلُ؟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 / أَحْيَانًا، … لِأَنَّ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(habit + reason).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فِكْرَةٌ جَيِّدَةٌ. هَلْ تَشْتَرِي مَلَابِسَ مُسْتَعْمَلَةً؟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teenager  ·  The examiner is: a friend shopping with you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AT HOME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A gap year abroad?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سَنَةٌ فَاصِلَةٌ فِي الخَارِجِ؟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أَنْ … لِكَيْ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the plan with purpose.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سَمِعْتُ أَنَّكَ تُفَكِّرُ فِي سَنَةٍ فِي الخَارِجِ. لِمَاذَا؟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يُنَظَّمُ مِنْ قِبَلِ … وَيُمَوَّلُ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with the passive.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وَمَنْ يُنَظِّمُ هٰذَا البَرْنَامَجَ؟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إِذَا أَجَّلْتُ … فَسَأَبْدَأُ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with a conditional.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وَمَاذَا عَنِ الجَامِعَةِ؟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Balance: advantages and risks.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أَنَا قَلِقَةٌ عَلَيْكَ.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لَمْ يُعْجِبْنِي، لَعُدْتُ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lam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وَلَوْ لَمْ يُعْجِبْكَ الأَمْرُ هُنَاكَ؟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Year 13 student  ·  The examiner is: your mother (or father)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AN INTERNATIONAL YOUTH SUMMIT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Globalisation: who wins?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العَوْلَمَةُ: مَنِ الرَّابِحُ؟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balanced thesis.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جَعَلَتِ العَوْلَمَةُ العَالَمَ أَفْضَلَ؟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مَثَلًا، … صُنِعَ … وَ… زُرِعَ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passive with a concrete example.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أَعْطِنَا مِثَالًا مِنْ حَيَاتِكَ اليَوْمِيَّةِ.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… غَيْرَ أَنَّ … إِذَا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nuance.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لٰكِنَّ الدُّوَلَ الفَقِيرَةَ تَخْسَرُ دَائِمًا.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يَنْبَغِي أَنْ يَشْتَرُوا … ؛ لِأَنَّ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Propose action (formal advice).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وَمَا دَوْرُ الشَّبَابِ؟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كُنْتُ …، لَدَعَوْتُ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كُنْتَ أَمِينًا عَامًّا لِلْأُمَمِ المُتَّحِدَةِ لِيَوْمٍ وَاحِدٍ، مَاذَا تَفْعَلُ؟</a:t>
            </a:r>
            <a:endParaRPr lang="ar-SA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youth delegate  ·  The examiner is: the summit moderator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an example of a global connection in their life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a conditional (idhā … fa-sa-) and a passive verb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لِأَنِّي أُحِبُّ السِّيَاسَةَ وَالقَضَايَا العَالَمِيَّةَ.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I love politics and global issues.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أَهْلًا! لِمَاذَا تُرِيدُ أَنْ تَنْضَمَّ إِلَى النَّادِي؟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أَتَكَلَّمُ الإِنْجْلِيزِيَّةَ وَالعَرَبِيَّةَ وَقَلِيلًا مِنَ الفَرَنْسِيَّةِ.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English, Arabic and a little French.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اللُّغَاتُ الَّتِي تَتَكَلَّمُهَا؟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أَنْ أُمَثِّلَ المَغْرِبَ.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to represent Morocco.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أَيَّ بَلَدٍ تُرِيدُ أَنْ تُمَثِّلَ؟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أَيْنَ سَيَكُونُ المُؤْتَمَرُ؟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will the conference be?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جَيِّدٌ. المُؤْتَمَرُ فِي مَارِسَ.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أَهَمُّ قَضِيَّةٍ تَغَيُّرُ المُنَاخِ، لِأَنَّهُ يُؤَثِّرُ عَلَى الجَمِيعِ.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Climate change — it affects everyone.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لَنْدَنَ. مَا القَضِيَّةُ العَالَمِيَّةُ الأَهَمُّ فِي رَأْيِكَ؟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صُنِعَ فِي الصِّينِ، لٰكِنَّ الشَّرِكَةَ أَمْرِيكِيَّةٌ.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was made in China, but the company is American.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هَاتِفُكَ جَدِيدٌ! أَيْنَ صُنِعَ؟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صُنِعَ فِي بَنْغْلَادِيشَ مِنَ القُطْنِ.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Made in Bangladesh from cotton.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وَهٰذَا القَمِيصُ؟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لِأَنَّ العُمَّالَ أَحْيَانًا يَعْمَلُونَ سَاعَاتٍ طَوِيلَةً بِرَوَاتِبَ قَلِيلَةٍ.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because workers sometimes work long hours for low pay.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يُهِمُّكَ أَيْنَ تُصْنَعُ مَلَابِسُكَ؟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إِذَا اشْتَرَيْنَا أَقَلَّ وَاخْتَرْنَا شَرِكَاتٍ عَادِلَةً، فَسَنُسَاعِدُ العُمَّالَ. مَا رَأْيُكَ؟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we buy less and choose fair companies, we’ll help the workers. What do you think?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إِذَنْ مَاذَا نَفْعَلُ؟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أَشْتَرِي مِنْ مَحَلَّاتِ الجَمْعِيَّاتِ الخَيْرِيَّةِ، لِأَنَّهَا أَرْخَصُ وَأَفْضَلُ لِلْبِيئَةِ.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from charity shops — cheaper and better for the environment.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فِكْرَةٌ جَيِّدَةٌ. هَلْ تَشْتَرِي مَلَابِسَ مُسْتَعْمَلَةً؟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أَنْ أَتَطَوَّعَ فِي مَدْرَسَةٍ فِي الأُرْدُنِّ، لِكَيْ أُحَسِّنَ لُغَتِي وَأُسَاعِدَ الأَطْفَالَ اللَّاجِئِينَ.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to volunteer in a school in Jordan to improve my Arabic and help refugee children.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سَمِعْتُ أَنَّكَ تُفَكِّرُ فِي سَنَةٍ فِي الخَارِجِ. لِمَاذَا؟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يُنَظَّمُ مِنْ قِبَلِ مُنَظَّمَةٍ دُوَلِيَّةٍ مَعْرُوفَةٍ، وَيُمَوَّلُ جُزْءٌ مِنْهُ مِنَ الجَامِعَةِ.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It’s organised by a well-known international organisation and partly funded by the university.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وَمَنْ يُنَظِّمُ هٰذَا البَرْنَامَجَ؟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إِذَا أَجَّلْتُ الجَامِعَةَ سَنَةً، فَسَأَبْدَأُ دِرَاسَتِي بِخِبْرَةٍ أَكْبَرَ، وَسَيَكُونُ مَكَانِي مَحْجُوزًا.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defer a year, I’ll start with more experience, and my place will be held.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وَمَاذَا عَنِ الجَامِعَةِ؟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أَفْهَمُ ذٰلِكَ؛ مِنْ نَاحِيَةٍ، سَأَكُونُ بَعِيدًا عَنْكُمْ، وَمِنْ نَاحِيَةٍ أُخْرَى، سَأَسْكُنُ عِنْدَ خَالِي فِي عَمَّانَ، وَسَنَتَكَلَّمُ كُلَّ يَوْمٍ.</a:t>
            </a:r>
            <a:endParaRPr lang="ar-SA" sz="145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understand: I’ll be far away, but I’ll live with my uncle in Amman and we’ll talk every day.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أَنَا قَلِقَةٌ عَلَيْكَ.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لَمْ يُعْجِبْنِي، لَعُدْتُ بَعْدَ ثَلَاثَةِ أَشْهُرٍ، وَلَعَمِلْتُ هُنَا حَتَّى تَبْدَأَ الجَامِعَةُ.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I’d come back after three months and work here until university starts.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وَلَوْ لَمْ يُعْجِبْكَ الأَمْرُ هُنَاكَ؟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نَاحِيَةٍ، أَخْرَجَتِ العَوْلَمَةُ مَلَايِينَ النَّاسِ مِنَ الفَقْرِ، وَمِنْ نَاحِيَةٍ أُخْرَى، زَادَتِ الفَجْوَةُ بَيْنَ الأَغْنِيَاءِ وَالفُقَرَاءِ دَاخِلَ الدُّوَلِ نَفْسِهَا.</a:t>
            </a:r>
            <a:endParaRPr lang="ar-SA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lifted millions out of poverty, yet widened the gap between rich and poor within countries.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جَعَلَتِ العَوْلَمَةُ العَالَمَ أَفْضَلَ؟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مَثَلًا، فُطُورِي هٰذَا الصَّبَاحَ: القَهْوَةُ زُرِعَتْ فِي إِثْيُوبْيَا، وَالمَوْزُ قُطِفَ فِي الإِكْوَادُورِ، وَالكُوبُ صُنِعَ فِي الصِّينِ؛ فَأَنَا مُرْتَبِطَةٌ بِثَلَاثِ قَارَّاتٍ قَبْلَ الثَّامِنَةِ!</a:t>
            </a:r>
            <a:endParaRPr lang="ar-SA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breakfast: coffee grown in Ethiopia, bananas picked in Ecuador, a mug made in China — three continents before eight!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أَعْطِنَا مِثَالًا مِنْ حَيَاتِكَ اليَوْمِيَّةِ.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كَثِيرًا مِنْهَا يَخْسَرُ، غَيْرَ أَنَّ ذٰلِكَ لَيْسَ قَدَرًا؛ فَإِذَا فُرِضَتْ قَوَانِينُ عَادِلَةٌ لِلتِّجَارَةِ، فَسَيَسْتَفِيدُ المُزَارِعُونَ أَيْضًا.</a:t>
            </a:r>
            <a:endParaRPr lang="ar-SA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Many do lose, but it’s not fate: if fair trade rules are imposed, farmers will benefit too.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لٰكِنَّ الدُّوَلَ الفَقِيرَةَ تَخْسَرُ دَائِمًا.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يَنْبَغِي أَنْ يَشْتَرُوا بِوَعْيٍ، وَأَنْ يَتَعَلَّمُوا لُغَاتٍ، وَأَنْ يَسْتَخْدِمُوا الإِنْتَرْنِتَ لِلتَّضَامُنِ لَا لِلِاسْتِهْلَاكِ فَقَطْ، لِأَنَّهُمْ مُسْتَهْلِكُو الغَدِ وَصُنَّاعُ قَرَارِهِ.</a:t>
            </a:r>
            <a:endParaRPr lang="ar-SA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Buy consciously, learn languages, and use the internet for solidarity not just consumption — they are tomorrow’s consumers and decision-makers.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وَمَا دَوْرُ الشَّبَابِ؟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كُنْتُ أَمِينَةً عَامَّةً لِيَوْمٍ وَاحِدٍ، لَدَعَوْتُ شَبَابًا مِنْ كُلِّ القَارَّاتِ لِيَجْلِسُوا مَكَانَ الرُّؤَسَاءِ، وَلَطَلَبْتُ مِنْهُمْ حَلًّا وَاحِدًا لِلْجُوعِ.</a:t>
            </a:r>
            <a:endParaRPr lang="ar-SA" sz="125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I’d invite young people from every continent to sit in the leaders’ seats and ask them for one solution to hunger.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كُنْتَ أَمِينًا عَامًّا لِلْأُمَمِ المُتَّحِدَةِ لِيَوْمٍ وَاحِدٍ، مَاذَا تَفْعَلُ؟</a:t>
            </a:r>
            <a:endParaRPr lang="ar-SA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balance, a vivid passive example, a nuanced concession, a formal proposal and law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أَنَا وَالعَالَمُ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صُنِعَ فِي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was your phone made?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أَيْنَ صُنِعَ هَاتِفُكَ؟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عِنْدِي … فِي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have friends in other countries?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عِنْدَكَ أَصْدِقَاءُ فِي بُلْدَانٍ أُخْرَى؟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تُهِمُّنِي قَضِيَّةُ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global issue matters to you?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القَضِيَّةُ العَالَمِيَّةُ الَّتِي تُهِمُّكَ؟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 / لَا، … لِأَنَّ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want to work abroad?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تُرِيدُ أَنْ تَعْمَلَ فِي الخَارِجِ؟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أَعْرِفُ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international organisation do you know?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المُنَظَّمَةُ الدُّوَلِيَّةُ الَّتِي تَعْرِفُهَا؟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 — try one passive (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صُنِعَ فِي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…).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الرَّوَابِطُ العَالَمِيَّةُ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مَثَلًا، … صُنِعَ … وَ…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is your daily life connected to the world?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تَرْتَبِطُ حَيَاتُكَ اليَوْمِيَّةُ بِالعَالَمِ؟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أَوَّلًا … بِالإِضَافَةِ إِلَى ذٰلِكَ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are the benefits of friends from other countries?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فَوَائِدُ أَنْ يَكُونَ عِنْدَكَ أَصْدِقَاءُ مِنْ بُلْدَانٍ أُخْرَى؟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شَارَكْتُ فِي … ؛ وَجُمِعَ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Have you volunteered for a global cause?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تَطَوَّعْتَ لِقَضِيَّةٍ عَالَمِيَّةٍ؟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إِذَا حَصَلْتُ عَلَى … فَسَأَدْرُسُ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Will you study or work abroad?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سَتَدْرُسُ أَوْ تَعْمَلُ فِي الخَارِجِ؟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عِنْدَمَا … ؛ لِذٰلِكَ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world news events affect you?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تُؤَثِّرُ الأَخْبَارُ العَالَمِيَّةُ فِيكَ؟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a conditional (idhā … fa-sa-), a passive and an example.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العَوْلَمَةُ وَالمُوَاطَنَةُ العَالَمِيَّةُ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globalisation a blessing or a curse?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هَلِ العَوْلَمَةُ نِعْمَةٌ أَمْ نِقْمَةٌ؟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أَنْ تَكُونَ … يَعْنِي أَنْ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does it mean to be a “global citizen”?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مَعْنَى أَنْ تَكُونَ "مُوَاطِنًا عَالَمِيًّا"؟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Can international organisations solve major problems?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تَسْتَطِيعُ المُنَظَّمَاتُ الدُّوَلِيَّةُ حَلَّ المَشَاكِلِ الكُبْرَى؟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كَانَتِ الرَّسَائِلُ … أَمَّا اليَوْمَ فَتُرْسَلُ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has communication across the world changed?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تَغَيَّرَ تَوَاصُلُ النَّاسِ عَبْرَ العَالَمِ؟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لَوِ اسْتَطَعْتُ، لَحَلَلْتُ … لِأَنَّ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could solve one global problem, which would you choose?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اسْتَطَعْتَ أَنْ تَحُلَّ مُشْكِلَةً عَالَمِيَّةً وَاحِدَةً، فَأَيُّهَا تَخْتَارُ؟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balanced view, a definition with an, a concession with mimmā and idhā, kāna … ammā al-yawma fa- and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صُنِعَ فِي كُورِيَا.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Korea.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أَيْنَ صُنِعَ هَاتِفُكَ؟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عِنْدِي صَدِيقَةٌ فِي كَنَدَا، وَنَتَكَلَّمُ عَلَى الإِنْتَرْنِتِ.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a friend in Canada — we talk online.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عِنْدَكَ أَصْدِقَاءُ فِي بُلْدَانٍ أُخْرَى؟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تُهِمُّنِي قَضِيَّةُ الفَقْرِ.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Poverty.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القَضِيَّةُ العَالَمِيَّةُ الَّتِي تُهِمُّكَ؟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أُرِيدُ أَنْ أَعْمَلَ فِي دُبَيّ، لِأَنَّهَا مَدِينَةٌ دُوَلِيَّةٌ.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in Dubai — it’s an international city.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تُرِيدُ أَنْ تَعْمَلَ فِي الخَارِجِ؟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أَعْرِفُ الأُمَمَ المُتَّحِدَةَ وَالصَّلِيبَ الأَحْمَرَ وَالهِلَالَ الأَحْمَرَ.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UN and the Red Cross / Red Crescent.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المُنَظَّمَةُ الدُّوَلِيَّةُ الَّتِي تَعْرِفُهَا؟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a passive or a reason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مَثَلًا، مَلَابِسِي صُنِعَتْ فِي آسْيَا، وَأُشَاهِدُ مُسَلْسَلَاتٍ كُورِيَّةً، وَأَلْعَبُ عَلَى الإِنْتَرْنِتِ مَعَ شَبَابٍ مِنْ أُسْتُرَالْيَا.</a:t>
            </a:r>
            <a:endParaRPr lang="ar-SA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clothes were made in Asia, I watch Korean series and play online with young people in Australia.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تَرْتَبِطُ حَيَاتُكَ اليَوْمِيَّةُ بِالعَالَمِ؟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أَوَّلًا، أَتَعَلَّمُ لُغَاتٍ وَعَادَاتٍ جَدِيدَةً؛ بِالإِضَافَةِ إِلَى ذٰلِكَ، إِذَا سَافَرْتُ يَوْمًا، فَسَيَكُونُ لِي أَصْدِقَاءُ هُنَاكَ.</a:t>
            </a:r>
            <a:endParaRPr lang="ar-SA" sz="165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learn languages and customs; also, if I travel one day, I’ll have friends there.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فَوَائِدُ أَنْ يَكُونَ عِنْدَكَ أَصْدِقَاءُ مِنْ بُلْدَانٍ أُخْرَى؟</a:t>
            </a:r>
            <a:endParaRPr lang="ar-SA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شَارَكْتُ فِي حَمْلَةٍ مَدْرَسِيَّةٍ لِلَّاجِئِينَ، وَجُمِعَ أَكْثَرُ مِنْ أَلْفِ جُنَيْهٍ فِي أُسْبُوعٍ وَاحِدٍ.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school campaign for refugees — over £1,000 was raised in one week.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تَطَوَّعْتَ لِقَضِيَّةٍ عَالَمِيَّةٍ؟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إِذَا حَصَلْتُ عَلَى مِنْحَةٍ، فَسَأَدْرُسُ سَنَةً فِي فَرَنْسَا، لِأَنَّ ذٰلِكَ سَيُفِيدُنِي فِي عَمَلِي فِي المُسْتَقْبَلِ.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get a scholarship, I’ll study a year in France — it’ll help my future career.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سَتَدْرُسُ أَوْ تَعْمَلُ فِي الخَارِجِ؟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عِنْدَمَا أَرَى صُوَرَ الحُرُوبِ وَالكَوَارِثِ أَحْزَنُ كَثِيرًا؛ لِذٰلِكَ أَتَبَرَّعُ مِنْ مَصْرُوفِي كُلَّ شَهْرٍ.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war and disaster images sadden me, so I donate from my pocket money monthly.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تُؤَثِّرُ الأَخْبَارُ العَالَمِيَّةُ فِيكَ؟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Example + passive + conditional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نَاحِيَةٍ، فَتَحَتْ أَبْوَابَ المَعْرِفَةِ وَالتِّجَارَةِ لِلْجَمِيعِ، وَمِنْ نَاحِيَةٍ أُخْرَى، هَدَّدَتِ الصِّنَاعَاتِ المَحَلِّيَّةَ؛ فَهِيَ أَدَاةٌ، وَالنَّتِيجَةُ تَعْتَمِدُ عَلَى طَرِيقَةِ اسْتِخْدَامِهَا.</a:t>
            </a:r>
            <a:endParaRPr lang="ar-SA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opened knowledge and trade to all, but threatened local industries — it’s a tool; the outcome depends on how it’s used.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هَلِ العَوْلَمَةُ نِعْمَةٌ أَمْ نِقْمَةٌ؟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يَعْنِي أَنْ تُحِبَّ وَطَنَكَ، وَتَشْعُرَ فِي الوَقْتِ نَفْسِهِ بِالمَسْؤُولِيَّةِ تِجَاهَ إِنْسَانٍ لَمْ تَرَهُ فِي الطَّرَفِ الآخَرِ مِنَ العَالَمِ.</a:t>
            </a:r>
            <a:endParaRPr lang="ar-SA" sz="155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Loving your country while feeling responsible for a person you’ve never seen on the other side of the world.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مَعْنَى أَنْ تَكُونَ "مُوَاطِنًا عَالَمِيًّا"؟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أَنَّهَا بَطِيئَةٌ أَحْيَانًا، غَيْرَ أَنَّ مَلَايِينَ الأَطْفَالِ تَلَقَّوُا اللِّقَاحَاتِ بِفَضْلِهَا، مِمَّا يُثْبِتُ أَنَّ التَّعَاوُنَ يَنْجَحُ إِذَا تَوَفَّرَتِ الإِرَادَةُ.</a:t>
            </a:r>
            <a:endParaRPr lang="ar-SA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They’re sometimes slow, but millions of children were vaccinated thanks to them — cooperation works when there’s will.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تَسْتَطِيعُ المُنَظَّمَاتُ الدُّوَلِيَّةُ حَلَّ المَشَاكِلِ الكُبْرَى؟</a:t>
            </a:r>
            <a:endParaRPr lang="ar-SA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niʿma am niqma, a definition, a concession, passives (tursalu) and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كَانَتِ الرَّسَائِلُ تَصِلُ بَعْدَ أَسَابِيعَ، أَمَّا اليَوْمَ فَتُرْسَلُ فِي ثَوَانٍ، مِمَّا جَعَلَ العَالَمَ قَرْيَةً صَغِيرَةً، وَلٰكِنْ مُزْدَحِمَةً بِالمَعْلُومَاتِ الكَاذِبَةِ أَيْضًا.</a:t>
            </a:r>
            <a:endParaRPr lang="ar-SA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Letters took weeks; now messages are sent in seconds — a small village, but crowded with misinformation too.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تَغَيَّرَ تَوَاصُلُ النَّاسِ عَبْرَ العَالَمِ؟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لَوِ اسْتَطَعْتُ، لَحَلَلْتُ مُشْكِلَةَ المِيَاهِ النَّظِيفَةِ، لِأَنَّهَا أَسَاسُ الصِّحَّةِ وَالتَّعْلِيمِ؛ فَالطِّفْلُ الَّذِي يَمْشِي سَاعَاتٍ لِيَجْلِبَ المَاءَ لَا يَذْهَبُ إِلَى المَدْرَسَةِ.</a:t>
            </a:r>
            <a:endParaRPr lang="ar-SA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Clean water — the basis of health and education: a child who walks hours for water doesn’t go to school.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اسْتَطَعْتَ أَنْ تَحُلَّ مُشْكِلَةً عَالَمِيَّةً وَاحِدَةً، فَأَيُّهَا تَخْتَارُ؟</a:t>
            </a:r>
            <a:endParaRPr lang="ar-SA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niʿma am niqma, a definition, a concession, passives (tursalu) and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TE-L10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an example of how my life connects to the world.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 passive (ṣuniʿa fī …).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idhā … fa-sa- correctly.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a balanced opinion (min nāḥiyatin … wa-min nāḥiyatin ukhrā).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law … la- and a concession about globalisation.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TE-L10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TE-L10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TE-L10 · Speaking Workshop — International Life and Global Connections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2026-10-11T14:56:08Z</dcterms:created>
  <dcterms:modified xsi:type="dcterms:W3CDTF">2026-10-11T14:56:08Z</dcterms:modified>
</cp:coreProperties>
</file>