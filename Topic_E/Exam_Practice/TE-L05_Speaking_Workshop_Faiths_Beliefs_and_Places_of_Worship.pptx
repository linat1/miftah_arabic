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5 (Faiths, Beliefs and Places of Worship, TE-L05), using that lesson’s language (relative clauses (al-masjidu alladhī …, al-kanīsatu allatī …, alladhīna); nominal sentences (al-masjidu kabīrun; fī al-ḥayyi kanīsatun qadīmatun); prepositions of place (bijānibi, amāma, qurba, dākhila); respectful, factual language (yuʾminu, yaḥtarimu, yaʿtabiru)).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use accurate, neutral words: مَسْجِدٌ · كَنِيسَةٌ · كَنِيسٌ · مَعْبَدٌ. Nisba for followers: مُسْلِمٌ / مُسْلِمَةٌ / مُسْلِمُونَ; مَسِيحِيٌّ · يَهُودِيٌّ · هِنْدُوسِيٌّ · سِيخِيٌّ. Teacher note: model calm, factual language — "Muslims believe …" (يُؤْمِنُ المُسْلِمُونَ بِاللّٰهِ), not opinions about other faiths.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nominal sentence: فِي حَيِّنَا كَنِيسَةٌ قَدِيمَةٌ (predicate first when the subject is indefinite). Relative clause: الكَنِيسَةُ الَّتِي بِجَانِبِ مَدْرَسَتِي · النَّاسُ الَّذِينَ يُصَلُّونَ هُنَاكَ.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mosque open 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(a female guide uses the same answers) · بِكِ · تَسْكُنِينَ (to a female visitor).
Core: ismuhu, the passive buniya fī sanati alfayni, tūjadu + indefinite nouns (nominal sentence), dākhila, a factual statement about worship (khamsa marrātin).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planning a school trip.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تَعْرِفِينَهُ.
Core+: allatī + preposition phrase (allatī bijānibi …), a nominal sentence + lahā, yanbaghī an + lā + alladhīna, the CANDIDATE asks (hal yajibu an …? matā …?), a nominal sentence as a reason (al-maʿrifatu tabnī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an interfaith youth project.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حَدِّثِينَا · زِيَارَتِكِ · رَأَيْتِ · لَاحَظْتِ · تَعَلَّمْتِهِ · صَدِيقَتِي (if the friend is female).
Develop: alladhī yuṣallī fīhi (returning pronoun), fī wasaṭi / amāmahu + nominal sentences, baynamā for a respectful comparison, taʿallamtu anna … idhā, li-dhālika, a past sequence with fa-qad.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تَصِفِينَ · أَعْطِينَا · مِنْكِ · تَكْتُبِينَ.
Stretch: min akthari al-mudun tanawwuʿan, a fronted predicate (fī shāriʿin wāḥidin masjidun …), laysa an … bal an (maṣdar clauses), a past narrative with a dual possessive (abwābahumā), a concession + aqtariḥu an, the passive ṭuliba +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relative clause and respectful language.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TE-L05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Faiths, Beliefs and Places of Worship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الأَدْيَانُ وَأَمَاكِنُ العِبَادَةِ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places of worship in your area accurately and respectfully, explain what happens there, and talk about respect between people of different faiths — using nominal sentences, relative clauses (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الَّتِي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الَّذِينَ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prepositions of place (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أَمَامَ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بِجَانِبِ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5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دَاخِلَ</a:t>
            </a:r>
            <a:pPr algn="l" indent="0" marL="0">
              <a:buNone/>
            </a:pPr>
            <a:r>
              <a:rPr lang="en-US" sz="12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PLACES OF WORSHIP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Places and people of faith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أَمَاكِنُ العِبَادَةِ وَأَتْبَاعُ الأَدْيَانِ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دِينٌ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religion / faith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dī-nun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religious (m. · f.)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دِينِيٌّ · دِينِيَّةٌ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religions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أَدْيَانٌ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place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مَسْجِدٌ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mosque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mas-ji-dun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minaret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مِئْذَنَةٌ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mosques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مَسَاجِدُ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place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كَنِيسَةٌ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church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ka-nī-sa-tun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cathedral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كَاتِدْرَائِيَّةٌ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churches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كَنَائِسُ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place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كَنِيسٌ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synagogue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ka-nī-sun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temples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مَعَابِدُ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temple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مَعْبَدٌ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مُسْلِمٌ · مَسِيحِيٌّ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Muslim · Christian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mus-li-mun · ma-sī-ḥiy-yun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مُسْلِمُونَ · مَسِيحِيُّونَ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مُسْلِمَةٌ · مَسِيحِيَّةٌ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يَهُودِيٌّ · هِنْدُوسِيٌّ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Jewish · Hindu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ya-hū-diy-yun · hin-dū-siy-yun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Buddhist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بُوذِيٌّ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Sikh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سِيخِيٌّ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DESCRIBING WITH RELATIVE CLAUSES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The place that … · the people who …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الوَصْفُ بِالاسْمِ المَوْصُولِ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يُؤْمِنُ بِاللّٰهِ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believes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yuʾ-mi-nu bill-lā-hi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beliefs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مُعْتَقَدَاتٌ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belief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إِيمَانٌ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يُصَلِّي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 prays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yu-ṣal-lī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worship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عِبَادَةٌ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prayer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صَلَاةٌ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 · الَّتِي · الَّذِينَ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 / which (m. · f. · pl.)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al-َ-dhī · al-َ-tī · al-َ-dhī-na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people who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النَّاسُ الَّذِينَ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mosque which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المَسْجِدُ الَّذِي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preposition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بِجَانِبِ · أَمَامَ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next to · in front of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bi-jā-ni-bi · a-mā-ma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opposite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مُقَابِلَ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inside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دَاخِلَ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values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الاحْتِرَامُ المُتَبَادَلُ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mutual respect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alḥ-ti-rā-mu al-mu-ta-bā-da-lu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coexistence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التَّعَايُشُ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tolerance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التَّسَامُحُ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يَحْتَرِمُ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respects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yaḥ-ta-ri-mu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respectful (m. · f.)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مُحْتَرِمٌ · مُحْتَرِمَةٌ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respect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أَحْتَرِمُ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MOSQUE OPEN 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Volunteer guide at the mosque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 المَسْجِدِ المَفْتُوحُ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اسْمُهُ مَسْجِدُ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the name of the mosque.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الخَيْرِ! مَا اسْمُ هٰذَا المَسْجِدِ؟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بُنِيَ فِي سَنَةِ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it was built.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قَدِيمٌ؟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things inside.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دَاخِلَ المَسْجِدِ؟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the visitor lives.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جَمِيلٌ! أَنَا جَارُكُمْ.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يُصَلِّي المُسْلِمُونَ … مَرَّاتٍ فِي اليَوْمِ.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الشَّارِعِ المُقَابِلِ. كَمْ مَرَّةً يُصَلِّي المُسْلِمُونَ؟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volunteer guide  ·  The examiner is: a visitor from the neighbourhood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PLANNING A SCHOOL TRIP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Planning a visit to places of worship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التَّخْطِيطُ لِزِيَارَةٍ مَدْرَسِيَّةٍ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أَعْرِفُ … الَّتِي / الَّذِي … بِجَانِبِ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place you know and where it 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سَنَزُورُ ثَلَاثَةَ أَمَاكِنَ لِلْعِبَادَةِ. أَيُّ مَكَانٍ تَعْرِفُهُ؟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… وَلَهَا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with a nominal sentence.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هِيَ؟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 وَلَا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pieces of respectful advice.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نَتَصَرَّفُ بِاحْتِرَامٍ هُنَاكَ؟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…؟ وَمَتَى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the temple.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سَنَزُورُ أَيْضًا مَعْبَدًا لِلسِّيخِ.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لِأَنَّنَا نَتَعَلَّمُ … ، وَ…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(opinion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العَاشِرَةِ. لِمَاذَا هٰذِهِ الزِّيَارَةُ مُفِيدَةٌ؟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the Religious Studies teacher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AN INTERFAITH YOUTH PROJECT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Visiting a friend’s place of worship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زِيَارَةُ مَكَانِ عِبَادَةِ صَدِيقِي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… الَّذِي يُصَلِّي فِيهِ … ، وَكَانَ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the visit (past + relative clause).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زِيَارَتِكَ الأُولَى لِمَكَانِ عِبَادَةٍ آخَرَ.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وَسَطِ … وَأَمَامَ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what you saw with prepositions.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رَأَيْتَ هُنَاكَ؟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لَاحَظْتُ أَنَّ … مِثْلَ … بَيْنَمَا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respectfully.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لَاحَظْتَ تَشَابُهًا مَعَ المَسْجِدِ؟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أَنَّ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Reflect with anna.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تَعَلَّمْتَهُ؟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… ؛ فَقَدْ شَاهَدَ … وَسَأَلَ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+ feelings).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زِيَارَتُهُ لِلْمَسْجِدِ؟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Muslim student  ·  The examiner is: the coordinator of an interfaith youth project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Faith and respect in a diverse city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الإِيمَانُ وَالاحْتِرَامُ فِي مَدِينَةٍ مُتَنَوِّعَةٍ</a:t>
            </a:r>
            <a:endParaRPr lang="ar-SA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مَدِينَتِنَا … ؛ فَفِي شَارِعٍ وَاحِدٍ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diversity factually.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مَدِينَتُكُمْ مِنْ أَكْثَرِ المُدُنِ تَنَوُّعًا. كَيْفَ تَصِفُ ذٰلِكَ؟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… لَيْسَ … بَلْ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Distinguish agreement from respect.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يَعْنِي هٰذَا أَنَّ الجَمِيعَ يَتَّفِقُونَ؟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فَتَحَتِ … وَطَبَخَ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concrete example.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عَلَى التَّعَاوُنِ.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؛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propose.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بَعْضَ النَّاسِ يَخَافُونَ مِنَ المُخْتَلِفِ.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طُلِبَ مِنِّي ذٰلِكَ، لَكَتَبْتُ: "…"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طُلِبَ مِنْكَ أَنْ تَكْتُبَ رِسَالَةً وَاحِدَةً عَلَى جِدَارِ المَدِينَةِ، مَاذَا تَكْتُبُ؟</a:t>
            </a:r>
            <a:endParaRPr lang="ar-SA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panellist  ·  The examiner is: the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and located a place of worship with a preposition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it with a relative clause and used respectful, factual language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النُّورِ! اسْمُهُ مَسْجِدُ النُّورِ.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morning! It’s called the Al-Noor Mosque.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الخَيْرِ! مَا اسْمُ هٰذَا المَسْجِدِ؟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بُنِيَ فِي سَنَةِ أَلْفَيْنِ.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it was built in 2000.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هُوَ قَدِيمٌ؟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تُوجَدُ قَاعَةٌ كَبِيرَةٌ لِلصَّلَاةِ، وَمَكْتَبَةٌ صَغِيرَةٌ.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big prayer hall and a small library.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دَاخِلَ المَسْجِدِ؟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بِكَ! أَيْنَ تَسْكُنُ؟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Welcome! Where do you live?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جَمِيلٌ! أَنَا جَارُكُمْ.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يُصَلِّي المُسْلِمُونَ خَمْسَ مَرَّاتٍ فِي اليَوْمِ.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Muslims pray five times a 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الشَّارِعِ المُقَابِلِ. كَمْ مَرَّةً يُصَلِّي المُسْلِمُونَ؟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أَعْرِفُ الكَنِيسَةَ الَّتِي بِجَانِبِ مَدْرَسَتِنَا.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know the church next to our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سَنَزُورُ ثَلَاثَةَ أَمَاكِنَ لِلْعِبَادَةِ. أَيُّ مَكَانٍ تَعْرِفُهُ؟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قَدِيمَةٌ وَجَمِيلَةٌ، وَلَهَا بُرْجٌ عَالٍ.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old and beautiful, with a tall tower.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هِيَ؟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نَتَكَلَّمَ بِهُدُوءٍ، وَلَا نُصَوِّرَ النَّاسَ الَّذِينَ يُصَلُّونَ.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should speak quietly and not photograph people who are praying.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نَتَصَرَّفُ بِاحْتِرَامٍ هُنَاكَ؟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نُغَطِّيَ رُؤُوسَنَا هُنَاكَ؟ وَمَتَى سَنَصِلُ؟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we have to cover our heads there? And when will we arrive?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سَنَزُورُ أَيْضًا مَعْبَدًا لِلسِّيخِ.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لِأَنَّنَا نَتَعَلَّمُ عَنْ جِيرَانِنَا، وَالمَعْرِفَةُ تَبْنِي الاحْتِرَامَ.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we learn about our neighbours, and knowledge builds respect.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العَاشِرَةِ. لِمَاذَا هٰذِهِ الزِّيَارَةُ مُفِيدَةٌ؟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الكَنِيسَ الَّذِي يُصَلِّي فِيهِ صَدِيقِي دَانِيَالُ، وَكَانَ ذٰلِكَ فِي احْتِفَالٍ بِعِيدٍ عِنْدَهُمْ.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the synagogue where my friend Daniel prays, during one of their festivals.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حَدِّثْنَا عَنْ زِيَارَتِكَ الأُولَى لِمَكَانِ عِبَادَةٍ آخَرَ.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وَسَطِ القَاعَةِ مِنْبَرٌ لِلْقِرَاءَةِ، وَأَمَامَهُ خِزَانَةٌ فِيهَا كُتُبُ التَّوْرَاةِ.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middle of the hall was a reading platform, and in front of it a cabinet holding the Torah scrolls.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رَأَيْتَ هُنَاكَ؟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لَاحَظْتُ أَنَّ النَّاسَ يَخْلَعُونَ أَحْذِيَتَهُمْ فِي المَسْجِدِ، بَيْنَمَا يُغَطِّي الرِّجَالُ رُؤُوسَهُمْ فِي الكَنِيسِ؛ وَفِي المَكَانَيْنِ هُدُوءٌ وَاحْتِرَامٌ.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remove shoes in the mosque, while men cover their heads in the synagogue; both places are calm and respectful.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لَاحَظْتَ تَشَابُهًا مَعَ المَسْجِدِ؟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تَعَلَّمْتُ أَنَّ أَسْئِلَتَنَا تُفْرِحُ الآخَرِينَ إِذَا كَانَتْ بِاحْتِرَامٍ؛ لِذٰلِكَ دَعَوْتُ دَانِيَالَ إِلَى مَسْجِدِنَا.</a:t>
            </a:r>
            <a:endParaRPr lang="ar-SA" sz="17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Respectful questions make others happy — so I invited Daniel to our mosque.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تَعَلَّمْتَهُ؟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رَائِعَةً؛ فَقَدْ شَاهَدَ صَلَاةَ الجُمُعَةِ مِنَ الخَلْفِ، وَسَأَلَ الإِمَامَ أَسْئِلَةً كَثِيرَةً، ثُمَّ أَكَلْنَا مَعًا.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Wonderful: he watched Friday prayer from the back, asked the imam many questions, and then we ate together.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زِيَارَتُهُ لِلْمَسْجِدِ؟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مَدِينَتِنَا يَعِيشُ أَتْبَاعُ أَدْيَانٍ كَثِيرَةٍ؛ فَفِي شَارِعٍ وَاحِدٍ قُرْبَ بَيْتِي مَسْجِدٌ وَكَنِيسَةٌ وَمَعْبَدٌ هِنْدُوسِيٌّ.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Followers of many faiths live here: on one street near my home are a mosque, a church and a Hindu temple.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مَدِينَتُكُمْ مِنْ أَكْثَرِ المُدُنِ تَنَوُّعًا. كَيْفَ تَصِفُ ذٰلِكَ؟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فَالاحْتِرَامُ لَيْسَ أَنْ نَتَّفِقَ فِي كُلِّ شَيْءٍ، بَلْ أَنْ نَعْتَرِفَ بِحَقِّ الآخَرِ فِي إِيمَانِهِ، وَأَنْ نَتَعَامَلَ مَعَهُ بِأَدَبٍ.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— respect is not agreeing on everything but recognising others’ right to their faith and treating them courteously.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يَعْنِي هٰذَا أَنَّ الجَمِيعَ يَتَّفِقُونَ؟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حَدَثَ فَيَضَانٌ فِي الشِّتَاءِ المَاضِي، فَتَحَتِ الكَنِيسَةُ وَالمَسْجِدُ أَبْوَابَهُمَا لِلْعَائِلَاتِ، وَطَبَخَ المُتَطَوِّعُونَ مِنْ كُلِّ الأَدْيَانِ مَعًا.</a:t>
            </a:r>
            <a:endParaRPr lang="ar-SA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floods hit last winter, the church and the mosque opened their doors to families, and volunteers of all faiths cooked together.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أَعْطِنَا مِثَالًا عَلَى التَّعَاوُنِ.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الخَوْفَ طَبِيعِيٌّ، غَيْرَ أَنَّهُ يَأْتِي غَالِبًا مِنْ قِلَّةِ المَعْرِفَةِ؛ لِذٰلِكَ أَقْتَرِحُ أَنْ تَفْتَحَ كُلُّ أَمَاكِنِ العِبَادَةِ أَبْوَابَهَا لِلزُّوَّارِ مَرَّةً فِي السَّنَةِ.</a:t>
            </a:r>
            <a:endParaRPr lang="ar-SA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Fear is natural but usually comes from lack of knowledge — so I propose every place of worship opens to visitors once a year.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بَعْضَ النَّاسِ يَخَافُونَ مِنَ المُخْتَلِفِ.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طُلِبَ مِنِّي ذٰلِكَ، لَكَتَبْتُ: "نَحْنُ مُخْتَلِفُونَ فِي الصَّلَاةِ، وَمُتَّفِقُونَ عَلَى الإِنْسَانِيَّةِ".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“We differ in how we pray, and agree on our humanity.”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طُلِبَ مِنْكَ أَنْ تَكْتُبَ رِسَالَةً وَاحِدَةً عَلَى جِدَارِ المَدِينَةِ، مَاذَا تَكْتُبُ؟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factual, respectful description; respect vs agreement; a real example; a concession with a proposal;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أَمَاكِنُ العِبَادَةِ فِي حَيِّي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حَيِّي … / يُوجَدُ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a place of worship in your area?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يُوجَدُ مَكَانٌ لِلْعِبَادَةِ فِي حَيِّكَ؟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بِجَانِبِ / أَمَامَ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it?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يَقَعُ؟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… وَلَهُ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place of worship you know.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لِلْعِبَادَةِ تَعْرِفُهُ.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… كُلَّ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 you go there?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تَذْهَبُ إِلَى هُنَاكَ؟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… مَعَ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visited another faith’s place of worship?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زُرْتَ مَكَانَ عِبَادَةٍ لِدِينٍ آخَرَ؟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a nominal sentence or a preposition of place.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الإِيمَانُ وَالحَيَاةُ اليَوْمِيَّةُ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… الَّذِي / الَّتِي … ؛ وَكَانَ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place of worship you visited for the first time.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لِلْعِبَادَةِ زُرْتَهُ لِأَوَّلِ مَرَّةٍ.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… فَقَطْ، بَلْ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role does the mosque or church play in your area?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دَوْرُ المَسْجِدِ أَوِ الكَنِيسَةِ فِي حَيِّكَ؟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أَحْتَرِمُ … ؛ مَثَلًا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show respect for classmates’ faiths?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تُظْهِرُ الاحْتِرَامَ لِأَدْيَانِ زُمَلَائِكَ؟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فَأَعْرِفُ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knowledge of other faiths changed?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مَعْرِفَتُكَ بِالأَدْيَانِ الأُخْرَى؟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 أَزُورَ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religious site would you like to visit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مَكَانٍ دِينِيٍّ تُرِيدُ أَنْ تَزُورَ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relative clause, an example and calm, factual language.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الأَدْيَانُ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المَعْرِفَةَ … ؛ فَإِذَا … فَلَنْ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is it important to learn about faiths other than our own?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مِنَ المُهِمِّ أَنْ نَتَعَلَّمَ عَنْ أَدْيَانٍ غَيْرِ دِينِنَا؟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places of worship still play a role in young people’s lives?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مَا زَالَ لِأَمَاكِنِ العِبَادَةِ دَوْرٌ فِي حَيَاةِ الشَّبَابِ؟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أَجْدَادِي … أَمَّا جِيلُنَا فَيَدْرُسُ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your grandparents’ generation see other faiths?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جِيلُ أَجْدَادِكَ يَنْظُرُ إِلَى الأَدْيَانِ الأُخْرَى؟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schools respect students’ religious occasions?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تَحْتَرِمَ المَدَارِسُ المُنَاسَبَاتِ الدِّينِيَّةَ لِلطُّلَّابِ؟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صَمَّمْتُهُ، لَجَعَلْتُهُ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a place bringing together people of all faiths,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مَكَانًا يَجْمَعُ النَّاسَ مِنْ كُلِّ الأَدْيَانِ،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inna + idhā … fa-lan, a balanced view, kāna … ammā … fa- with mimmā, a concession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حَيِّي مَسْجِدٌ كَبِيرٌ وَكَنِيسَةٌ قَدِيمَةٌ.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 big mosque and an old church.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يُوجَدُ مَكَانٌ لِلْعِبَادَةِ فِي حَيِّكَ؟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المَسْجِدُ أَمَامَ الحَدِيقَةِ.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mosque is in front of the park.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يَقَعُ؟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جَمِيلٌ وَوَاسِعٌ، وَلَهُ مِئْذَنَةٌ بَيْضَاءُ.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Beautiful and spacious, with a white minaret.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لِلْعِبَادَةِ تَعْرِفُهُ.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إِلَى المَسْجِدِ كُلَّ يَوْمِ جُمُعَةٍ مَعَ أَبِي.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Every Friday with my dad.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تَذْهَبُ إِلَى هُنَاكَ؟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زُرْتُ كَاتِدْرَائِيَّةً مَعَ المَدْرَسَةِ.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 cathedral with school.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زُرْتَ مَكَانَ عِبَادَةٍ لِدِينٍ آخَرَ؟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preposition of place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المَعْبَدَ الهِنْدُوسِيَّ الَّذِي فِي وَسَطِ المَدِينَةِ؛ وَكَانَ مَلِيئًا بِالأَلْوَانِ وَالزُّهُورِ، وَاسْتَقْبَلَنَا الكَاهِنُ بِلُطْفٍ.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Hindu temple in the city centre: full of colour and flowers; the priest welcomed us kindly.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لِلْعِبَادَةِ زُرْتَهُ لِأَوَّلِ مَرَّةٍ.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لَيْسَ لِلصَّلَاةِ فَقَطْ، بَلْ فِيهِ دُرُوسٌ لِلْأَطْفَالِ، وَبَنْكٌ لِلطَّعَامِ يُسَاعِدُ العَائِلَاتِ المُحْتَاجَةَ.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only prayer: children’s classes and a food bank that helps families in need.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دَوْرُ المَسْجِدِ أَوِ الكَنِيسَةِ فِي حَيِّكَ؟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أَحْتَرِمُ أَعْيَادَهُمْ؛ مَثَلًا، أُهَنِّئُ صَدِيقِي السِّيخِيَّ بِعِيدِهِ، وَهُوَ يُهَنِّئُنِي بِرَمَضَانَ.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respect their festivals: I greet my Sikh friend on his festival, and he greets me for Ramadan.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تُظْهِرُ الاحْتِرَامَ لِأَدْيَانِ زُمَلَائِكَ؟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لَا أَعْرِفُ شَيْئًا عَنْهَا، أَمَّا الآنَ فَأَعْرِفُ الكَثِيرَ بِفَضْلِ دُرُوسِ الدِّرَاسَاتِ الدِّينِيَّةِ وَالزِّيَارَاتِ.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knew nothing; now I know a lot thanks to RS lessons and visits.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مَعْرِفَتُكَ بِالأَدْيَانِ الأُخْرَى؟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 أَزُورَ المَسْجِدَ الأَقْصَى فِي القُدْسِ، لِأَنَّهُ مِنْ أَقْدَسِ الأَمَاكِنِ عِنْدَ المُسْلِمِينَ، وَلِأَنَّ المَدِينَةَ مُقَدَّسَةٌ لِأَدْيَانٍ ثَلَاثَةٍ.</a:t>
            </a:r>
            <a:endParaRPr lang="ar-SA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Al-Aqsa Mosque in Jerusalem — among Islam’s holiest sites, in a city sacred to three faiths.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مَكَانٍ دِينِيٍّ تُرِيدُ أَنْ تَزُورَ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Relative clause + example + respectful wording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إِنَّ المَعْرِفَةَ أَسَاسُ الاحْتِرَامِ؛ فَإِذَا فَهِمْتُ لِمَاذَا يَصُومُ جَارِي أَوْ يُصَلِّي، فَلَنْ أَحْكُمَ عَلَيْهِ مِنْ خِلَالِ الصُّوَرِ النَّمَطِيَّةِ.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Knowledge is the basis of respect: if I understand why my neighbour fasts or prays, I won’t judge through stereotypes.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مِنَ المُهِمِّ أَنْ نَتَعَلَّمَ عَنْ أَدْيَانٍ غَيْرِ دِينِنَا؟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يَقْضِي الشَّبَابُ وَقْتًا أَطْوَلَ عَلَى الإِنْتَرْنِتِ، وَمِنْ نَاحِيَةٍ أُخْرَى، تُقَدِّمُ أَمَاكِنُ العِبَادَةِ نَوَادِيَ وَأَنْشِطَةً تَطَوُّعِيَّةً تَجْذِبُهُمْ وَتَمْنَحُهُمْ مُجْتَمَعًا حَقِيقِيًّا.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Youth spend more time online, yet places of worship offer clubs and volunteering that attract them and give a real community.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مَا زَالَ لِأَمَاكِنِ العِبَادَةِ دَوْرٌ فِي حَيَاةِ الشَّبَابِ؟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أَجْدَادِي يَعِيشُونَ فِي قَرْيَةٍ كُلُّ سُكَّانِهَا مُسْلِمُونَ، أَمَّا جِيلُنَا فَيَدْرُسُ وَيَلْعَبُ مَعَ أَتْبَاعِ أَدْيَانٍ كَثِيرَةٍ، مِمَّا يَجْعَلُ الاحْتِرَامَ جُزْءًا مِنْ حَيَاتِنَا اليَوْمِيَّةِ.</a:t>
            </a:r>
            <a:endParaRPr lang="ar-SA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grandparents lived in an all-Muslim village; our generation studies and plays with many faiths, making respect part of daily life.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جِيلُ أَجْدَادِكَ يَنْظُرُ إِلَى الأَدْيَانِ الأُخْرَى؟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factual, respectful language with inna, mimmā, allā + subjunctive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المَدْرَسَةَ لَا تَسْتَطِيعُ أَنْ تُعْطِيَ عُطْلَةً لِكُلِّ عِيدٍ، غَيْرَ أَنَّهَا تَسْتَطِيعُ أَلَّا تَضَعَ الامْتِحَانَاتِ فِي الأَعْيَادِ الكُبْرَى، وَأَنْ تُوَفِّرَ غُرْفَةً لِلصَّلَاةِ.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school can’t give a holiday for every festival, but it can avoid exams on major festivals and provide a prayer room.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تَحْتَرِمَ المَدَارِسُ المُنَاسَبَاتِ الدِّينِيَّةَ لِلطُّلَّابِ؟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صَمَّمْتُهُ، لَجَعَلْتُهُ حَدِيقَةً كَبِيرَةً فِيهَا مَكْتَبَةٌ وَمَطْبَخٌ مُشْتَرَكٌ، لِأَنَّ النَّاسَ يَتَعَارَفُونَ حِينَ يَقْرَؤُونَ وَيَأْكُلُونَ مَعًا.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big garden with a library and a shared kitchen — people get to know each other when they read and eat together.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مَكَانًا يَجْمَعُ النَّاسَ مِنْ كُلِّ الأَدْيَانِ، كَيْفَ يَكُونُ؟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factual, respectful language with inna, mimmā, allā + subjunctive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TE-L05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TE-L05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and located a place of worship.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nominal sentence (fī ḥayyī masjidun …).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alladhī / allatī / alladhīna correctly.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calm, factual language about other faiths.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discussed respect with laysa … bal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TE-L05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TE-L05 · Speaking Workshop — Faiths, Beliefs and Places of Worship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2026-10-11T14:35:25Z</dcterms:created>
  <dcterms:modified xsi:type="dcterms:W3CDTF">2026-10-11T14:35:25Z</dcterms:modified>
</cp:coreProperties>
</file>