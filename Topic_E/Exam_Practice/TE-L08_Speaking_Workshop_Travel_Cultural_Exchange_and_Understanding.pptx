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8 (Travel, Cultural Exchange and Understanding, TE-L08), using that lesson’s language (past experience (zurtu, qaḍaytu, kuntu + present); the future (sa-, sawfa, aʾmulu an); cause and result (li-anna, bi-sababi, li-dhālika, mimmā, natījatan li-dhālika)).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past experience: زُرْتُ · قَضَيْتُ · أَقَمْتُ عِنْدَ; habits on the trip: كُنْتُ أَسْتَيْقِظُ …; future: سَأُسَافِرُ · آمُلُ أَنْ أَزُورَ. One trip, three tenses.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bi-sababi + NOUN (بِسَبَبِ الزِّحَامِ); li-anna + SENTENCE (لِأَنَّ الطَّرِيقَ مُزْدَحِمٌ). Result: لِذٰلِكَ · مِمَّا جَعَلَنِي · نَتِيجَةً لِذٰلِكَ. Target: one cause and one result in each developed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arriving at a host family in Fes.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جِئْتِ · غُرْفَتُكِ · تُعْجِبُكِ · تُرِيدِينَ.
Core: kānat ar-riḥla + lākinnahā, safartu bi- + thumma, polite thanks, matā …?, urīdu an azūra + li-annahā.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the school exchange office.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تُشَارِكِي · سَافَرْتِ · تَعَلَّمْتِ · سَتَسْكُنِينَ · تَتَوَقَّعِينَهَا.
Core+: li-annī urīdu an, zurtu + time phrase, taʿallamtu anna + li-dhālika, the CANDIDATE asks with sa- (hal sa-adhhabu …?), bi-sababi + noun vs li-anna +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an exchange debrief.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حَيَاتِكِ · لَاحَظْتِهِ · وَاجَهْتِ · غَيَّرَتْكِ · سَتَبْقَيْنَ · ابْنَةُ العَائِلَةِ (if relevant).
Develop: kuntu + present for life on the trip, akthar minnā + li-anna + fa- result, a narrated problem with mimmā jaʿalanī, qabla … kuntu … ammā al-āna fa- + natījatan li-dhālika, sa- + āmulu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conference panel.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تَجْرِبَتِكِ · اسْتَطَعْتِ · تُرْسِلِي · تَخْتَارِينَ.
Stretch: lā yakfī waḥdahu, alladhī + a contrast with ammā man … fa-, kuntu aẓunnu anna … lākinnanī ʿindamā … iktashaftu, a concession + aqtariḥu an + passive (turbaṭa), cause → result with mimmā, law … la- + akthar mimmā.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cause and a result.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Travel, Cultural Exchange and Understanding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السَّفَرُ وَالتَّبَادُلُ الثَّقَافِيُّ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trips and cultural exchanges — what you experienced (past), what you will do (future) — and explain causes and results (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to show how travel changes the way we understand others.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TRAVEL AND EXCHANGE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I went · what I will do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بَيْنَ المَاضِي وَالمُسْتَقْبَلِ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trip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riḥ-la-tun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travel (v.n.)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trips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رِحْلَاتٌ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تَبَادُلٌ ثَقَافِيٌّ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cultural exchange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ta-bā-du-lun tha-qā-fiy-yun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programme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بَرْنَامَجٌ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exchange student (m. · f.)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طَالِبُ تَبَادُلٍ · طَالِبَةُ تَبَادُلٍ</a:t>
            </a:r>
            <a:endParaRPr lang="ar-SA" sz="12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العَائِلَةُ المُضِيفَةُ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host family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al-ʿā-ʾi-la-tu al-mu-ḍī-fa-tu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accommodation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سَكَنٌ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stayed with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 عِنْدَ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· قَضَيْتُ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visited · I spent (time)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zur-tu · qa-ḍay-tu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travelled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stayed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أَقَمْتُ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سَأُسَافِرُ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will travel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sa-ʾu-sā-fi-ru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plan to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hope to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آمُلُ أَنْ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of (+ noun)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bi-sa-ba-bi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 (+ clause)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CAUSE AND RESULT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Why it happened · what it led to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السَّبَبُ وَالنَّتِيجَةُ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result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which (result)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mim-mā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led to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أَدَّى إِلَى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as a result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تَفَاهُمٌ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mutual understanding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ta-fā-hu-mun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stereotype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صُورَةٌ نَمَطِيَّةٌ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understood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فَهِمْتُ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اخْتِلَافٌ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difference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akh-ti-lā-fun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similarity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تَشَابُهٌ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differences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اخْتِلَافَاتٌ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reflection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تَغَيَّرَتْ نَظْرَتِي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view changed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ta-ghay-ya-rat naẓ-ra-tī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realised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أَدْرَكْتُ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discovered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اكْتَشَفْتُ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travel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جَوَازُ السَّفَرِ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passport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ja-wā-zu as-sa-fa-ri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luggage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حَقِيبَةُ السَّفَرِ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visa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تَأْشِيرَةٌ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people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سَائِحٌ · مُسَافِرٌ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tourist · traveller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sā-ʾi-ḥun · mu-sā-fi-run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سُيَّاحٌ · مُسَافِرُونَ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سَائِحَةٌ · مُسَافِرَةٌ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ARRIVING AT A HOST FAMILY IN FES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Meeting the host family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العَائِلَةِ المُضِيفَةِ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الرِّحْلَةُ …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the journey was.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فِي فَاسَ! كَيْفَ كَانَتِ الرِّحْلَةُ؟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بِالطَّائِرَةِ / بِالقِطَارِ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travelled.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جِئْتَ؟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الغُرْفَةُ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her and give an opinion.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غُرْفَتُكَ. هَلْ تُعْجِبُكَ؟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breakfast.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نَتَعَشَّى فِي السَّاعَةِ التَّاسِعَةِ.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السَّابِعَةِ. مَاذَا تُرِيدُ أَنْ تَرَى فِي فَاسَ؟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exchange student  ·  The examiner is: the host mother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THE SCHOOL EXCHANGE OFFICE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Applying for an exchange to Jordan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التَّقَدُّمُ لِتَبَادُلٍ إِلَى الأُرْدُنِّ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تُشَارِكَ فِي التَّبَادُلِ؟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…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trip briefly.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إِلَى بَلَدٍ عَرَبِيٍّ مِنْ قَبْلُ؟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… ؛ لِذٰلِكَ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result with li-dhālika.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تَعَلَّمْتَ مِنْ تِلْكَ الرِّحْلَةِ؟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وَكَيْفَ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stay.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سَتَسْكُنُ مَعَ عَائِلَةٍ فِي عَمَّانَ ثَلَاثَةَ أَسَابِيعَ.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أَتَوَقَّعُ … بِسَبَبِ … ، لِذٰلِكَ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(cause + solution).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وَبِالحَافِلَةِ. مَا الصُّعُوبَةُ الَّتِي تَتَوَقَّعُهَا؟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applying  ·  The examiner is: the exchange coordinator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AN EXCHANGE DEBRIEF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After the exchange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التَّبَادُلِ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أَسْتَيْقِظُ … وَكُنْتُ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daily life there (kuntu + present).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حَيَاتِكَ مَعَ العَائِلَةِ.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… بِسَبَبِ /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 difference with its cause.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اخْتِلَافٍ لَاحَظْتَهُ؟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؛ مِمَّا … ،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problem and its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وَاجَهْتَ مُشْكِلَةً؟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الرِّحْلَةِ كُنْتُ … أَمَّا الآنَ فَأَتَكَلَّمُ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Reflect: before and after.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غَيَّرَتْكَ هٰذِهِ التَّجْرِبَةُ؟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سَنَتَكَلَّمُ … وَآمُلُ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purpose).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سَتَبْقَى عَلَى اتِّصَالٍ بِالعَائِلَةِ؟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back from three weeks in Jordan  ·  The examiner is: your Arabic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CONFERENCE PANEL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Does travel really build understanding?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يَبْنِي السَّفَرُ التَّفَاهُمَ حَقًّا؟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يَكْفِي … ؛ فَالسَّائِحُ … أَمَّا مَنْ … فَيَرَى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Distinguish tourism from exchange.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يَكْفِي السَّفَرُ لِنَفْهَمَ الشُّعُوبَ الأُخْرَى؟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أَظُنُّ أَنَّ … ، لٰكِنَّنِي عِنْدَمَا … اكْتَشَفْتُ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stereotype that changed.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تَجْرِبَتِكَ.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؛ لِذٰلِكَ أَقْتَرِحُ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propose alternatives.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السَّفَرَ مُكْلِفٌ وَيَضُرُّ البِيئَةَ.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المُسَافِرِ أَنْ … ؛ لِأَنَّ … مِمَّا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advice with cause → result.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مَسْؤُولِيَّةُ المُسَافِرِ؟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اسْتَطَعْتَ أَنْ تُرْسِلَ كُلَّ طَالِبٍ فِي بَرِيطَانْيَا إِلَى بَلَدٍ وَاحِدٍ، فَأَيُّ بَلَدٍ تَخْتَارُ؟</a:t>
            </a:r>
            <a:endParaRPr lang="ar-SA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panellist  ·  The examiner is: the panel moderator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trip in the past with a reason (li-anna)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linked a cause and a result (bi-sababi … mimmā / li-dhālika)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الرِّحْلَةُ طَوِيلَةً، لٰكِنَّهَا مُرِيحَةٌ.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journey was long, but comfortable.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 فِي فَاسَ! كَيْفَ كَانَتِ الرِّحْلَةُ؟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بِالطَّائِرَةِ إِلَى مُرَّاكُشَ، ثُمَّ بِالقِطَارِ إِلَى فَاسَ.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flew to Marrakesh, then took the train to Fes.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جِئْتَ؟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جَزِيلًا، الغُرْفَةُ جَمِيلَةٌ وَوَاسِعَةٌ.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so much, the room is lovely and spacious.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هٰذِهِ غُرْفَتُكَ. هَلْ تُعْجِبُكَ؟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وَمَتَى نَتَنَاوَلُ الفُطُورَ؟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when do we have breakfast?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نَتَعَشَّى فِي السَّاعَةِ التَّاسِعَةِ.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المَدِينَةَ القَدِيمَةَ، لِأَنَّهَا مَشْهُورَةٌ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the old city, because it’s very famous.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السَّابِعَةِ. مَاذَا تُرِيدُ أَنْ تَرَى فِي فَاسَ؟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أُرِيدُ أَنْ أُحَسِّنَ لُغَتِيَ العَرَبِيَّةَ.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improve my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تُشَارِكَ فِي التَّبَادُلِ؟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مِصْرَ مَعَ أُسْرَتِي فِي الصَّيْفِ المَاضِي.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visited Egypt with my family last summer.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سَافَرْتَ إِلَى بَلَدٍ عَرَبِيٍّ مِنْ قَبْلُ؟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أَنَّ اللَّهَجَاتِ مُخْتَلِفَةٌ جِدًّا؛ لِذٰلِكَ أُرِيدُ أَنْ أَعِيشَ مَعَ عَائِلَةٍ هَذِهِ المَرَّةَ.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dialects are very different — so this time I want to live with a family.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تَعَلَّمْتَ مِنْ تِلْكَ الرِّحْلَةِ؟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سَأَذْهَبُ إِلَى مَدْرَسَةٍ هُنَاكَ؟ وَكَيْفَ سَأَتَنَقَّلُ فِي المَدِينَةِ؟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I attend a school there? And how will I get around the city?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سَتَسْكُنُ مَعَ عَائِلَةٍ فِي عَمَّانَ ثَلَاثَةَ أَسَابِيعَ.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أَتَوَقَّعُ صُعُوبَةً فِي الفَهْمِ بِسَبَبِ سُرْعَةِ الكَلَامِ، لِذٰلِكَ سَأَطْلُبُ مِنْهُمْ أَنْ يَتَكَلَّمُوا بِبُطْءٍ.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Understanding, because of how fast people talk — so I’ll ask them to speak slowly.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وَبِالحَافِلَةِ. مَا الصُّعُوبَةُ الَّتِي تَتَوَقَّعُهَا؟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أَسْتَيْقِظُ عَلَى صَوْتِ الأَذَانِ، وَأَذْهَبُ إِلَى المَدْرَسَةِ مَعَ ابْنِ العَائِلَةِ، وَفِي المَسَاءِ كُنَّا نَزُورُ الأَقَارِبَ.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woke to the call to prayer, went to school with the family’s son, and in the evenings we visited relatives.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حَيَاتِكَ مَعَ العَائِلَةِ.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النَّاسَ يَسْهَرُونَ أَكْثَرَ مِنَّا، لِأَنَّ الجَوَّ حَارٌّ فِي النَّهَارِ، فَتَبْدَأُ الحَيَاةُ الاجْتِمَاعِيَّةُ بَعْدَ الغُرُوبِ.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stay up later than us because it’s hot in the day, so social life starts after sunset.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اخْتِلَافٍ لَاحَظْتَهُ؟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الأُسْبُوعِ الأَوَّلِ رَكِبْتُ الحَافِلَةَ الخَطَأَ، مِمَّا جَعَلَنِي أَتَأَخَّرُ سَاعَةً، لٰكِنَّ سَائِقًا لَطِيفًا أَوْصَلَنِي إِلَى البَيْتِ.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week one I took the wrong bus, which made me an hour late — but a kind driver took me home.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وَاجَهْتَ مُشْكِلَةً؟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الرِّحْلَةِ كُنْتُ أَخْجَلُ مِنَ الكَلَامِ بِالعَرَبِيَّةِ، أَمَّا الآنَ فَأَتَكَلَّمُ بِثِقَةٍ؛ نَتِيجَةً لِذٰلِكَ تَحَسَّنَتْ دَرَجَاتِي.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shy of speaking Arabic; now I speak confidently — as a result my marks improved.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غَيَّرَتْكَ هٰذِهِ التَّجْرِبَةُ؟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سَنَتَكَلَّمُ بِالفِيدْيُو كُلَّ شَهْرٍ، وَآمُلُ أَنْ يَزُورَنِي ابْنُهُمْ فِي لَنْدَنَ الصَّيْفَ القَادِمَ.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monthly video calls, and I hope their son visits me in London next summer.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سَتَبْقَى عَلَى اتِّصَالٍ بِالعَائِلَةِ؟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يَكْفِي وَحْدَهُ؛ فَالسَّائِحُ الَّذِي يَبْقَى فِي فُنْدُقٍ فَخْمٍ يَرَى الوَاجِهَةَ فَقَطْ، أَمَّا مَنْ يَعِيشُ مَعَ عَائِلَةٍ فَيَرَى الحَيَاةَ الحَقِيقِيَّةَ.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alone: a tourist in a luxury hotel sees only the façade; someone living with a family sees real life.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يَكْفِي السَّفَرُ لِنَفْهَمَ الشُّعُوبَ الأُخْرَى؟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أَظُنُّ أَنَّ المُجْتَمَعَ هُنَاكَ مُغْلَقٌ، لٰكِنَّنِي عِنْدَمَا عِشْتُ مَعَ عَائِلَةٍ أُرْدُنِيَّةٍ، اكْتَشَفْتُ نِقَاشَاتٍ حُرَّةً عَلَى العَشَاءِ حَوْلَ كُلِّ شَيْءٍ.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thought society there was closed, but living with a Jordanian family I found open dinner debates about everything.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مِنْ تَجْرِبَتِكَ.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مُكْلِفٌ وَيُلَوِّثُ الجَوَّ، غَيْرَ أَنَّ التَّبَادُلَ يُمْكِنُ أَنْ يَبْدَأَ بِالإِنْتَرْنِتِ؛ لِذٰلِكَ أَقْتَرِحُ أَنْ تُرْبَطَ المَدَارِسُ بِمَدَارِسَ فِي بُلْدَانٍ أُخْرَى.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costly and polluting, but exchange can start online — so I propose twinning schools with schools abroad.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السَّفَرَ مُكْلِفٌ وَيَضُرُّ البِيئَةَ.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عَلَيْهِ أَنْ يَتَعَلَّمَ كَلِمَاتٍ مِنْ لُغَةِ البَلَدِ وَيَحْتَرِمَ عَادَاتِهِ، لِأَنَّ ذٰلِكَ يَفْتَحُ القُلُوبَ، مِمَّا يُحَوِّلُ الرِّحْلَةَ إِلَى صَدَاقَةٍ.</a:t>
            </a:r>
            <a:endParaRPr lang="ar-SA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Learn some of the language and respect customs — it opens hearts, turning a trip into a friendship.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مَسْؤُولِيَّةُ المُسَافِرِ؟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بَلَدًا يَخْتَلِفُ عَنْهُمْ كَثِيرًا، كَالمَغْرِبِ أَوِ اليَابَانِ، لِأَنَّنَا نَتَعَلَّمُ أَكْثَرَ مِمَّا يُفَاجِئُنَا.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very different country, like Morocco or Japan — we learn most from what surprises 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اسْتَطَعْتَ أَنْ تُرْسِلَ كُلَّ طَالِبٍ فِي بَرِيطَانْيَا إِلَى بَلَدٍ وَاحِدٍ، فَأَيُّ بَلَدٍ تَخْتَارُ؟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tourism vs exchange, a changed stereotype, a concession with a proposal, responsibility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وَالرِّحْلَاتُ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last travel to?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أَيْنَ سَافَرْتَ آخِرَ مَرَّةٍ؟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مَعَ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did you travel with?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سَافَرْتَ؟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أُحِبُّهُ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travelling? Why?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السَّفَرَ؟ لِمَاذَا؟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country do you want to visit?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الَّذِي تُرِيدُ أَنْ تَزُورَهُ؟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أَحْمِلُ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pack in your suitcase?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تَحْمِلُ فِي حَقِيبَةِ السَّفَرِ؟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past for trips you made, present for what you like.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تَجَارِبُ السَّفَرِ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… ؛ وَكَانَ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trip you won’t forget.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لَا تَنْسَاهَا.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… بِسَبَبِ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cultural difference did you notice abroad?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الاخْتِلَافُ الثَّقَافِيُّ الَّذِي لَاحَظْتَهُ فِي بَلَدٍ آخَرَ؟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Did you face a problem when travelling?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وَاجَهْتَ مُشْكِلَةً فِي السَّفَرِ؟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السَّائِحُ … أَمَّا طَالِبُ التَّبَادُلِ فَيَعِيشُ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difference between tourism and cultural exchange?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السِّيَاحَةِ وَالتَّبَادُلِ الثَّقَافِيِّ؟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سَأُسَافِرُ / آمُلُ أَنْ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you travel in future, and why?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سَتُسَافِرُ فِي المُسْتَقْبَلِ؟ وَلِمَاذَا؟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cause (li-anna / bi-sababi) and a result (li-dhālika / mimmā).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وَالتَّفَاهُمُ بَيْنَ الشُّعُوبِ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travel help fight stereotypes?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يُسَاعِدُ السَّفَرُ عَلَى مُحَارَبَةِ الصُّوَرِ النَّمَطِيَّةِ؟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tourism harm old cities?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تُؤَثِّرُ السِّيَاحَةُ سَلْبًا عَلَى المُدُنِ القَدِيمَةِ؟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أَمَّا اليَوْمَ فَنَصِلُ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travel changed since Ibn Battuta’s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السَّفَرُ مُنْذُ أَيَّامِ ابْنِ بَطُّوطَةَ؟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أَدْرَكْتُ أَنَّ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travel teach you about your own culture?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عَنْ ثَقَافَتِكَ أَنْتَ مِنَ السَّفَرِ؟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قَضَيْتُ سَنَةً، لَأَصْبَحْتُ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spent a whole year in an Arab country, how would you change?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قَضَيْتَ سَنَةً كَامِلَةً فِي بَلَدٍ عَرَبِيٍّ، كَيْفَ تَتَغَيَّرُ؟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 with mimmā, kāna … ammā al-yawma fa-, a self-reflection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تُرْكِيَا فِي الصَّيْفِ.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Turkey in the summer.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أَيْنَ سَافَرْتَ آخِرَ مَرَّةٍ؟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مَعَ أُسْرَتِي.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 my family.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سَافَرْتَ؟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أُحِبُّهُ لِأَنِّي أَرَى أَمَاكِنَ جَدِيدَةً.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 see new places.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السَّفَرَ؟ لِمَاذَا؟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اليَابَانَ.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Japan.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الَّذِي تُرِيدُ أَنْ تَزُورَهُ؟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أَحْمِلُ جَوَازَ السَّفَرِ وَمَلَابِسِي وَشَاحِنَ الهَاتِفِ.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passport, clothes and phone charger.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تَحْمِلُ فِي حَقِيبَةِ السَّفَرِ؟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tense +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إِسْطَنْبُولَ مَعَ عَمِّي؛ وَكَانَتِ الرِّحْلَةُ رَائِعَةً، لِأَنَّ المَدِينَةَ تَجْمَعُ بَيْنَ آسْيَا وَأُورُوبَّا.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Istanbul with my uncle — wonderful, because the city joins Asia and Europe.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لَا تَنْسَاهَا.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لَاحَظْتُ أَنَّ المَحَلَّاتِ تُغْلَقُ وَقْتَ الظُّهْرِ فِي إِسْبَانْيَا بِسَبَبِ الحَرَارَةِ، لِذٰلِكَ يَتَسَوَّقُ النَّاسُ مَسَاءً.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Spanish shops close at midday because of the heat, so people shop in the evening.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الاخْتِلَافُ الثَّقَافِيُّ الَّذِي لَاحَظْتَهُ فِي بَلَدٍ آخَرَ؟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ضَاعَتْ حَقِيبَتِي فِي المَطَارِ، مِمَّا جَعَلَنِي أَشْتَرِي مَلَابِسَ جَدِيدَةً فِي اليَوْمِ الأَوَّلِ.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bag was lost at the airport, so I had to buy new clothes on day one.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وَاجَهْتَ مُشْكِلَةً فِي السَّفَرِ؟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السَّائِحُ يَرَى الأَمَاكِنَ، أَمَّا طَالِبُ التَّبَادُلِ فَيَعِيشُ مَعَ النَّاسِ، لِذٰلِكَ يَفْهَمُهُمْ أَكْثَرَ.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tourist sees places; an exchange student lives with people, so understands them more.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الفَرْقُ بَيْنَ السِّيَاحَةِ وَالتَّبَادُلِ الثَّقَافِيِّ؟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آمُلُ أَنْ أُسَافِرَ إِلَى عُمَانَ لِكَيْ أَرَى الصَّحْرَاءَ وَالجِبَالَ، وَأَتَدَرَّبَ عَلَى العَرَبِيَّةِ مَعَ النَّاسِ.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hope to go to Oman to see the desert and mountains and practise Arabic with people.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سَتُسَافِرُ فِي المُسْتَقْبَلِ؟ وَلِمَاذَا؟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Past experience + cause + result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 المُسَافِرِينَ يَعُودُونَ بِالأَفْكَارِ نَفْسِهَا، غَيْرَ أَنَّ مَنْ يُصْغِي وَيَسْأَلُ يَعُودُ بِعَقْلٍ أَوْسَعَ؛ فَالسَّفَرُ فُرْصَةٌ لَا ضَمَانٌ.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return with the same ideas, but those who listen and ask return wiser — travel is a chance, not a guarantee.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يُسَاعِدُ السَّفَرُ عَلَى مُحَارَبَةِ الصُّوَرِ النَّمَطِيَّةِ؟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تُوَفِّرُ فُرَصَ عَمَلٍ وَتَحْمِي الآثَارَ، وَمِنْ نَاحِيَةٍ أُخْرَى، تَرْفَعُ الأَسْعَارَ، مِمَّا يَدْفَعُ السُّكَّانَ الأَصْلِيِّينَ إِلَى الرَّحِيلِ.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creates jobs and protects monuments, but raises prices, which pushes original residents out.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تُؤَثِّرُ السِّيَاحَةُ سَلْبًا عَلَى المُدُنِ القَدِيمَةِ؟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ابْنُ بَطُّوطَةَ يُسَافِرُ سَنَوَاتٍ عَلَى الجِمَالِ وَالسُّفُنِ، أَمَّا اليَوْمَ فَنَصِلُ إِلَى أَيِّ قَارَّةٍ فِي سَاعَاتٍ؛ لٰكِنَّنَا نَرَى أَقَلَّ لِأَنَّنَا نَسْتَعْجِلُ.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Ibn Battuta travelled years by camel and ship; we reach any continent in hours — yet see less because we rush.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السَّفَرُ مُنْذُ أَيَّامِ ابْنِ بَطُّوطَةَ؟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man yuṣghī, furṣatun lā ḍamān, mimmā yadfaʿu, aqall li-anna and law … la- ×3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أَدْرَكْتُ أَنَّ كَثِيرًا مِنْ عَادَاتِنَا لَيْسَتْ "طَبِيعِيَّةً" لِلْجَمِيعِ، عِنْدَمَا ضَحِكَتْ عَائِلَتِي المُضِيفَةُ مِنْ شُرْبِي الشَّايَ بِالحَلِيبِ!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many of our habits aren’t “normal” for everyone — my host family laughed at me drinking tea with milk!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تَعَلَّمْتَهُ عَنْ ثَقَافَتِكَ أَنْتَ مِنَ السَّفَرِ؟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قَضَيْتُ سَنَةً هُنَاكَ، لَأَصْبَحْتُ أُفَكِّرُ بِالعَرَبِيَّةِ، وَلَفَهِمْتُ النُّكَتَ وَالأَمْثَالَ، وَلَعُدْتُ جِسْرًا بَيْنَ عَالَمَيْنِ.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think in Arabic, understand jokes and proverbs, and come back a bridge between two worlds.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قَضَيْتَ سَنَةً كَامِلَةً فِي بَلَدٍ عَرَبِيٍّ، كَيْفَ تَتَغَيَّرُ؟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man yuṣghī, furṣatun lā ḍamān, mimmā yadfaʿu, aqall li-anna and law … la- ×3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trip in the past tense.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with li-anna.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linked a cause and a result (bi-sababi … li-dhālika / mimmā).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past, present and future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what travel teaches with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TE-L08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TE-L08 · Speaking Workshop — Travel, Cultural Exchange and Understanding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2026-10-11T14:47:43Z</dcterms:created>
  <dcterms:modified xsi:type="dcterms:W3CDTF">2026-10-11T14:47:43Z</dcterms:modified>
</cp:coreProperties>
</file>