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E, Lesson 1 (Countries, Nationalities and Languages, TE-L01), using that lesson’s language (nisba adjectives (miṣr → miṣriyy / miṣriyya / miṣriyyūn); gender and plural agreement; prepositions of place (fī shamāli, bayna, qurba); wulidtu fī, aṣlī min).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the nisba: drop al- and the final vowel, add ـِيٌّ (m.), ـِيَّةٌ (f.), ـِيُّونَ (pl.): مِصْرُ → مِصْرِيٌّ · مِصْرِيَّةٌ · مِصْرِيُّونَ. Watch irregular plurals: مَغَارِبَةٌ. Drill: انْطِقْ / قُولِي الجِنْسِيَّةَ لِأُمِّكَ وَأَبِيكَ.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yaqaʿu (m. country) vs taqaʿu (f. country / city): يَقَعُ المَغْرِبُ · تَقَعُ مِصْرُ. Languages are feminine (al-ʿarabiyya) — so "my favourite language" is لُغَتِي المُفَضَّلَةُ.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an international summer camp.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اسْمُكِ · أَنْتِ · جِنْسِيَّتُكِ · تَتَكَلَّمِينَهَا · بَرِيطَانِيَّةٌ.
Core: min ayna, the nisba (barīṭāniyy — f. barīṭāniyya), aṣlī min al-maghrib, two languages with wa-, yaqaʿu fī shamāli.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the first day at school.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أَنْتِ إِنْجْلِيزِيَّةٌ · تَتَكَلَّمِينَهَا · تُرِيدِينَ · أَنَا جَدِيدَةٌ.
Core+: lākinna + aṣl, taqaʿu (Sudan treated as f.) + janūba, maʿa + family dual (wālidayya), the CANDIDATE asks two questions (mā ʿāṣimatu …? hal …?), urīdu an azūra + li-anna.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 radio programme.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حَدِّثِينَا · أُسْرَتِكِ · كُنْتِ صَغِيرَةً · سَتُعَلِّمِينَ · أَوْلَادَكِ.
Develop: nisba agreement across a family (miṣriyy / lubnāniyya), ammā … fa-, bayna … wa- and ʿalā sāḥili, fa-maʿa … wa-maʿa, kuntu + present vs ammā al-āna fa-, sa- + attached pronoun.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formal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عَرِّفِينَا · بِنَفْسِكِ · وَاجَهْتِ · أَصْلِكِ · تَخْشَيْنَ · مَثَّلْتِ · بَرِيطَانِيَّةٌ.
Stretch: formal register (yasurrunī an uqaddima nafsī), li-abin sūdāniyyin wa-ummin ṣūmāliyyatin (nisba in the genitive), arā anna + linkers, kāna + present … fa- … mundhu, a concession with li-dhālika, law … la-qultu inna + laysa … 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a location, a reason and a time frame.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E · EXAM PRACTICE  ·  TE-L01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TE-L01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Countries, Nationalities and Languages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البُلْدَانُ وَالجِنْسِيَّاتُ وَاللُّغَاتُ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say where you and your family are from, give nationalities with the correct nisba ending (m. / f. / pl.), locate countries with prepositions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فِي شَمَالِ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بَيْنَ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قُرْبَ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and talk about the languages you speak, with whom and why.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Advanced Topic E · The International World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E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E › TE-L01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COUNTRIES AND NATIONALITIES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Country → nationality (nisba)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البَلَدُ وَالجِنْسِيَّةُ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بَلَدٌ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country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ba-la-dun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capital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عَاصِمَةٌ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countries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بُلْدَانٌ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جِنْسِيَّةٌ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nationality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jin-siy-ya-tun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hold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أَحْمِلُ الجِنْسِيَّةَ …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nationalities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جِنْسِيَّاتٌ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مِصْرِيٌّ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Egyptian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miṣ-riy-yun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مِصْرِيُّونَ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مِصْرِيَّةٌ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بَرِيطَانِيٌّ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British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ba-rī-ṭā-niy-yun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بَرِيطَانِيُّونَ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بَرِيطَانِيَّةٌ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مَغْرِبِيٌّ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Moroccan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magh-ri-biy-yun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مَغَارِبَةٌ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مَغْرِبِيَّةٌ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لُغَةٌ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language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lu-gha-tun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mother tongue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اللُّغَةُ الأُمُّ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languages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لُغَاتٌ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PLACES AND LANGUAGES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 it is · what we speak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المَوْقِعُ وَاللُّغَاتُ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languages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العَرَبِيَّةُ · الإِنْجْلِيزِيَّةُ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Arabic · English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al-ʿa-ra-biy-ya-tu · al-inj-lī-ziy-ya-tu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Spanish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الإِسْبَانِيَّةُ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French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الفَرَنْسِيَّةُ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وُلِدْتُ فِي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was born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wu-lid-tu fī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grew up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نَشَأْتُ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 was born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وُلِدَتْ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phrase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أَصْلِي مِنْ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origin is from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aṣ-lī min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roots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جُذُورٌ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family’s origin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أَصْلُ أُسْرَتِي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place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يَقَعُ · تَقَعُ فِي …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is located in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ya-qa-ʿu · ta-qa-ʿu fī …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between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بَيْنَ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 the north of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شَمَالِ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بِطَلَاقَةٍ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speak fluently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a-ta-kal-la-mu bi-ṭa-lā-qa-tin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understand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أَفْهَمُ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little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قَلِيلًا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قَارَّةٌ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continent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qār-ra-tun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Africa · Asia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إِفْرِيقْيَا · آسْيَا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continents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قَارَّاتٌ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AN INTERNATIONAL SUMMER CAMP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Registering at an international camp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مُخَيَّمٍ دُوَلِيٍّ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اسْمِي … وَأَنَا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name and where you are from.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 وَسَهْلًا! مَا اسْمُكَ؟ وَمِنْ أَيْنَ أَنْتَ؟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59368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 (nisba)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nationality.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جِنْسِيَّتُكَ؟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… وَ…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two languages.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اللُّغَاتُ الَّتِي تَتَكَلَّمُهَا؟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أَيْنَ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where most students are from.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مُمْتَازٌ. عِنْدَنَا طُلَّابٌ مِنْ عِشْرِينَ بَلَدًا.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يَقَعُ المَغْرِبُ فِي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فَرَنْسَا وَمِصْرَ. أَيْنَ يَقَعُ المَغْرِبُ؟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new camper  ·  The examiner is: the camp organiser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THE FIRST DAY AT SCHOOL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 new classmate from abroad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زَمِيلٌ جَدِيدٌ مِنَ الخَارِجِ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… لٰكِنَّ أَصْلَ أُسْرَتِي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nationality and origin.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مَرْحَبًا، أَنَا جَدِيدٌ هُنَا. هَلْ أَنْتَ إِنْجْلِيزِيٌّ؟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تَقَعُ … فِي … جَنُوبَ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Locate the country with a preposition.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تَقَعُ السُّودَانُ؟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… مَعَ … وَ… مَعَ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language and with whom.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اللُّغَةُ الَّتِي تَتَكَلَّمُهَا فِي البَيْتِ؟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عَاصِمَةُ …؟ وَهَلْ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questions about Italy.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مِنْ إِيطَالْيَا.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أَزُورَ 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with a reason.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رُومَا. أَيُّ بَلَدٍ تُرِيدُ أَنْ تَزُورَ؟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new classmate who has just arrived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RADIO PROGRAMME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Families with many languages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أُسَرٌ مُتَعَدِّدَةُ اللُّغَاتِ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أَبِي … وَأُمِّي … أَمَّا أَنَا فَوُلِدْتُ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origins of different family members (nisba agreement).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حَدِّثْنَا عَنْ أَصْلِ أُسْرَتِكَ.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يَقَعُ … بَيْنَ … وَ… عَلَى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Locate it with two prepositions.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وَأَيْنَ يَقَعُ لُبْنَانُ بِالضَّبْطِ؟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نَتَكَلَّمُ … ؛ فَمَعَ جَدَّتِي … وَمَعَ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who speaks what.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لُغَةً تَتَكَلَّمُونَ فِي البَيْتِ؟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… أَمَّا الآنَ فَأَنْتَقِلُ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Contrast past and present.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كَانَ ذٰلِكَ صَعْبًا عِنْدَمَا كُنْتَ صَغِيرًا؟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سَأُعَلِّمُهُمْ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reason).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سَتُعَلِّمُ أَوْلَادَكَ هٰذِهِ اللُّغَاتِ؟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 guest  ·  The examiner is: the presenter of a youth radio show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FORMAL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Youth ambassador interview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مُقَابَلَةُ سَفِيرِ الشَّبَابِ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يَسُرُّنِي أَنْ … وُلِدْتُ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Present a mixed identity formally.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عَرِّفْنَا بِنَفْسِكَ وَبِهُوِيَّتِكَ.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… أَوَّلًا … بِالإِضَافَةِ إِلَى ذٰلِكَ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reasoned opinion with linkers.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قِيمَةُ اللُّغَاتِ فِي رَأْيِكَ؟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… كَانَ … فَقَدَّمْتُ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 past experience and its result.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وَاجَهْتَ صُعُوبَةً بِسَبَبِ أَصْلِكَ؟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 لِذٰلِكَ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balance.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أَلَا تَخْشَى أَنْ تَضِيعَ لُغَتُكَ الأُمُّ؟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مَثَّلْتُ …، لَقُلْتُ إِنَّ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مَثَّلْتَ بَلَدَكَ فِي مُؤْتَمَرٍ دُوَلِيٍّ، مَاذَا تَقُولُ؟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candidate for an international youth programme  ·  The examiner is: the head of the selection panel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nationality and a language with correct agreement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located a country with a preposition and said who they speak each language with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اسْمِي عُمَرُ، وَأَنَا مِنْ بَرِيطَانْيَا.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Omar, and I’m from Britain.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 وَسَهْلًا! مَا اسْمُكَ؟ وَمِنْ أَيْنَ أَنْتَ؟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بَرِيطَانِيٌّ، وَأَصْلِي مِنَ المَغْرِبِ.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British, and my origin is Moroccan.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جِنْسِيَّتُكَ؟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الإِنْجْلِيزِيَّةَ وَالعَرَبِيَّةَ.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speak English and Arabic.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اللُّغَاتُ الَّتِي تَتَكَلَّمُهَا؟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أَيْنَ أَكْثَرُ الطُّلَّابِ؟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are most of the students from?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مُمْتَازٌ. عِنْدَنَا طُلَّابٌ مِنْ عِشْرِينَ بَلَدًا.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يَقَعُ المَغْرِبُ فِي شَمَالِ إِفْرِيقْيَا.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Morocco is in North Africa.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فَرَنْسَا وَمِصْرَ. أَيْنَ يَقَعُ المَغْرِبُ؟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بَرِيطَانِيٌّ، لٰكِنَّ أَصْلَ أُسْرَتِي مِنَ السُّودَانِ.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British, but my family is originally from Sudan.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مَرْحَبًا، أَنَا جَدِيدٌ هُنَا. هَلْ أَنْتَ إِنْجْلِيزِيٌّ؟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تَقَعُ السُّودَانُ فِي إِفْرِيقْيَا، جَنُوبَ مِصْرَ.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Sudan is in Africa, south of Egypt.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تَقَعُ السُّودَانُ؟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العَرَبِيَّةَ مَعَ وَالِدَيَّ، وَالإِنْجْلِيزِيَّةَ مَعَ إِخْوَتِي.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Arabic with my parents, and English with my siblings.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اللُّغَةُ الَّتِي تَتَكَلَّمُهَا فِي البَيْتِ؟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عَاصِمَةُ إِيطَالْيَا؟ وَهَلْ تَتَكَلَّمُ الإِنْجْلِيزِيَّةَ جَيِّدًا؟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capital of Italy? And do you speak English well?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مِنْ إِيطَالْيَا.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أَزُورَ اليَابَانَ، لِأَنَّ ثَقَافَتَهَا مُخْتَلِفَةٌ جِدًّا.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visit Japan, because its culture is very different.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رُومَا. أَيُّ بَلَدٍ تُرِيدُ أَنْ تَزُورَ؟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أَبِي مِصْرِيٌّ، وَأُمِّي لُبْنَانِيَّةٌ، أَمَّا أَنَا فَوُلِدْتُ فِي لَنْدَنَ، وَأَحْمِلُ الجِنْسِيَّةَ البَرِيطَانِيَّةَ.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dad is Egyptian, my mum Lebanese, and I was born in London with British nationality.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حَدِّثْنَا عَنْ أَصْلِ أُسْرَتِكَ.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يَقَعُ لُبْنَانُ فِي غَرْبِ آسْيَا، بَيْنَ سُورِيَا وَفِلَسْطِينَ، عَلَى سَاحِلِ البَحْرِ الأَبْيَضِ المُتَوَسِّطِ.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Lebanon is in western Asia, between Syria and Palestine, on the Mediterranean coast.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وَأَيْنَ يَقَعُ لُبْنَانُ بِالضَّبْطِ؟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نَتَكَلَّمُ ثَلَاثَ لُغَاتٍ؛ فَمَعَ جَدَّتِي نَتَكَلَّمُ العَرَبِيَّةَ، وَمَعَ خَالَتِي الفَرَنْسِيَّةَ، وَبَيْنَنَا الإِنْجْلِيزِيَّةَ.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Three: Arabic with grandma, French with my aunt, English among ourselves.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لُغَةً تَتَكَلَّمُونَ فِي البَيْتِ؟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كُنْتُ أَخْلِطُ بَيْنَ اللُّغَاتِ، أَمَّا الآنَ فَأَنْتَقِلُ مِنْ لُغَةٍ إِلَى أُخْرَى بِسُهُولَةٍ.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used to mix them up; now I switch easily between languages.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كَانَ ذٰلِكَ صَعْبًا عِنْدَمَا كُنْتَ صَغِيرًا؟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سَأُعَلِّمُهُمُ العَرَبِيَّةَ أَوَّلًا، لِأَنَّهَا تَرْبِطُهُمْ بِدِينِهِمْ وَأَجْدَادِهِمْ.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Arabic first, because it connects them to their faith and grandparents.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سَتُعَلِّمُ أَوْلَادَكَ هٰذِهِ اللُّغَاتِ؟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يَسُرُّنِي أَنْ أُقَدِّمَ نَفْسِي: وُلِدْتُ فِي مَانْشِسْتَرَ لِأَبٍ سُودَانِيٍّ وَأُمٍّ صُومَالِيَّةٍ، فَأَنَا بَرِيطَانِيٌّ، غَيْرَ أَنَّ جُذُورِي إِفْرِيقِيَّةٌ.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was born in Manchester to a Sudanese father and a Somali mother: British, with African roots.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عَرِّفْنَا بِنَفْسِكَ وَبِهُوِيَّتِكَ.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اللُّغَةَ جِسْرٌ؛ أَوَّلًا، تُمَكِّنُنَا مِنَ التَّوَاصُلِ، وَبِالإِضَافَةِ إِلَى ذٰلِكَ، تُتِيحُ لَنَا أَنْ نَفْهَمَ طَرِيقَةَ تَفْكِيرِ الآخَرِينَ.</a:t>
            </a:r>
            <a:endParaRPr lang="ar-SA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Language is a bridge: it lets us communicate and also understand how others think.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قِيمَةُ اللُّغَاتِ فِي رَأْيِكَ؟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كُنْتُ فِي الابْتِدَائِيَّةِ، كَانَ بَعْضُ الزُّمَلَاءِ يَسْخَرُونَ مِنْ اسْمِي، فَقَدَّمْتُ عَرْضًا عَنْ ثَقَافَتِي، وَمُنْذُ ذٰلِكَ اليَوْمِ تَغَيَّرَتْ نَظْرَتُهُمْ.</a:t>
            </a:r>
            <a:endParaRPr lang="ar-SA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primary some classmates mocked my name, so I gave a presentation on my culture — and their view changed from that day.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وَاجَهْتَ صُعُوبَةً بِسَبَبِ أَصْلِكَ؟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الإِنْجْلِيزِيَّةَ تُسَيْطِرُ عَلَى حَيَاتِي اليَوْمِيَّةِ، غَيْرَ أَنَّنِي أَقْرَأُ بِالعَرَبِيَّةِ كُلَّ يَوْمٍ؛ لِذٰلِكَ لَا أَخْشَى ذٰلِكَ.</a:t>
            </a:r>
            <a:endParaRPr lang="ar-SA" sz="14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English dominates my daily life, but I read in Arabic every day, so I don’t fear it.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أَلَا تَخْشَى أَنْ تَضِيعَ لُغَتُكَ الأُمُّ؟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مَثَّلْتُ بَلَدِي، لَقُلْتُ إِنَّ تَعَدُّدَ الجِنْسِيَّاتِ وَاللُّغَاتِ لَيْسَ مُشْكِلَةً، بَلْ هُوَ قُوَّةٌ تَجْمَعُ النَّاسَ.</a:t>
            </a:r>
            <a:endParaRPr lang="ar-SA" sz="17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say that many nationalities and languages are not a problem but a strength that unites people.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مَثَّلْتَ بَلَدَكَ فِي مُؤْتَمَرٍ دُوَلِيٍّ، مَاذَا تَقُولُ؟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identity, nisba agreement in every case, narrated experience, a concession and law … la- — all in formal Arabic.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أَنَا وَبَلَدِي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are you from?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أَيْنَ أَنْتَ؟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nationality?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جِنْسِيَّتُكَ؟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وُلِدْتُ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were you born?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وُلِدْتَ؟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… لُغَاتٍ: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languages do you speak?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لُغَةً تَتَكَلَّمُ؟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لُغَتِي المُفَضَّلَةُ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language?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لُغَتُكَ المُفَضَّلَةُ؟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check the nisba ending (m.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ـِيٌّ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/ f.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ـِيَّةٌ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).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أُسْرَتِي وَلُغَاتُهَا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يَقَعُ … فِي … وَعَاصِمَتُهُ … وَفِيهِ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family’s country.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بَلَدَ أُسْرَتِكَ.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… مَعَ … أَمَّا مَعَ أَصْدِقَائِي فَأَتَكَلَّمُ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do you speak each language with?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مَعَ مَنْ تَتَكَلَّمُ كُلَّ لُغَةٍ؟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بَدَأْتُ … عِنْدَمَا كُنْتُ … وَالآنَ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did you start learning Arabic?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بَدَأْتَ تَتَعَلَّمُ العَرَبِيَّةَ؟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زُرْتُ … وَتَكَلَّمْتُ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visited an Arab country?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زُرْتَ بَلَدًا عَرَبِيًّا؟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سَأَتَعَلَّمُ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language will you learn in future?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 لُغَةٍ سَتَتَعَلَّمُ فِي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location with a preposition, a reason and a past or future detail.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الجِنْسِيَّةُ وَاللُّغَةُ وَالهُوِيَّةُ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nationality define a person’s identity?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تُحَدِّدُ الجِنْسِيَّةُ هُوِيَّةَ الإِنْسَانِ؟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… لِأَنَّ … مِمَّا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every student learn a second language?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يَتَعَلَّمَ كُلُّ طَالِبٍ لُغَةً ثَانِيَةً؟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جَدِّي … أَمَّا أَنَا فَأَتَكَلَّمُ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have your family’s languages changed over generations?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تَغَيَّرَتْ لُغَاتُ أُسْرَتِكَ عَبْرَ الأَجْيَالِ؟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difficulties face someone living between two cultures?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الصُّعُوبَاتُ الَّتِي يُوَاجِهُهَا مَنْ يَعِيشُ بَيْنَ ثَقَافَتَيْنِ؟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اسْتَطَعْتُ …، لَسَافَرْتُ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could speak every language in the world, what would you do?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اسْتَطَعْتَ أَنْ تَتَكَلَّمَ كُلَّ لُغَاتِ العَالَمِ،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an opinion with mimmā, change across generations, a balanced view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مِنْ بَرِيطَانْيَا، وَأَصْلِي مِنْ بَاكِسْتَانَ.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from Britain, originally from Pakistan.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أَيْنَ أَنْتَ؟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بَرِيطَانِيٌّ.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British.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جِنْسِيَّتُكَ؟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وُلِدْتُ فِي مَدِينَةِ لِيدْزَ فِي شَمَالِ إِنْجِلْتِرَا.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Leeds, in the north of England.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وُلِدْتَ؟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ثَلَاثَ لُغَاتٍ: الإِنْجْلِيزِيَّةَ وَالأُرْدِيَّةَ وَالعَرَبِيَّةَ.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Three: English, Urdu and Arabic.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لُغَةً تَتَكَلَّمُ؟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لُغَتِيَ المُفَضَّلَةُ العَرَبِيَّةُ، لِأَنَّهَا جَمِيلَةٌ.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Arabic, because it’s beautiful.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لُغَتُكَ المُفَضَّلَةُ؟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correct nisba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يَقَعُ اليَمَنُ فِي جَنُوبِ الجَزِيرَةِ العَرَبِيَّةِ، وَعَاصِمَتُهُ صَنْعَاءُ، وَفِيهِ جِبَالٌ عَالِيَةٌ وَمُدُنٌ قَدِيمَةٌ جِدًّا.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Yemen is in the south of the Arabian Peninsula; its capital is Sanaa, with high mountains and very old cities.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بَلَدَ أُسْرَتِكَ.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الصُّومَالِيَّةَ مَعَ جَدِّي، أَمَّا مَعَ أَصْدِقَائِي فَأَتَكَلَّمُ الإِنْجْلِيزِيَّةَ دَائِمًا.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Somali with my grandpa; with friends always English.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مَعَ مَنْ تَتَكَلَّمُ كُلَّ لُغَةٍ؟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بَدَأْتُ أَتَعَلَّمُهَا عِنْدَمَا كُنْتُ فِي السَّادِسَةِ فِي المَسْجِدِ، وَالآنَ أَدْرُسُهَا فِي المَدْرَسَةِ أَيْضًا.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six, at the mosque; now I study it at school too.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بَدَأْتَ تَتَعَلَّمُ العَرَبِيَّةَ؟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زُرْتُ الأُرْدُنَّ السَّنَةَ المَاضِيَةَ، وَتَكَلَّمْتُ العَرَبِيَّةَ فِي السُّوقِ لِأَوَّلِ مَرَّةٍ، فَكُنْتُ فَخُورًا جِدًّا.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Jordan last year — I spoke Arabic in the market for the first time and felt very proud.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زُرْتَ بَلَدًا عَرَبِيًّا؟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سَأَتَعَلَّمُ التُّرْكِيَّةَ، لِأَنَّ تُرْكِيَا بَلَدٌ قَرِيبٌ مِنَ العَالَمِ العَرَبِيِّ، وَأُرِيدُ أَنْ أَدْرُسَ هُنَاكَ.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Turkish — Turkey is close to the Arab world and I want to study there.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 لُغَةٍ سَتَتَعَلَّمُ فِي المُسْتَقْبَلِ؟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Prepositions + nisba + two time frames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الجِنْسِيَّةَ تُكْتَبُ فِي جَوَازِ السَّفَرِ، غَيْرَ أَنَّ الهُوِيَّةَ أَوْسَعُ؛ فَهِيَ اللُّغَةُ وَالدِّينُ وَالذِّكْرَيَاتُ.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Nationality is written in the passport, but identity is wider: language, faith and memories.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تُحَدِّدُ الجِنْسِيَّةُ هُوِيَّةَ الإِنْسَانِ؟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ذٰلِكَ ضَرُورِيٌّ، لِأَنَّ العَالَمَ أَصْبَحَ قَرْيَةً صَغِيرَةً، مِمَّا يَجْعَلُ اللُّغَاتِ مَهَارَةً أَسَاسِيَّةً لِلْعَمَلِ.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the world is a small village now, making languages a core work skill.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يَتَعَلَّمَ كُلُّ طَالِبٍ لُغَةً ثَانِيَةً؟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جَدِّي يَتَكَلَّمُ البَنْغَالِيَّةَ فَقَطْ، وَتَعَلَّمَ أَبِي الإِنْجْلِيزِيَّةَ فِي العَمَلِ، أَمَّا أَنَا فَأَتَكَلَّمُ ثَلَاثَ لُغَاتٍ.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Grandpa spoke only Bengali, dad learnt English at work, and I speak three languages.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تَغَيَّرَتْ لُغَاتُ أُسْرَتِكَ عَبْرَ الأَجْيَالِ؟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the passive (tuktabu), mimmā yajʿalu, kāna … ammā … fa-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قَدْ يَشْعُرُ بِأَنَّهُ غَرِيبٌ فِي البَلَدَيْنِ، وَمِنْ نَاحِيَةٍ أُخْرَى، يَمْلِكُ مَفَاتِيحَ عَالَمَيْنِ بَدَلًا مِنْ عَالَمٍ وَاحِدٍ.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may feel a stranger in both countries, yet hold the keys to two worlds instead of one.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الصُّعُوبَاتُ الَّتِي يُوَاجِهُهَا مَنْ يَعِيشُ بَيْنَ ثَقَافَتَيْنِ؟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اسْتَطَعْتُ ذٰلِكَ، لَسَافَرْتُ إِلَى كُلِّ القَارَّاتِ، وَلَعَمِلْتُ مُتَرْجِمًا فِي الأُمَمِ المُتَّحِدَةِ لِأُسَاعِدَ عَلَى حَلِّ النِّزَاعَاتِ.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travel every continent and work as a UN interpreter to help resolve conflicts.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اسْتَطَعْتَ أَنْ تَتَكَلَّمَ كُلَّ لُغَاتِ العَالَمِ، مَاذَا تَفْعَلُ؟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the passive (tuktabu), mimmā yajʿalu, kāna … ammā … fa-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where I am from and my nationality.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the languages I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the nisba correctly for m. and f. family members.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located a country with a preposition (fī shamāli, bayna, qurba).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discussed identity with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TE-L01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TE-L01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TE-L01 · Speaking Workshop — Countries, Nationalities and Languages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2026-10-11T14:19:12Z</dcterms:created>
  <dcterms:modified xsi:type="dcterms:W3CDTF">2026-10-11T14:19:12Z</dcterms:modified>
</cp:coreProperties>
</file>