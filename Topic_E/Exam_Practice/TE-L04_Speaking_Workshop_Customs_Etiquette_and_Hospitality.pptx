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E, Lesson 4 (Customs, Etiquette and Hospitality, TE-L04), using that lesson’s language (imperatives m. / f. / pl. and the negative imperative (lā takhlaʿ / lā takhlaʿī); advice (yanbaghī an, min al-afḍal an, ʿalayka an); comparison (akramu min, akthar … min, bi-ʿaksi)).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the imperative changes with who you address: اِخْلَعْ (m.) · اِخْلَعِي (f.) · اِخْلَعُوا (pl.). The negative uses lā + jussive: لَا تَأْكُلْ · لَا تَأْكُلِي · لَا تَأْكُلُوا. Softer advice: يَنْبَغِي أَنْ / مِنَ الأَفْضَلِ أَنْ + subjunctive.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guest phrases: تَفَضَّلْ · سُفْرَةٌ دَائِمَةٌ → دَامَتْ أَيَّامُكَ · بِالهَنَاءِ وَالشِّفَاءِ. Compare: أَكْرَمُ مِنْ (afʿal min), أَكْثَرُ رَسْمِيَّةً مِنْ (akthar + noun in acc.), بِعَكْسِ / بَيْنَمَا.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dinner at an Arab friend’s home.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تَفَضَّلِي · اجْلِسِي · مِنْ فَضْلِكِ · خُذِي · شَبْعَانَةُ.
Core: courtesy phrases (yā khāla, sufra dāʾima → dāmat ayyāmuk), imperatives heard (tafaḍḍal, ijlis, khudh), hal akhlaʿu …?, qalīlan faqaṭ + shabʿān / shabʿāna.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school exchange.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(to a female student) اِذْهَبِي · لَا تَتَأَخَّرِي · اِحْمِلِي · تَقُولِي · لَا تَبْدَئِي.
Core+: masculine imperatives (idhhab, iḥmil) and lā + jussive (lā tataʾakhkhar, lā tabdaʾ), yanbaghī an taqūla, the CANDIDATE asks with akthar rasmiyyatan min, a relative clause + li-annahā.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school magazine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نَصِيحَتُكِ · (examiner asks a girl the same; answers unchanged).
Develop: present-tense customs + mathalan + lā … bal, baynamā / bi-ʿaksi + alladhīna, akthar + tamyīz (tanẓīman, ʿafwiyyatan), a past anecdote with fa- result and ẓallat, plural imperatives (iqbalū, lā tarfuḍū) and min al-afḍal 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training session.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تَعَلَّمْتِ · (answers otherwise unchanged).
Stretch: formal advice (yanbaghī an yudrikū, ʿalaykum an), plural negative imperatives + qabla an, the passive yuʿtabaru, akthar khuṣūṣiyyatan, a concession against stereotypes, kuntu + present … wa-hākadhā, aḥammu min aghlā, law … la-naṣaḥtuhu bi-an.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advice and a comparison.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E · EXAM PRACTICE  ·  TE-L04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TE-L04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Customs, Etiquette and Hospitality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العَادَاتُ وَآدَابُ الضِّيَافَةِ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behave and speak politely as a guest, explain the customs of your culture, give advice with imperatives (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اِخْلَعْ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تَنْسَ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قَدِّمِي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 and advice phrases (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الأَفْضَلِ أَنْ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and compare customs between cultures (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أَكْرَمُ مِنْ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أَكْثَرُ … مِنْ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Advanced Topic E · The International World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E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E › TE-L04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IMPERATIVES AND ADVICE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Do this · don’t do that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الأَمْرُ وَالنَّصِيحَةُ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ضَيْفٌ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guest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ḍay-fun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ضُيُوفٌ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ضَيْفَةٌ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مُضِيفٌ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host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mu-ḍī-fun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hospitality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الضِّيَافَةُ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مُضِيفَةٌ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adjective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كَرِيمٌ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generous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ka-rī-mun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more generous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أَكْرَمُ مِنْ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كَرِيمَةٌ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manners / etiquette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ā-dā-bun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rude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قَلِيلُ الأَدَبِ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polite (m. · f.)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مُؤَدَّبٌ · مُؤَدَّبَةٌ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imperative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اِخْلَعْ حِذَاءَكَ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take off your shoes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ikh-laʿ ḥi-dhā-ʾa-ka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اِخْلَعُوا أَحْذِيَتَكُمْ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اِخْلَعِي حِذَاءَكِ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negative imp.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تَنْسَ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don’t forget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lā tan-sa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تَنْسَوْا</a:t>
            </a:r>
            <a:endParaRPr lang="ar-SA" sz="150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تَنْسَيْ</a:t>
            </a:r>
            <a:endParaRPr lang="ar-SA" sz="150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HOSPITALITY AND COMPARISON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Polite phrases · comparing customs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عِبَارَاتُ المُجَامَلَةِ وَالمُقَارَنَةُ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advice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one should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yan-ba-ghī an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you must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عَلَيْكَ أَنْ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is better to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الأَفْضَلِ أَنْ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courtesy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تَفَضَّلْ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please, go ahead / come in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ta-faḍ-ḍal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تَفَضَّلُوا</a:t>
            </a:r>
            <a:endParaRPr lang="ar-SA" sz="150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تَفَضَّلِي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courtesy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سُفْرَةٌ دَائِمَةٌ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may your table always be full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suf-ra-tun dā-ʾi-ma-tun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bon appétit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بِالهَنَاءِ وَالشِّفَاءِ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reply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دَامَتْ أَيَّامُكَ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أُصَافِحُ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shake hands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u-ṣā-fi-ḥu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kiss (cheeks)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أُقَبِّلُ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greet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أُحَيِّي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judgement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عَيْبٌ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shameful / not done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ʿay-bun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is normal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العَادِيِّ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is polite to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الأَدَبِ أَنْ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comparison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بِعَكْسِ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unlike / contrary to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bi-ʿak-si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whereas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بَيْنَمَا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similar to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مِثْلُ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DINNER AT AN ARAB FRIEND’S HOME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 guest at dinner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ضَيْفٌ عَلَى العَشَاءِ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 … ، بَيْتُكُمْ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Greet politely and thank her.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وَسَهْلًا! تَفَضَّلْ.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أَخْلَعُ …؟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if you should take off your shoes.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تَفَضَّلْ، اجْلِسْ هُنَا.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الطَّعَامُ … جِدًّا!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Praise the food.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مِنْ فَضْلِكَ. هٰذَا هُوَ المَنْسَفُ.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قَلِيلًا فَقَطْ،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Accept a little more politely.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دَامَتْ أَيَّامُكَ. خُذْ أَكْثَرَ!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نَأْكُلُ … فِي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تَأْكُلُونَ مَعًا فِي بَيْتِكُمْ أَيْضًا؟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guest  ·  The examiner is: your friend’s mother (the host)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SCHOOL EXCHANGE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Advising an exchange student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نَصَائِحُ لِطَالِبٍ زَائِرٍ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اِذْهَبْ … / لَا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one piece of advice (imperative).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سَأَزُورُ عَائِلَةَ صَدِيقِي الإِنْجْلِيزِيِّ. بِمَاذَا تَنْصَحُنِي؟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اِحْمِلْ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Advise on a gift.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أَحْمِلُ هَدِيَّةً؟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… وَلَا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Advise with yanbaghī + a negative imperative.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وَعَلَى المَائِدَةِ؟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الضِّيَافَةُ فِي عُمَانَ … أَكْثَرُ … مِنْ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 question comparing customs.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عُمَانَ نَأْكُلُ بِأَيْدِينَا أَحْيَانًا.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 لِأَنَّ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(opinion + reason).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نُقَدِّمُ القَهْوَةَ وَالتَّمْرَ لِكُلِّ ضَيْفٍ. وَمَا العَادَةُ الَّتِي تُحِبُّهَا هُنَا؟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British student  ·  The examiner is: an exchange student from Oman, new to Britain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SCHOOL MAGAZINE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Hospitality in two cultures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الضِّيَافَةُ فِي ثَقَافَتَيْنِ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يُرَحِّبُونَ … ثُمَّ يُقَدِّمُونَ … مَثَلًا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customs with examples.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يَسْتَقْبِلُ العَرَبُ الضُّيُوفَ؟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بَيْنَمَا فِي بَرِيطَانْيَا … بِعَكْسِ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bayna-mā / bi-ʿaksi.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وَفِي بَرِيطَانْيَا؟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أَظُنُّ أَنَّ … أَكْثَرُ … مِنْ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afʿal min and a reason.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أَكْثَرُ رَسْمِيَّةً؟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عِنْدَمَا … قَالَتْ … فَصَدَّقَتْهَا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a past incident.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حَدَثَ مَوْقِفٌ مُحْرِجٌ بِسَبَبِ اخْتِلَافِ العَادَاتِ؟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اِقْبَلُوا … وَلَا … وَمِنَ الأَفْضَلِ أَنْ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(plural imperatives).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نَصِيحَتُكَ لِقُرَّائِنَا إِذَا زَارُوا بَيْتًا عَرَبِيًّا؟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with Arab and British heritage  ·  The examiner is: the editor of the school magazine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TRAINING SESSION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Training hotel staff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تَدْرِيبُ مُوَظَّفِي الفُنْدُقِ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… ؛ وَعَلَيْكُمْ أَنْ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formal advice (yanbaghī, ʿalaykum an).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أَهَمُّ شَيْءٍ يَجِبُ أَنْ يَعْرِفَهُ مُوَظَّفُونَا؟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تَمُدُّوا … وَلَا تُقَدِّمُوا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List don’ts with negative imperatives.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الأَخْطَاءُ الَّتِي يَجِبُ تَجَنُّبُهَا؟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carefully, avoiding stereotypes.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يَخْتَلِفُ الضُّيُوفُ الخَلِيجِيُّونَ عَنِ الأُورُوبِّيِّينَ كَثِيرًا؟</a:t>
            </a:r>
            <a:endParaRPr lang="ar-SA" sz="165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تَعَلَّمْتُهَا مِنْ … ؛ فَكُنْتُ … وَهٰكَذَا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how you learnt (past + result).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تَعَلَّمْتَ هٰذِهِ الآدَابَ؟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أَخْطَأَ، لَنَصَحْتُهُ بِأَنْ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أَخْطَأَ مُوَظَّفٌ مَعَ ضَيْفٍ، مَاذَا يَفْعَلُ؟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cultural adviser  ·  The examiner is: the manager of a London hotel expecting Gulf visitors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advice with a correct imperative (m. or f.)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compared two cultures with afʿal min or akthar … min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 جَزِيلًا يَا خَالَةُ، بَيْتُكُمْ جَمِيلٌ جِدًّا.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you so much, auntie — your home is lovely.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وَسَهْلًا! تَفَضَّلْ.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أَخْلَعُ حِذَائِي؟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I take off my shoes?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تَفَضَّلْ، اجْلِسْ هُنَا.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الطَّعَامُ لَذِيذٌ جِدًّا! سُفْرَةٌ دَائِمَةٌ.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food is delicious! May your table always be full.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مِنْ فَضْلِكَ. هٰذَا هُوَ المَنْسَفُ.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قَلِيلًا فَقَطْ، شُكْرًا. أَنَا شَبْعَانُ.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Just a little, thanks. I’m full.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دَامَتْ أَيَّامُكَ. خُذْ أَكْثَرَ!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نَأْكُلُ مَعًا فِي المَسَاءِ، لٰكِنْ عَلَى طَاوِلَةٍ.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we eat together in the evening, but at a table.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تَأْكُلُونَ مَعًا فِي بَيْتِكُمْ أَيْضًا؟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اِذْهَبْ فِي الوَقْتِ بِالضَّبْطِ، وَلَا تَتَأَخَّرْ.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Go exactly on time, and don’t be late.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سَأَزُورُ عَائِلَةَ صَدِيقِي الإِنْجْلِيزِيِّ. بِمَاذَا تَنْصَحُنِي؟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اِحْمِلْ عُلْبَةَ شُوكُولَاتَةٍ أَوْ وُرُودًا.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take a box of chocolates or flowers.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أَحْمِلُ هَدِيَّةً؟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تَقُولَ "مِنْ فَضْلِكَ" وَ"شُكْرًا" كَثِيرًا، وَلَا تَبْدَأْ بِالأَكْلِ قَبْلَ الجَمِيعِ.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“please” and “thank you” a lot, and don’t start eating before everyone.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وَعَلَى المَائِدَةِ؟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وَهَلِ الضِّيَافَةُ فِي عُمَانَ أَكْثَرُ رَسْمِيَّةً مِنْ هُنَا؟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is hospitality in Oman more formal than here?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عُمَانَ نَأْكُلُ بِأَيْدِينَا أَحْيَانًا.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عَادَةَ شُرْبِ الشَّايِ فِي العَصْرِ، لِأَنَّهَا تَجْمَعُ النَّاسَ لِلْحَدِيثِ.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Afternoon tea — it brings people together to talk.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نُقَدِّمُ القَهْوَةَ وَالتَّمْرَ لِكُلِّ ضَيْفٍ. وَمَا العَادَةُ الَّتِي تُحِبُّهَا هُنَا؟</a:t>
            </a:r>
            <a:endParaRPr lang="ar-SA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يُرَحِّبُونَ بِهِمْ بِحَرَارَةٍ، ثُمَّ يُقَدِّمُونَ القَهْوَةَ وَالتَّمْرَ فَوْرًا؛ مَثَلًا، جَدِّي لَا يَسْأَلُ الضَّيْفَ "هَلْ تُرِيدُ شَيْئًا؟"، بَلْ يُحْضِرُهُ مُبَاشَرَةً.</a:t>
            </a:r>
            <a:endParaRPr lang="ar-SA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Warm welcome, then coffee and dates straight away — my grandpa never asks a guest “want anything?”, he just brings it.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يَسْتَقْبِلُ العَرَبُ الضُّيُوفَ؟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بَيْنَمَا فِي بَرِيطَانْيَا يَسْأَلُ المُضِيفُ الضَّيْفَ عَمَّا يُرِيدُ، بِعَكْسِ العَرَبِ الَّذِينَ يَعْتَبِرُونَ ذٰلِكَ قِلَّةَ كَرَمٍ.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Britain the host asks what the guest wants — unlike Arabs, who see that as a lack of generosity.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وَفِي بَرِيطَانْيَا؟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أَظُنُّ أَنَّ الزِّيَارَاتِ البَرِيطَانِيَّةَ أَكْثَرُ تَنْظِيمًا، لِأَنَّهَا بِمَوْعِدٍ، أَمَّا العَرَبِيَّةُ فَأَكْثَرُ عَفْوِيَّةً وَدِفْئًا.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British visits are more organised — by appointment — while Arab ones are more spontaneous and warm.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أَكْثَرُ رَسْمِيَّةً؟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عِنْدَمَا زَارَتْنَا صَدِيقَتِي الإِنْجْلِيزِيَّةُ، قَالَتْ "لَا، شُكْرًا" مَرَّةً وَاحِدَةً، فَصَدَّقَتْهَا أُمِّي، وَظَلَّتْ جَائِعَةً طُولَ السَّهْرَةِ!</a:t>
            </a:r>
            <a:endParaRPr lang="ar-SA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my English friend visited, she said “no thanks” once, mum believed her, and she stayed hungry all evening!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حَدَثَ مَوْقِفٌ مُحْرِجٌ بِسَبَبِ اخْتِلَافِ العَادَاتِ؟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اِقْبَلُوا القَهْوَةَ دَائِمًا، وَلَا تَرْفُضُوا الطَّعَامَ مِنَ المَرَّةِ الأُولَى، وَمِنَ الأَفْضَلِ أَنْ تَمْدَحُوا الطَّبْخَ.</a:t>
            </a:r>
            <a:endParaRPr lang="ar-SA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Always accept the coffee, don’t refuse food the first time, and it’s best to praise the cooking.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نَصِيحَتُكَ لِقُرَّائِنَا إِذَا زَارُوا بَيْتًا عَرَبِيًّا؟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يُدْرِكُوا أَنَّ الضِّيَافَةَ عِنْدَ العَرَبِ شَرَفٌ؛ لِذٰلِكَ عَلَيْكُمْ أَنْ تُرَحِّبُوا بِالضُّيُوفِ بِحَرَارَةٍ، وَأَنْ تُقَدِّمُوا لَهُمُ القَهْوَةَ عِنْدَ وُصُولِهِمْ.</a:t>
            </a:r>
            <a:endParaRPr lang="ar-SA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should realise hospitality is an honour for Arabs, so welcome guests warmly and offer coffee on arrival.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أَهَمُّ شَيْءٍ يَجِبُ أَنْ يَعْرِفَهُ مُوَظَّفُونَا؟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تَمُدُّوا اليَدَ لِمُصَافَحَةِ امْرَأَةٍ قَبْلَ أَنْ تَمُدَّ يَدَهَا، وَلَا تُقَدِّمُوا الطَّعَامَ بِاليَدِ اليُسْرَى، لِأَنَّ ذٰلِكَ يُعْتَبَرُ قِلَّةَ احْتِرَامٍ.</a:t>
            </a:r>
            <a:endParaRPr lang="ar-SA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Don’t offer a handshake to a woman before she offers hers, and don’t serve with the left hand — it’s seen as disrespectful.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الأَخْطَاءُ الَّتِي يَجِبُ تَجَنُّبُهَا؟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بَعْضَهُمْ يُفَضِّلُ خِدْمَةً أَكْثَرَ خُصُوصِيَّةً، غَيْرَ أَنَّ التَّعْمِيمَ خَطَأٌ؛ فَكُلُّ ضَيْفٍ فَرْدٌ، وَأَفْضَلُ طَرِيقَةٍ هِيَ أَنْ نَسْأَلَهُ بِلُطْفٍ.</a:t>
            </a:r>
            <a:endParaRPr lang="ar-SA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 prefer more private service, but generalising is wrong: every guest is an individual — best to ask politely.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يَخْتَلِفُ الضُّيُوفُ الخَلِيجِيُّونَ عَنِ الأُورُوبِّيِّينَ كَثِيرًا؟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تَعَلَّمْتُهَا مِنْ جَدَّتِي؛ فَكُنْتُ أُسَاعِدُهَا فِي اسْتِقْبَالِ الضُّيُوفِ فِي رَمَضَانَ، وَهٰكَذَا عَرَفْتُ أَنَّ الابْتِسَامَةَ أَهَمُّ مِنْ أَغْلَى طَعَامٍ.</a:t>
            </a:r>
            <a:endParaRPr lang="ar-SA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From my grandmother — I helped her receive guests in Ramadan and learnt a smile matters more than the costliest food.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تَعَلَّمْتَ هٰذِهِ الآدَابَ؟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أَخْطَأَ، لَنَصَحْتُهُ بِأَنْ يَعْتَذِرَ فَوْرًا بِصِدْقٍ؛ فَالاعْتِذَارُ الصَّادِقُ فِي ثَقَافَتِنَا أَقْوَى مِنْ أَيِّ خَطَأٍ.</a:t>
            </a:r>
            <a:endParaRPr lang="ar-SA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advise them to apologise sincerely at once — in our culture a sincere apology is stronger than any mistake.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أَخْطَأَ مُوَظَّفٌ مَعَ ضَيْفٍ، مَاذَا يَفْعَلُ؟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professional advice — formal register, negative imperatives, a careful comparison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الضِّيَافَةُ وَالعَادَاتُ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نُقَدِّمُ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does your family offer guests?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تُقَدِّمُ أُسْرَتُكَ لِلضُّيُوفِ؟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take shoes off at home?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تَخْلَعُونَ الأَحْذِيَةَ فِي البَيْتِ؟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أُقَبِّلُ … / أُصَافِحُ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greet your grandfather?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تُحَيِّي جَدَّكَ؟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اِمْدَحْ … / لَا تَتَأَخَّرْ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me a piece of advice for a guest.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أَعْطِنِي نَصِيحَةً لِضَيْفٍ.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having guests?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أَنْ تَسْتَقْبِلَ الضُّيُوفَ؟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check the imperative (m.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اِخْلَعْ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· f.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اِخْلَعِي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).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الضِّيَافَةِ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نَزُورُ … نَحْمِلُ … ثُمَّ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family visit in your culture.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زِيَارَةً عَائِلِيَّةً فِي ثَقَافَتِكَ.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هُنَاكَ … أَكْثَرُ … بَيْنَمَا هُنَا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What’s the difference between hospitality here and in your grandparents’ country?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الفَرْقُ بَيْنَ الضِّيَافَةِ هُنَا وَفِي بَلَدِ أَجْدَادِكَ؟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وَيَنْبَغِي أَنْ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advice would you give a foreign guest?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النَّصَائِحُ الَّتِي تُعْطِيهَا لِضَيْفٍ أَجْنَبِيٍّ؟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جَدَّتِي … أَمَّا أُمِّي فَتَطْلُبُ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hospitality customs changed in your family?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تَغَيَّرَتْ عَادَاتُ الضِّيَافَةِ فِي أُسْرَتِكَ؟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سَأُرَحِّبُ … وَسَأُقَدِّمُ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will you welcome guests in future?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سَتَسْتَقْبِلُ ضُيُوفَكَ فِي المُسْتَقْبَلِ؟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an imperative or yanbaghī, plus a comparison (akthar … min / baynamā).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الآدَابُ بَيْنَ الأَمْسِ وَاليَوْمِ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traditional hospitality still important?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مَا زَالَتِ الضِّيَافَةُ التَّقْلِيدِيَّةُ مُهِمَّةً؟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table manners important or old-fashioned?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آدَابُ المَائِدَةِ مُهِمَّةٌ أَمْ قَدِيمَةٌ؟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… ؛ فَإِذَا … فَرُبَّمَا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we avoid cross-cultural misunderstanding?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نَتَجَنَّبُ سُوءَ الفَهْمِ بَيْنَ الثَّقَافَاتِ؟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أَكْرَمُ شَخْصٍ عَرَفْتُهُ … ؛ فَقَدْ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is the most generous person you have known?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أَكْرَمُ شَخْصٍ عَرَفْتَهُ؟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اسْتَقْبَلْتُهُ، لَقَرَأْتُ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hosted a guest from a culture you don’t know, what would you do?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اسْتَقْبَلْتَ ضَيْفًا مِنْ ثَقَافَةٍ لَا تَعْرِفُهَا، مَاذَا تَفْعَلُ؟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 balanced view with examples, advice with idhā … fa-, a superlative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نُقَدِّمُ الشَّايَ وَالحَلَوِيَّاتِ.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Tea and sweets.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تُقَدِّمُ أُسْرَتُكَ لِلضُّيُوفِ؟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نَخْلَعُهَا دَائِمًا عِنْدَ البَابِ.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always at the door.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تَخْلَعُونَ الأَحْذِيَةَ فِي البَيْتِ؟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أُقَبِّلُ يَدَهُ وَأَقُولُ: "السَّلَامُ عَلَيْكُمْ".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kiss his hand and say “as-salāmu ʿalaykum”.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تُحَيِّي جَدَّكَ؟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اِمْدَحِ الطَّعَامَ، وَلَا تَتَأَخَّرْ.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Praise the food, and don’t be late.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أَعْطِنِي نَصِيحَةً لِضَيْفٍ.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 ذٰلِكَ، لِأَنَّ البَيْتَ يُصْبِحُ مُمْتِعًا.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the house becomes fun.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أَنْ تَسْتَقْبِلَ الضُّيُوفَ؟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correct imperative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نَزُورُ أَقَارِبَنَا نَحْمِلُ الحَلَوِيَّاتِ، ثُمَّ نَجْلِسُ سَاعَاتٍ، وَلَا نَخْرُجُ قَبْلَ أَنْ نَأْكُلَ.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bring sweets, sit for hours, and never leave before eating.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زِيَارَةً عَائِلِيَّةً فِي ثَقَافَتِكَ.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هُنَاكَ الزِّيَارَاتُ أَكْثَرُ عَدَدًا وَبِلَا مَوْعِدٍ، بَيْنَمَا هُنَا يَتَّصِلُ النَّاسُ قَبْلَ الزِّيَارَةِ بِأَيَّامٍ.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There, visits are more frequent and unannounced; here people call days ahead.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الفَرْقُ بَيْنَ الضِّيَافَةِ هُنَا وَفِي بَلَدِ أَجْدَادِكَ؟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أَوَّلًا، اِقْبَلِ القَهْوَةَ؛ وَيَنْبَغِي أَنْ تَأْكُلَ بِيَدِكَ اليُمْنَى، وَلَا تَرْفُضِ الطَّعَامَ بِسُرْعَةٍ.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Accept the coffee; eat with your right hand; don’t refuse food quickly.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النَّصَائِحُ الَّتِي تُعْطِيهَا لِضَيْفٍ أَجْنَبِيٍّ؟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جَدَّتِي تَطْبُخُ كُلَّ شَيْءٍ بِيَدِهَا، أَمَّا أُمِّي فَتَطْلُبُ بَعْضَ الأَطْبَاقِ مِنَ المَطْعَمِ، لِأَنَّهَا تَعْمَلُ.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Grandma cooked everything by hand; mum orders some dishes because she works.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تَغَيَّرَتْ عَادَاتُ الضِّيَافَةِ فِي أُسْرَتِكَ؟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سَأُرَحِّبُ بِهِمْ كَمَا يَفْعَلُ جَدِّي، وَسَأُقَدِّمُ لَهُمُ القَهْوَةَ العَرَبِيَّةَ وَالكَعْكَ الإِنْجْلِيزِيَّ مَعًا!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Like grandpa — with Arabic coffee and English cake together!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سَتَسْتَقْبِلُ ضُيُوفَكَ فِي المُسْتَقْبَلِ؟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Advice + comparison + a time frame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الحَيَاةَ أَصْبَحَتْ أَسْرَعَ، غَيْرَ أَنَّ الضِّيَافَةَ هِيَ مَا يَجْعَلُ الغَرِيبَ يَشْعُرُ بِأَنَّهُ فِي بَيْتِهِ؛ لِذٰلِكَ هِيَ أَهَمُّ مِنْ أَيِّ وَقْتٍ مَضَى.</a:t>
            </a:r>
            <a:endParaRPr lang="ar-SA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Life is faster, but hospitality makes a stranger feel at home — so it matters more than ever.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مَا زَالَتِ الضِّيَافَةُ التَّقْلِيدِيَّةُ مُهِمَّةً؟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بَعْضُهَا شَكْلِيٌّ، كَتَرْتِيبِ السَّكَاكِينِ، وَمِنْ نَاحِيَةٍ أُخْرَى، أَغْلَبُهَا يُعَبِّرُ عَنِ الاحْتِرَامِ، كَانْتِظَارِ الكِبَارِ قَبْلَ الأَكْلِ.</a:t>
            </a:r>
            <a:endParaRPr lang="ar-SA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 are superficial, like cutlery order; most express respect, like waiting for elders before eating.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آدَابُ المَائِدَةِ مُهِمَّةٌ أَمْ قَدِيمَةٌ؟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نَسْأَلَ قَبْلَ أَنْ نَحْكُمَ؛ فَإِذَا رَفَضَ ضَيْفٌ الطَّعَامَ مَثَلًا، فَرُبَّمَا يَصُومُ أَوْ لَا يَأْكُلُ اللَّحْمَ، وَلَيْسَ قَلِيلَ أَدَبٍ.</a:t>
            </a:r>
            <a:endParaRPr lang="ar-SA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before judging: if a guest refuses food, maybe they’re fasting or vegetarian — not rude.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نَتَجَنَّبُ سُوءَ الفَهْمِ بَيْنَ الثَّقَافَاتِ؟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aḥammu min ayyi waqtin maḍā, ka- + examples, qabla an, akramu shakhṣin, maʿa annahu and law … la- ×3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أَكْرَمُ شَخْصٍ عَرَفْتُهُ جَارُنَا العَجُوزُ؛ فَقَدْ كَانَ يَطْبُخُ لِكُلِّ عَائِلَةٍ جَدِيدَةٍ فِي الشَّارِعِ، مَعَ أَنَّهُ كَانَ فَقِيرًا.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Our elderly neighbour: he cooked for every new family on the street, although he was poor.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أَكْرَمُ شَخْصٍ عَرَفْتَهُ؟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اسْتَقْبَلْتُهُ، لَقَرَأْتُ عَنْ عَادَاتِهِ أَوَّلًا، وَلَسَأَلْتُهُ عَمَّا لَا يَأْكُلُهُ، وَلَطَلَبْتُ مِنْهُ أَنْ يُعَلِّمَنِي تَحِيَّةً بِلُغَتِهِ.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read about their customs, ask what they don’t eat, and ask them to teach me a greeting in their language.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اسْتَقْبَلْتَ ضَيْفًا مِنْ ثَقَافَةٍ لَا تَعْرِفُهَا، مَاذَا تَفْعَلُ؟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aḥammu min ayyi waqtin maḍā, ka- + examples, qabla an, akramu shakhṣin, maʿa annahu and law … la- ×3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polite guest phrases (tafaḍḍal, sufra dāʾima).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advice with an imperative.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negative imperative (lā + jussive).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customs (akthar … min, baynamā, bi-ʿaksi).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avoided stereotypes with a concession and used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TE-L04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TE-L04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TE-L04 · Speaking Workshop — Customs, Etiquette and Hospitality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2026-10-11T14:31:20Z</dcterms:created>
  <dcterms:modified xsi:type="dcterms:W3CDTF">2026-10-11T14:31:20Z</dcterms:modified>
</cp:coreProperties>
</file>