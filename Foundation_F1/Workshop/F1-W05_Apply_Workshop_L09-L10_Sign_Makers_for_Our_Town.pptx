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F1-L09 · Learn F1-L10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F1-L09 (Write Clearly, Then Fluently) and F1-L10 (Read What Is Written: Unvowelled Text).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F1-L09 and F1-L10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F1-L09? After F1-L10?” Take two answers in the chat for each lesson (one word or one sentence is enough). Then read objective 3 — today’s new situation that needs BOTH lessons. Students tick their route goals at the end of the lesson.
F1-L09 language: the WRITE routine (Watch · Repeat · Imagine · Try · Examine); five features of clear handwriting with repair codes — L letter shape · D dots · J joins · M marks · S spacing and baseline; fair dictation: listen · hold · write · check
F1-L10 language: most everyday Arabic has no short-vowel marks: letters, dots and long vowels (ا و ي) stay; the SCOPE routine — Scan the skeleton · Chunk what is known (ال · و · بـ · ة · ات) · Observe vowel clues · Predict with context · Evaluate everything; saying “I’m not sure yet” when a skeleton has two readings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F1-L09 and F1-L10. Teacher reads it once with a confident student; then pairs. Ask: “Which lines are from F1-L09? Which from F1-L10?” Reading the unvowelled sign with SCOPE comes from F1-L10; writing it clearly and checking D (dots) and J (joins) from F1-L09.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reading unvowelled signs with SCOPE (F1-L10) and checking handwriting with L · D · J · M · S (F1-L09).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F1-L09 and F1-L10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F1-L09 and F1-L10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F1-L09 and one from F1-L10.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F1-L09 + F1-L10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Sign Makers for Our Town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نَصْنَعُ لَافِتَاتِ المَدِينَةِ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clear handwriting with reading unvowelled signs: they read real-style town signs without vowels (SCOPE), match them to their vowelled forms, then make their own signs in clear handwriting, check each other with the L · D · J · M · S codes and take a sign dictation.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F1-L09 + F1-L10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F1-L09 and F1-L10.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F1-L09 + F1-L10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F1-L09: Write Clearly, Then Fluently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F1-L10: Read What Is Written: Unvowelled Text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signs around town · Make your own town signs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F1-L09 and F1-L10.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F1-L09 · Write Clearly, Then Fluently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الإِمْلَاءِ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door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breaker ا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q: two dots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A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sukūn on y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B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طَالِبٌ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student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heavy ṭ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B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word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ة at the end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C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وَلَدٌ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boy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breakers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F1-L10 · Read What Is Written: Unvowelled Text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لَافِتَاتٌ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restaurant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ṭ has no dot; ع is open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hospital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final ى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مُسْتَشْفَى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station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final ة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بنك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bank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dots on ب ن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بَنْك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مكتبة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library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 + مكتب + ة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sign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exit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خ dot above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marks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With marks or without?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F1-L09 · Write Clearly, Then Fluently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F1-L10 · Read What Is Written: Unvowelled Text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F1-L09 · Write Clearly, Then Fluently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عَيْنٌ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F1-L10 · Read What Is Written: Unvowelled Text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does the sign say?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تَقُولُ اللَّافِتَةُ؟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sign: (restaurant, no vowels).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اقْرَأِ اللَّافِتَةَ: مطعم.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maṭʿam — I know it: ma, then ṭ, then ʿam.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 — أَعْرِفُ: مَ، ثُمَّ طْ، ثُمَّ عَمٌ.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one? (exit, no vowels).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وَهٰذِهِ؟ مخرج.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makhraj — the door to go out is here.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مَخْرَجٌ — هُنَا البَابُ لِلْخُرُوجِ.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Now write it in clear handwriting.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اكْتُبْهَا الآنَ بِخَطٍّ وَاضِحٍ.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makhraj — the dot is above the khāʾ, and the rāʾ does not join.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 — النُّقْطَةُ فَوْقَ الخَاءِ، وَالرَّاءُ لَا تَتَّصِلُ.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قَافٌ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pen · code D (dots)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المَطْعَمُ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are hungry …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سُكُونٌ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school · code M (a mark is missing)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مَدرَسَةٌ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المُسْتَشْفَى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مُسْتَشْفَى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ends in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ى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(alif maqṣūra)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كُتُبٌ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meant: book · code S (spacing)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 ب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over a door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signs around town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chunk the -a ending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sign; give the vowelled form.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starts like the mosque sign?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what is it?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 + …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 words.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 القطار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dots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slip! Which code — L, D, J, M or 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predict from context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it: can we go in?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sign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Sign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اللَّافِتَاتِ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Spell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unvowelled signs as you can from the Step 1 slides. For each one, say the vowelled word, then what it is in English. The partner counts and checks.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signs you know well.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six signs and say what each one is.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sign, then say one that has two possible readings.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Choose the clearly written part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سَه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restaurant (the sign: m-ṭ-ʿ-m)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مُطْ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pen — qalam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M: sukūn on d · D: r has no dot ·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at the end.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restaurant (the sign: m-ṭ-ʿ-m)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S: m-ṭ-ʿ-m ·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open, no dot.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pen — qalam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D: two dots on q · M: every mark written.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بَيتٌ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Code M — a mark is missing.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sign says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— check the letters.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كَلِمَه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Code L — the last letter.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بَيتٌ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sukūn on yāʾ: bay-tun.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مَدْخَل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مَخْرَج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kh-r-j = going out: exit.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مدخل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entrance.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كَلِمَه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كَلِمَةٌ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ending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two dots.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write the signs without vowels.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 ←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vowels yourself.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← مَطْعَمٌ ______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 ← مَدْرَسَةٌ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 ← مَخْرَجٌ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مكتبة ← مَكْتَبَةٌ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مدرسة  ·  مستشفى · مسجد  ·  محطة · شارع  ·  بنك · فندق  ·  مكتبة  ·  مدخل · مخرج  ·  مغلق  ·  كِتَابٌ · قَلَمٌ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Make your own town signs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أَصْنَعُ لَافِتَاتٍ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four signs WITHOUT vowels, in your clearest handwriting • under each one, write it WITH vowels • DICTATION: your buddy reads four sign words — write them without vowels • swap books and check with the codes L · D · J · M · S • fix one thing.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28 letters from memory, right to left.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Each dictation word: listen · hold · write · check.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word given a code or a ✓.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Rounds B and C (Develop · Stretch).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repaired word written again from memory.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مَطْعَمٌ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restaurant (sign · vowelled)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مدخل · مخرج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entrance · exit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 · ة · ات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chunks you already know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 وَاضِحٌ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clear handwriting — check L · D · J · M · 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all 28 letters in the right order?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dots in the right number and place (code D)?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(code J)?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mark (code M)?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repair a word and write it again from memory?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madrasa —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مدرسة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مُسْتَشْفًى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mustashfā — hospital.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مستشفى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مَحَطَّةُ القِطَارِ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maḥaṭṭat al-qiṭār — the train station.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محطة القطار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قَلَمٌ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 — qāf has TWO dots: qalam (pen).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فَلَمٌ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مُغْلَقٌ — لَا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mughlaq — closed. No, we cannot go 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مغلق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مطعم · مدرسة · مخرج · مكتبة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 · مَدْرَسَةٌ · مَخْرَجٌ · مَكْتَبَةٌ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فندق · بنك · مسجد · مغلق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four signs without vowels, written clearly. Line 2: the same signs with vowels. Line 3: a dictation of four sign words. Check: D — the dots on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J — no join after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مخرج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مَكْتَبَةٌ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فندق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F1-W05 · Apply workshop (F1-L09 + F1-L10)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F1-L11 · Arabic Around Us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 وَاحِدٌ، أَصْوَاتٌ كَثِيرَةٌ، ثَقَافَاتٌ كَثِيرَةٌ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F1-W05 · Apply Workshop — Sign Makers for Our Town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2026-10-26T15:17:15Z</dcterms:created>
  <dcterms:modified xsi:type="dcterms:W3CDTF">2026-10-26T15:17:15Z</dcterms:modified>
</cp:coreProperties>
</file>