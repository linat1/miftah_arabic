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F1-L09 · Learn F1-L10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30 seconds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F1-L09 (Write Clearly, Then Fluently) and F1-L10 (Read What Is Written: Unvowelled Text).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F1-L09 and F1-L10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WHAT WE LEARNT (3 min, main room). Ask: “What can you say after F1-L09? After F1-L10?” Take two answers in the chat for each lesson (one word or one sentence is enough). Then read objective 3 — today’s new situation that needs BOTH lessons. Students tick their route goals at the end of the lesson.
F1-L09 language: the WRITE routine (Watch · Repeat · Imagine · Try · Examine); five features of clear handwriting with repair codes — L letter shape · D dots · J joins · M marks · S spacing and baseline; fair dictation: listen · hold · write · check
F1-L10 language: most everyday Arabic has no short-vowel marks: letters, dots and long vowels (ا و ي) stay; the SCOPE routine — Scan the skeleton · Chunk what is known (ال · و · بـ · ة · ات) · Observe vowel clues · Predict with context · Evaluate everything; saying “I’m not sure yet” when a skeleton has two readings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F1-L09.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F1-L10.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(5 min). A NEW dialogue that joins F1-L09 and F1-L10. Teacher reads it once with a confident student; then pairs. Ask: “Which lines are from F1-L09? Which from F1-L10?” Reading the unvowelled sign with SCOPE comes from F1-L10; writing it clearly and checking D (dots) and J (joins) from F1-L09.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(7 min). One NEW situation that needs both lessons: reading unvowelled signs with SCOPE (F1-L10) and checking handwriting with L · D · J · M · S (F1-L09). SUPPORTED: the plan column gives the first words, not the full answer. To a girl Partner A says: the feminine forms (-ki / -īna).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F1-L09 and F1-L10 practice rooms. Read the English, choose the correct part from each column (start on the RIGHT). Pairs agree, then check. Students copy the correct words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F1-L09 and F1-L10 practice rooms. Read the English, choose the correct part from each column (start on the RIGHT). Pairs agree, then check. Students copy the correct words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(30–40 words). Develop: 40–70 words, frames only if stuck. Stretch: no frames, add reasons.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(13 words). CHECK YOURSELF (2 min). Find each bullet point in the model, and one phrase from F1-L09 and one from F1-L10.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7  ·  FOUNDATION F1  ·  F1-L09 + F1-L10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F1-W05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Sign Makers for Our Town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نَصْنَعُ لَافِتَاتِ المَدِينَةِ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join clear handwriting with reading unvowelled signs: they read real-style town signs without vowels (SCOPE), match them to their vowelled forms, then make their own signs in clear handwriting, check each other with the L · D · J · M · S codes and take a sign dictation.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F1-L09 + F1-L10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Foundation · beginner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Foundation › F1 › F1-L10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F1-L09 and F1-L10.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mini-dialogue · point-and-say cards · reading card · read-aloud race.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build the word · spot the slip · copy, listen and write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F1-L09 + F1-L10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F1-L09: Write Clearly, Then Fluently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F1-L10: Read What Is Written: Unvowelled Text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signs around town · Make your own town signs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Say the sounds and read the words of both lessons.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Copy and write with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Read every item on the card without stopping.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dictation without looking.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Read new words with the same letters and marks.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Write extra words of your own.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Letter race: two lessons, one race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Say it, find it —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letters and words from F1-L09 and F1-L10. Partner A says a letter name, sound or word; Partner B finds it and reads it.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Find the letter and say its sound.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the whole word aloud.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another word with the same letter.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F1-L09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F1-L09 · Write Clearly, Then Fluently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الإِمْلَاءِ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round 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door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breaker ا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round A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قَلَمٌ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q: two dots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round A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house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sukūn on y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round B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طَالِبٌ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student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heavy ṭ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round B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كَلِمَةٌ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word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ة at the end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round C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وَلَدٌ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boy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 breakers</a:t>
            </a:r>
            <a:endParaRPr lang="en-US" sz="1350" dirty="0"/>
          </a:p>
        </p:txBody>
      </p:sp>
      <p:sp>
        <p:nvSpPr>
          <p:cNvPr id="69" name="Text 6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F1-L10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F1-L10 · Read What Is Written: Unvowelled Text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لَافِتَاتٌ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sign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مطعم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restaurant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ṭ has no dot; ع is open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with marks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sign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مستشفى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hospital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final ى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with marks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مُسْتَشْفَى</a:t>
            </a:r>
            <a:endParaRPr lang="ar-SA" sz="135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sign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محطة</a:t>
            </a:r>
            <a:endParaRPr lang="ar-SA" sz="30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station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final ة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with marks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sign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بنك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bank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dots on ب ن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with marks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8284464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بَنْك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sign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مكتبة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library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 + مكتب + ة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with marks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4462272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مَكْتَبَة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sign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مخرج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exit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خ dot above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594360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49224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with marks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40080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مَخْرَج</a:t>
            </a:r>
            <a:endParaRPr lang="ar-SA" sz="1350" dirty="0"/>
          </a:p>
        </p:txBody>
      </p:sp>
      <p:sp>
        <p:nvSpPr>
          <p:cNvPr id="87" name="Text 8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WHICH LESSON?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With marks or without?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كِتَابٌ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مطعم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مخرج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قَلَمٌ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فندق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مغلق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عَيْنٌ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F1-L09 · Write Clearly, Then Fluently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F1-L10 · Read What Is Written: Unvowelled Text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lesson?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F1-L09 · Write Clearly, Then Fluently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كِتَابٌ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قَلَمٌ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عَيْنٌ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F1-L10 · Read What Is Written: Unvowelled Text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مطعم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مخرج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فندق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مغلق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MINI-DIALOGUE · BOTH LESSONS IN ONE CONVERSATION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does the sign say?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تَقُولُ اللَّافِتَةُ؟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the sign: (restaurant, no vowels).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اقْرَأِ اللَّافِتَةَ: مطعم.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maṭʿam — I know it: ma, then ṭ, then ʿam.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مَطْعَمٌ — أَعْرِفُ: مَ، ثُمَّ طْ، ثُمَّ عَمٌ.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this one? (exit, no vowels).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وَهٰذِهِ؟ مخرج.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makhraj — the door to go out is here.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مَخْرَجٌ — هُنَا البَابُ لِلْخُرُوجِ.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Now write it in clear handwriting.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اكْتُبْهَا الآنَ بِخَطٍّ وَاضِحٍ.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makhraj — the dot is above the khāʾ, and the rāʾ does not join.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مخرج — النُّقْطَةُ فَوْقَ الخَاءِ، وَالرَّاءُ لَا تَتَّصِلُ.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pairs. Round 2: swap letters. Round 3: A points to a NEW letter or word from either lesson; B reads it and explains one thing about it (dots, a mark, a position).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POINT-AND-SAY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Point, say, check — both lessons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Then read (Develop)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 says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3251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Hint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points to / says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قَافٌ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قَلَمٌ</a:t>
            </a:r>
            <a:endParaRPr lang="ar-SA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3616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meant: pen · code D (dots)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فَلَمٌ</a:t>
            </a:r>
            <a:endParaRPr lang="ar-SA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المَطْعَمُ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43616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are hungry …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مطعم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سُكُونٌ</a:t>
            </a:r>
            <a:endParaRPr lang="ar-SA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43616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meant: school · code M (a mark is missing)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مَدرَسَةٌ</a:t>
            </a:r>
            <a:endParaRPr lang="ar-SA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38360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المُسْتَشْفَى</a:t>
            </a:r>
            <a:endParaRPr lang="ar-SA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مُسْتَشْفَى</a:t>
            </a:r>
            <a:endParaRPr lang="ar-SA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43616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ends in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ى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 (alif maqṣūra)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مستشفى</a:t>
            </a:r>
            <a:endParaRPr lang="ar-SA" sz="20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كُتُبٌ</a:t>
            </a:r>
            <a:endParaRPr lang="ar-SA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كِتَابٌ</a:t>
            </a:r>
            <a:endParaRPr lang="ar-SA" sz="1800" dirty="0"/>
          </a:p>
        </p:txBody>
      </p:sp>
      <p:sp>
        <p:nvSpPr>
          <p:cNvPr id="56" name="Text 53"/>
          <p:cNvSpPr txBox="1"/>
          <p:nvPr/>
        </p:nvSpPr>
        <p:spPr>
          <a:xfrm>
            <a:off x="43616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meant: book · code S (spacing)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كِتَا ب</a:t>
            </a:r>
            <a:endParaRPr lang="ar-SA" sz="20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38360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مَدْخَل</a:t>
            </a:r>
            <a:endParaRPr lang="ar-SA" sz="18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مَخْرَج</a:t>
            </a:r>
            <a:endParaRPr lang="ar-SA" sz="1800" dirty="0"/>
          </a:p>
        </p:txBody>
      </p:sp>
      <p:sp>
        <p:nvSpPr>
          <p:cNvPr id="62" name="Text 59"/>
          <p:cNvSpPr txBox="1"/>
          <p:nvPr/>
        </p:nvSpPr>
        <p:spPr>
          <a:xfrm>
            <a:off x="43616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over a door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مخرج</a:t>
            </a:r>
            <a:endParaRPr lang="ar-SA" sz="20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the first lesson, even numbers from the second. Core: say the sound or read the word. Develop: do the “then” part. Stretch: give your own example. Swap after each card.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READING CARD · USE THE PLAN, THEN HIDE IT AND SPEAK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Reading card — signs around town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بِطَاقَةُ القِرَاءَةِ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Hint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shows /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chunk the -a ending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the sign; give the vowelled form.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مدرسة</a:t>
            </a:r>
            <a:endParaRPr lang="ar-SA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starts like the mosque sign?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it; what is it?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مستشفى</a:t>
            </a:r>
            <a:endParaRPr lang="ar-SA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 + …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both words.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محطة القطار</a:t>
            </a:r>
            <a:endParaRPr lang="ar-SA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dots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slip! Which code — L, D, J, M or S?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فَلَمٌ</a:t>
            </a:r>
            <a:endParaRPr lang="ar-SA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predict from context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it: can we go in?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مغلق</a:t>
            </a:r>
            <a:endParaRPr lang="ar-SA" sz="20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reader · Partner A = the sign holder. Read from RIGHT to left. Task ! is a surprise — Partner A asks it without warning.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READ-ALOUD RACE · 30 SECONDS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Sign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اللَّافِتَاتِ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Spell aloud for 30 seconds — as many as you can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30 seconds, read as many unvowelled signs as you can from the Step 1 slides. For each one, say the vowelled word, then what it is in English. The partner counts and checks.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points to the list on the slide (or in your book).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Speaker reads aloud for 30 seconds; the Coach counts the correct ones.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one sound that was perfect + one to practise.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try to beat your own score, not your partner’s.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four signs you know well.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six signs and say what each one is.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every sign, then say one that has two possible readings.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once more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بِبُطْءٍ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slowly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BUILD THE WORD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Choose the clearly written part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الكَلِمَةَ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school — madrasa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سَةٌ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سَه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restaurant (the sign: m-ṭ-ʿ-m)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مُطْ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pen — qalam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مٌ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the word: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الكَلِمَةَ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school — madrasa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M: sukūn on d · D: r has no dot ·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ة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at the end.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restaurant (the sign: m-ṭ-ʿ-m)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S: m-ṭ-ʿ-m ·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open, no dot.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pen — qalam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D: two dots on q · M: every mark written.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قَلَمٌ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THE SLIP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بَيتٌ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Code M — a mark is missing.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مَدْخَل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sign says </a:t>
            </a:r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مخرج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— check the letters.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كَلِمَه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Code L — the last letter.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بَيتٌ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بَيْتٌ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sukūn on yāʾ: bay-tun.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مَدْخَل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مَخْرَج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kh-r-j = going out: exit. 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مدخل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= entrance.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كَلِمَه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كَلِمَةٌ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Feminine ending 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ة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has two dots.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COPY, LISTEN AND WRITE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إِمْلَاءٌ: ١ ______ ٢ ______ ٣ ______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Dictation: write the signs without vowels.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فندق ← ______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the vowels yourself.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مطعم ← مَطْعَمٌ ______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sign and its vowelled form.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مدرسة ← مَدْرَسَةٌ ______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sign and its vowelled form.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مخرج ← مَخْرَجٌ ______</a:t>
            </a:r>
            <a:endParaRPr lang="ar-SA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sign and its vowelled form.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مكتبة ← مَكْتَبَةٌ ______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sign and its vowelled form.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مطعم · مدرسة  ·  مستشفى · مسجد  ·  محطة · شارع  ·  بنك · فندق  ·  مكتبة  ·  مدخل · مخرج  ·  مغلق  ·  كِتَابٌ · قَلَمٌ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COPY, LISTEN AND WRITE · ONE CONNECTED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Make your own town signs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أَصْنَعُ لَافِتَاتٍ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SCRIPT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your book: • copy four signs WITHOUT vowels, in your clearest handwriting • under each one, write it WITH vowels • DICTATION: your buddy reads four sign words — write them without vowels • swap books and check with the codes L · D · J · M · S • fix one thing.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28 letters from memory, right to left.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Each dictation word: listen · hold · write · check.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Every word given a code or a ✓.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Rounds B and C (Develop · Stretch).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One repaired word written again from memory.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مطعم · مَطْعَمٌ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restaurant (sign · vowelled)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مدخل · مخرج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entrance · exit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 · ة · ات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chunks you already know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خَطٌّ وَاضِحٌ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clear handwriting — check L · D · J · M · S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all 28 letters in the right order?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put dots in the right number and place (code D)?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join letters correctly (code J)?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every mark (code M)?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repair a word and write it again from memory?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READING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Reading card: compare with a strong answer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madrasa — school.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مدرسة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مُسْتَشْفًى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mustashfā — hospital.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مستشفى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مَحَطَّةُ القِطَارِ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maḥaṭṭat al-qiṭār — the train station.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محطة القطار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قَلَمٌ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 — qāf has TWO dots: qalam (pen).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فَلَمٌ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مُغْلَقٌ — لَا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mughlaq — closed. No, we cannot go in.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مغلق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COPY, LISTEN AND WRITE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مطعم · مدرسة · مخرج · مكتبة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مَطْعَمٌ · مَدْرَسَةٌ · مَخْرَجٌ · مَكْتَبَةٌ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إِمْلَاءٌ: فندق · بنك · مسجد · مغلق</a:t>
            </a:r>
            <a:endParaRPr lang="ar-SA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Line 1: four signs without vowels, written clearly. Line 2: the same signs with vowels. Line 3: a dictation of four sign words. Check: D — the dots on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J — no join after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مخرج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مَطْعَمٌ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مَكْتَبَةٌ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فندق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F1-W05 · Apply workshop (F1-L09 + F1-L10)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the sounds and read the words of both lessons.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copied every letter from right to left with the dots in the right place.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read the card aloud without stopping.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writing and I fixed one thing.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the dictation and extra words without looking.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F1-W05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F1-L11 · Arabic Around Us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خَطٌّ وَاحِدٌ، أَصْوَاتٌ كَثِيرَةٌ، ثَقَافَاتٌ كَثِيرَةٌ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F1-W05 · Apply Workshop — Sign Makers for Our Town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2026-10-26T15:47:20Z</dcterms:created>
  <dcterms:modified xsi:type="dcterms:W3CDTF">2026-10-26T15:47:20Z</dcterms:modified>
</cp:coreProperties>
</file>