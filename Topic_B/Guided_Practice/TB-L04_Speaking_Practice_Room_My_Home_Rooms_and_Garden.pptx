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4 (My Home, Rooms and Garden, TB-L04) — new role plays and questions (not the ones in the Exam Practice workshop), using the lesson’s language (yūjadu / tūjadu (there is); demonstratives (hādhā / hādhihi); prepositions of place (fawqa, taḥta, bi-jānibi, amāma, khalfa); adjective agreement).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the questions do not change for a girl here — the Speaker answers with نَحْنُ (we).
Language: yūjadu + masculine / tūjadu + feminine · numbers: arbaʿu ghurafi nawmin · bi-jānibi, khalfa · aṭ-ṭābiq al-arḍiyy.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اخْتَرْتِ · تَخْتَارِينَ.
Language: relative description (shaqqa fīhā …) · lākinnahā + li-annahā · kāna + comparison awsaʿu min · hal tūjadu …? · law … la-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My Home, Rooms and Garden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بَيْتِي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(a home swap for a holiday, renting a flat for a family moving abroad), a topic conversation with A-R-E-T, and a one-minute tour of their home.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I live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أَسْكُنُ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live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as-ku-nu fī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تَسْكُنُ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يَسْكُنُ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بَيْتٌ · شَقَّةٌ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house · a flat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bay-tun · shaq-qa-tun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بُيُوتٌ · شُقَقٌ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room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ghur-fa-tun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غُرَفٌ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· تُوجَدُ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 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yū-ja-du · tū-ja-du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 حَدِيقَةٌ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مَطْبَخٌ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demonstratives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· هٰذِهِ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hā-dhā · hā-dhi-hi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هٰؤُلَاءِ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first · second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الطَّابِقُ الأَرْضِيُّ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ground floor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aṭ-ṭā-bi-qu al-ar-ḍiy-yu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second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الطَّابِقُ الثَّانِي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first</a:t>
            </a:r>
            <a:endParaRPr lang="en-US" sz="70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الطَّابِقُ الأَوَّلُ</a:t>
            </a:r>
            <a:endParaRPr lang="ar-SA" sz="135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things are — and what they are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الأَمَاكِنُ وَالصِّفَاتُ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location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فَوْقَ · تَحْتَ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above · below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faw-qa · taḥ-ta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location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بِجَانِبِ · أَمَامَ · خَلْفَ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next to · in front of · behind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bi-jā-ni-bi · a-mā-ma · khal-fa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more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وَاسِعٌ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spacious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wā-si-ʿun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أَوْسَعُ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وَاسِعَةٌ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وَاسِعٌ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non-hum.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مُرِيحٌ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comfortable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mu-rī-ḥun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مُرِيحَةٌ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مُرِيحَةٌ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مُرِيحٌ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garden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ḥa-dī-qa-tun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حَدَائِقُ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هَادِئٌ · مُزْدَحِمٌ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quiet · busy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hā-di-ʾun · muz-da-ḥi-mun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594360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49224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40080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هَادِئَةٌ · مُزْدَحِمَةٌ</a:t>
            </a:r>
            <a:endParaRPr lang="ar-SA" sz="150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“Describe your home.”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بَيْتَكَ.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بَيْتٍ صَغِيرٍ فِي وَسَطِ المَدِينَةِ.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live in a small house in the town centre.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بَيْتٍ صَغِيرٍ فِي وَسَطِ المَدِينَةِ، وَأُحِبُّهُ لِأَنَّهُ مُرِيحٌ وَقَرِيبٌ مِنَ المَدْرَسَةِ.</a:t>
            </a:r>
            <a:endParaRPr lang="ar-SA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and I love it because it is comfortable and near school.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يُوجَدُ فِيهِ ثَلَاثُ غُرَفِ نَوْمٍ، وَتُوجَدُ خَلْفَهُ حَدِيقَةٌ صَغِيرَةٌ فِيهَا أَشْجَارٌ.</a:t>
            </a:r>
            <a:endParaRPr lang="ar-SA" sz="21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it has three bedrooms, and behind it there is a small garden with trees.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كُنَّا نَسْكُنُ فِي شَقَّةٍ ضَيِّقَةٍ، أَمَّا الآنَ فَعِنْدِي غُرْفَتِي الخَاصَّةُ؛ وَفِي رَأْيِي هٰذَا أَجْمَلُ شَيْءٍ!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we used to live in a cramped flat, but now I have my own room — in my opinion that’s the best thing!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وَفِيهَا … / بِجَانِبِ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لِأَنَّهَا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المُفَضَّلَةُ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غُرْفَتُكَ المُفَضَّلَةُ؟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الصَّيْفِ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وَأُحِبُّ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تُوجَدُ … / لَا،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حَدِيقَةٌ عِنْدَكُمْ؟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وَقُرْبَ بَيْتِي يُوجَدُ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حَيِّي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حَيُّكَ؟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وَسَيَكُونُ بَيْتِي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أَسْكُنَ فِي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تَسْكُنَ فِي المُسْتَقْبَلِ؟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A holiday home swap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تَبَادُلُ البُيُوتِ فِي العُطْلَةِ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 ← نَسْكُنُ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kind of home you live in.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هَلْ تَسْكُنُونَ فِي بَيْتٍ أَمْ فِي شَقَّةٍ؟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يُوجَدُ … غُرَفٍ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bedrooms.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غُرْفَةَ نَوْمٍ فِي البَيْتِ؟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المَطْبَخُ فِي … بِجَانِبِ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the kitchen is.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المَطْبَخُ؟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تُوجَدُ حَدِيقَةٌ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garden.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حَدِيقَةٌ؟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 / لَا، الحَيُّ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الحَيُّ هَادِئٌ؟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teenager whose family is swapping homes · Leader = the other family’s parent. Use the plan column in your 1 minute of preparation, then hide it and speak. Then swap roles.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Finding a flat for your family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نَبْحَثُ عَنْ شَقَّةٍ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what your family needs.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نَوْعٍ مِنَ الشُّقَقِ تَبْحَثُونَ عَنْهُ؟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opinion with a reason.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الشَّقَّةُ فِي الطَّابِقِ العَاشِرِ.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old home (past) and compare.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بَيْتُكُمْ فِي بِرِيطَانِيَا؟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the other flat.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شَقَّةٌ أُخْرَى فِي حَيٍّ هَادِئٍ.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اخْتَرْتَ وَحْدَكَ، أَيَّ بَيْتٍ تَخْتَارُ؟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teenager helping your parents (they don’t speak Arabic) · Leader = the estate agent.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بَيْتِي وَحَيِّي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أَكْبَرُهَا؟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rooms are in your home?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غُرْفَةً فِي بَيْتِكَ؟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السَّرِيرُ؟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in your bedroom?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غُرْفَتِكَ؟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الصَّيْفِ المَاضِي؟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in the garden?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الحَدِيقَةِ؟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would you like to change in your home?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تُرِيدُ أَنْ تُغَيِّرَهُ فِي بَيْتِكَ؟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وَلٰكِنْ …؟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life in a flat better than in a house?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الحَيَاةُ فِي شَقَّةٍ أَفْضَلُ مِنَ الحَيَاةِ فِي بَيْتٍ؟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سَيَكُونُ؟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dream home.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بَيْتَ أَحْلَامِكَ.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a tour of my home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جَوْلَةٌ فِي بَيْتِي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giving a tour of your home: the rooms on each floor, where things are, your favourite room and why — and how your home has changed or will change.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four rooms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/ تُوجَدُ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one preposition each.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your favourite room with a reason, and your old home (past).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compare two homes, give an opinion and describe your dream home.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الطَّابِقِ الأَرْضِيِّ يُوجَدُ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the ground floor there is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الطَّابِقِ الأَوَّلِ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the first floor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بِجَانِبِ · أَمَامَ · خَلْفَ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next to · in front of · behind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المُفَضَّلَةُ هِيَ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room is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/ تُوجَدُ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correctly with masculine and feminine nouns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prepositions of place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بِجَانِبِ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أَمَامَ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خَلْفَ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فَوْقَ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تَحْتَ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 فِي بَيْتٍ كَبِيرٍ.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live in a big house.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هَلْ تَسْكُنُونَ فِي بَيْتٍ أَمْ فِي شَقَّةٍ؟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أَرْبَعُ غُرَفِ نَوْمٍ.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are four bedrooms.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غُرْفَةَ نَوْمٍ فِي البَيْتِ؟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المَطْبَخُ فِي الطَّابِقِ الأَرْضِيِّ، بِجَانِبِ غُرْفَةِ الجُلُوسِ.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kitchen is on the ground floor, next to the living room.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المَطْبَخُ؟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تُوجَدُ حَدِيقَةٌ وَاسِعَةٌ خَلْفَ البَيْتِ.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there is a large garden behind the house.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حَدِيقَةٌ؟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الحَيُّ هَادِئٌ جِدًّا فِي اللَّيْلِ.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 area is very quiet at night.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الحَيُّ هَادِئٌ؟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نَبْحَثُ عَنْ شَقَّةٍ فِيهَا ثَلَاثُ غُرَفِ نَوْمٍ، قَرِيبَةٍ مِنْ مَدْرَسَةٍ دَوْلِيَّةٍ.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are looking for a flat with three bedrooms, near an international school.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نَوْعٍ مِنَ الشُّقَقِ تَبْحَثُونَ عَنْهُ؟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الشَّقَّةُ جَمِيلَةٌ، لٰكِنَّهَا عَالِيَةٌ جِدًّا لِجَدَّتِي، لِأَنَّهَا لَا تُحِبُّ المَصَاعِدَ.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flat is lovely, but it’s too high for my grandmother — she doesn’t like lifts.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الشَّقَّةُ فِي الطَّابِقِ العَاشِرِ.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بَيْتُنَا قَدِيمًا وَبَارِدًا، لٰكِنَّهُ كَانَ أَوْسَعَ مِنْ هٰذِهِ الشَّقَّةِ، وَكَانَتْ عِنْدَنَا حَدِيقَةٌ.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house was old and cold, but it was bigger than this flat, and we had a garden.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بَيْتُكُمْ فِي بِرِيطَانِيَا؟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فِيهَا شُرْفَةٌ؟ وَكَمْ إِيجَارُهَا فِي الشَّهْرِ؟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it have a balcony? And how much is the rent per month?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شَقَّةٌ أُخْرَى فِي حَيٍّ هَادِئٍ.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اخْتَرْتُ وَحْدِي، لَاخْتَرْتُ بَيْتًا صَغِيرًا قُرْبَ البَحْرِ، لِأَنِّي أُحِبُّ السِّبَاحَةَ.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chose alone, I would choose a small house near the sea, because I love swimming.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اخْتَرْتَ وَحْدَكَ، أَيَّ بَيْتٍ تَخْتَارُ؟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فِي غُرْفَتِي سَرِيرٌ وَمَكْتَبٌ وَخِزَانَةٌ كَبِيرَةٌ، لِأَنِّي أُحِبُّ النِّظَامَ؛ المَكْتَبُ تَحْتَ النَّافِذَةِ، وَفِي الصَّيْفِ سَأَدْهُنُ الجُدْرَانَ بِاللَّوْنِ الأَزْرَقِ.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bed, a desk and a big wardrobe · R: I like order · E: the desk is under the window · T: in summer I’ll paint the walls blue.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غُرْفَتِكَ؟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يَكُونَ المَطْبَخُ أَكْبَرَ، لِأَنَّ عَائِلَتِي تُحِبُّ الطَّبْخَ مَعًا؛ فِي رَمَضَانَ المَاضِي كُنَّا نَأْكُلُ فِي غُرْفَةِ الجُلُوسِ، لِأَنَّ المَطْبَخَ ضَيِّقٌ.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bigger kitchen · R: my family loves cooking together · E: last Ramadan we ate in the living room because the kitchen is narrow.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تُرِيدُ أَنْ تُغَيِّرَهُ فِي بَيْتِكَ؟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الشَّقَّةَ أَرْخَصُ وَأَسْهَلُ فِي التَّنْظِيفِ، غَيْرَ أَنَّ البَيْتَ أَهْدَأُ، وَفِيهِ حَدِيقَةٌ لِلْأَطْفَالِ؛ لِذٰلِكَ أُفَضِّلُ البَيْتَ لِلْعَائِلَاتِ الكَبِيرَةِ.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a flat is cheaper and easier to clean, but a house is quieter with a garden for children · conclusion: a house is better for big families.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الحَيَاةُ فِي شَقَّةٍ أَفْضَلُ مِنَ الحَيَاةِ فِي بَيْتٍ؟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TB-L04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TB-L04 · Speaking Practice Room — My Home, Rooms and Garden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2026-10-25T14:29:13Z</dcterms:created>
  <dcterms:modified xsi:type="dcterms:W3CDTF">2026-10-25T14:29:13Z</dcterms:modified>
</cp:coreProperties>
</file>