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B · Personal and Social Life, Lesson 5 (Furniture, Furnishings and Appliances, TB-L05) — new role plays and questions (not the ones in the Exam Practice workshop), using the lesson’s language (iḍāfa (khizānatu al-malābis); attached pronouns as objects (nastaʿmiluhu / nastaʿmiluhā); relative clauses (alladhī · allatī); describing condition (muʿaṭṭal, jadīd, qadīm)).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أُسَاعِدُكِ.
Language: muʿaṭṭalatun (feminine — al-ghassāla) · mundhu · ʿumruhā + years (her = the machine) · bi-jānibi · afḍalu.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تَبْحَثِينَ · غُرْفَتُكِ · عِنْدَكِ · تَشْتَرِينَ · لِغُرْفَتِكِ.
Language: abḥathu ʿan · comparatives akbaru min · relative alladhī bi-jānibihi · kāna + description; lam yakun ʿindī · object pronoun tūṣilūnahā · law … la- (Stretch).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B · GUIDED PRACTICE  ·  TB-L05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TB-L05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Furniture and Appliances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الأَثَاثُ وَالأَجْهِزَةُ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warm-up, the answer ladder, two new role plays (a broken washing machine, choosing furniture for a new bedroom), a topic conversation with A-R-E-T, and a one-minute talk describing their bedroom in detail.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Advanced Topic B · Personal and Social Life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B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B › TB-L05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Furniture in my home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الأَثَاثُ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my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سَرِيرٌ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bed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sa-rī-run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سَرِيرِي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أَسِرَّةٌ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سَرِيرٌ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iḍāfa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خِزَانَةُ المَلَابِسِ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wardrobe (clothes cupboard)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khi-zā-na-tu al-ma-lā-bi-si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بَابُهَا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خِزَانَاتٌ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مَكْتَبٌ · كُرْسِيٌّ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desk · a chair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mak-ta-bun · kur-siy-yun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مَكَاتِبُ · كَرَاسِيُّ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رَفٌّ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shelf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raf-fun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رُفُوفٌ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رَفٌّ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سَجَّادَةٌ · سِتَارَةٌ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rug · a curtain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saj-jā-da-tun · si-tā-ra-tun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سَجَّادٌ · سَتَائِرُ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ثَلَّاجَةٌ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fridge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thal-lā-ja-tun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ثَلَّاجَاتٌ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ثَلَّاجَةٌ</a:t>
            </a:r>
            <a:endParaRPr lang="ar-SA" sz="150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Appliances — and what we use them for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الأَجْهِزَةُ وَاسْتِعْمَالُهَا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غَسَّالَةٌ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washing machine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ghas-sā-la-tun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غَسَّالَاتٌ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غَسَّالَةٌ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فُرْنٌ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oven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fur-nun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أَفْرَانٌ</a:t>
            </a:r>
            <a:endParaRPr lang="ar-SA" sz="150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فُرْنٌ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attached pronoun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نَسْتَعْمِلُهُ لِلطَّبْخِ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use it for cooking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nas-taʿ-mi-lu-hu lilṭ-ṭab-khi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أَسْتَعْمِلُهُ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نَسْتَعْمِلُهَا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non-hum. pl.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مُعَطَّلٌ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broken, not working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mu-ʿaṭ-ṭa-lun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1" name="Text 68"/>
          <p:cNvSpPr txBox="1"/>
          <p:nvPr/>
        </p:nvSpPr>
        <p:spPr>
          <a:xfrm>
            <a:off x="1058875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مُعَطَّلَةٌ</a:t>
            </a:r>
            <a:endParaRPr lang="ar-SA" sz="1500" dirty="0"/>
          </a:p>
        </p:txBody>
      </p:sp>
      <p:sp>
        <p:nvSpPr>
          <p:cNvPr id="72" name="Shape 69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مُعَطَّلَةٌ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مُعَطَّلٌ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قَدِيمٌ · جَدِيدٌ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old · new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qa-dī-mun · ja-dī-dun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قُدَامَى · جُدُدٌ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قَدِيمَةٌ · جَدِيدَةٌ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relative clauses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· الَّتِي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which (m. · f.)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al-َ-dhī · al-َ-tī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الخِزَانَةُ الَّتِي …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المَكْتَبُ الَّذِي …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“Which appliance do you use most at home?”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5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الجِهَازُ الَّذِي تَسْتَعْمِلُهُ أَكْثَرَ فِي البَيْتِ؟</a:t>
            </a:r>
            <a:endParaRPr lang="ar-SA" sz="2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 الثَّلَّاجَةَ أَكْثَرَ.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use the fridge most.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 الثَّلَّاجَةَ أَكْثَرَ، لِأَنِّي آخُذُ مِنْهَا العَصِيرَ وَالفَوَاكِهَ دَائِمًا.</a:t>
            </a:r>
            <a:endParaRPr lang="ar-SA" sz="225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because I always take juice and fruit from it.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وَهِيَ ثَلَّاجَةٌ كَبِيرَةٌ رَمَادِيَّةٌ، نَسْتَعْمِلُهَا لِحِفْظِ الطَّعَامِ.</a:t>
            </a:r>
            <a:endParaRPr lang="ar-SA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it is a big grey fridge we use to keep food.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0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وَفِي الأُسْبُوعِ المَاضِي تَعَطَّلَتْ يَوْمَيْنِ، فَعَرَفْتُ أَنَّهَا أَهَمُّ جِهَازٍ فِي رَأْيِي!</a:t>
            </a:r>
            <a:endParaRPr lang="ar-SA" sz="205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last week it broke for two days, so I learnt it is the most important appliance, in my opinion!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بِجَانِبِ … / أَمَامَ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وَنَسْتَعْمِلُهُ لِلْجُلُوسِ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يُوجَدُ … وَ…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يُوجَدُ فِي غُرْفَةِ الجُلُوسِ؟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أَمْسِ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أَسْتَعْمِلُ …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تُسَاعِدُ فِي البَيْتِ؟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وَسَنَشْتَرِي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لِأَنَّهُ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قَدِيمٌ جِدًّا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الشَّيْءُ القَدِيمُ فِي بَيْتِكُمْ؟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مَثَلًا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أَسْتَطِيعُ أَنْ أَعِيشَ بِدُونِ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جِهَازٍ لَا تَسْتَطِيعُ أَنْ تَعِيشَ بِدُونِهِ؟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The washing machine is broken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الغَسَّالَةُ مُعَطَّلَةٌ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← الغَسَّالَةُ مُعَطَّلَةٌ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appliance is broken.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شَرِكَةُ التَّصْلِيحِ، كَيْفَ أُسَاعِدُكَ؟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 ← مُنْذُ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since when.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عُمْرُهَا … سَنَوَاتٍ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old it is.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 الغَسَّالَةِ؟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هِيَ فِي … بِجَانِبِ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it is.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هِيَ فِي البَيْتِ؟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 / لَا، … أَفْضَلُ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يُنَاسِبُكُمْ يَوْمُ الخَمِيسِ صَبَاحًا؟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teenager at home · Leader = the repair company’s receptionist. Use the plan column in your 1 minute of preparation, then hide it and speak. Then swap roles.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Furnishing a new bedroom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أَثَاثٌ لِغُرْفَةٍ جَدِيدَةٍ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need and why.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تَبْحَثُ عَنْهُ؟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two items and choose.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المَكْتَبُ الخَشَبِيُّ جَمِيلٌ جِدًّا.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old room (past).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غُرْفَتُكَ القَدِيمَةُ؟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two questions about it.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خِزَانَةٌ رَخِيصَةٌ أَيْضًا.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مَالٌ أَكْثَرُ، مَاذَا تَشْتَرِي لِغُرْفَتِكَ؟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teenager choosing furniture · Leader = the shop assistant.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الأَثَاثُ وَالأَجْهِزَةُ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وَالجُدْرَانُ؟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colour is your bed?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 سَرِيرِكَ؟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هُوَ؟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TVs are in your home?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تِلْفَازًا فِي بَيْتِكُمْ؟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appliance do you use every morning?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الجِهَازُ الَّذِي تَسْتَعْمِلُهُ كُلَّ صَبَاحٍ؟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أَقْدَمُ قِطْعَةٍ؟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living-room furniture.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أَثَاثَ غُرْفَةِ الجُلُوسِ.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رَأْيُكَ فِي البِيئَةِ؟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we have more appliances than we need?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عِنْدَنَا أَجْهِزَةٌ أَكْثَرُ مِنَ اللَّازِمِ؟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هٰذَا جَيِّدٌ؟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homes be like in fifty years?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سَتَكُونُ البُيُوتُ بَعْدَ خَمْسِينَ سَنَةً؟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my bedroom in detail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بِالتَّفْصِيلِ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describing your bedroom in detail: the furniture and where each piece is, colours, what you use things for — and what you would change.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five pieces of furniture with a colour or a preposition each.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what you use them for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أَسْتَعْمِلُهُ لِلدِّرَاسَةِ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 and something that broke (past).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/ الَّتِي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, an opinion and law … la- for your dream room.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غُرْفَتِي يُوجَدُ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my room there is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أَسْتَعْمِلُهُ لِلدِّرَاسَةِ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 it for studying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السَّرِيرُ الَّذِي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bed that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أُغَيِّرَ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change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named furniture and appliances correctly, with agreement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an object pronoun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أَسْتَعْمِلُهُ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أَسْتَعْمِلُهَا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or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/ الَّتِي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الغَسَّالَةُ فِي بَيْتِنَا مُعَطَّلَةٌ.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washing machine in our house is broken.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شَرِكَةُ التَّصْلِيحِ، كَيْفَ أُسَاعِدُكَ؟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يَوْمِ الأَحَدِ.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Since Sunday.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مُنْذُ مَتَى؟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عُمْرُهَا خَمْسُ سَنَوَاتٍ.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five years old.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عُمْرُ الغَسَّالَةِ؟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 فِي المَطْبَخِ، بِجَانِبِ الثَّلَّاجَةِ.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in the kitchen, next to the fridge.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هِيَ فِي البَيْتِ؟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يَوْمُ الجُمُعَةِ أَفْضَلُ، لِأَنَّ أُمِّي فِي البَيْتِ.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Friday is better, because my mum is at home.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يُنَاسِبُكُمْ يَوْمُ الخَمِيسِ صَبَاحًا؟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أَبْحَثُ عَنْ مَكْتَبٍ وَرَفٍّ لِلْكُتُبِ، لِأَنِّي سَأَبْدَأُ الامْتِحَانَاتِ قَرِيبًا.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looking for a desk and a bookshelf, because I will start my exams soon.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تَبْحَثُ عَنْهُ؟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المَكْتَبُ جَمِيلٌ، لٰكِنَّهُ أَكْبَرُ مِنْ غُرْفَتِي؛ أُفَضِّلُ المَكْتَبَ الأَبْيَضَ الَّذِي بِجَانِبِهِ.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desk is lovely, but it is bigger than my room; I prefer the white desk next to it.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هٰذَا المَكْتَبُ الخَشَبِيُّ جَمِيلٌ جِدًّا.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كَانَتْ صَغِيرَةً وَمُظْلِمَةً، وَكُنْتُ أَكْتُبُ وَاجِبَاتِي عَلَى السَّرِيرِ، لِأَنَّهُ لَمْ يَكُنْ عِنْدِي مَكْتَبٌ.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was small and dark, and I did homework on the bed, because I had no desk.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كَانَتْ غُرْفَتُكَ القَدِيمَةُ؟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لَوْنُهَا؟ وَهَلْ تُوصِلُونَهَا إِلَى البَيْتِ؟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colour is it? And do you deliver it to the house?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عِنْدَنَا خِزَانَةٌ رَخِيصَةٌ أَيْضًا.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مَالٌ أَكْثَرُ، لَاشْتَرَيْتُ كُرْسِيًّا مُرِيحًا لِلْقِرَاءَةِ وَسِتَارَةً زَرْقَاءَ.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had more money, I would buy a comfortable reading chair and a blue curtain.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مَالٌ أَكْثَرُ، مَاذَا تَشْتَرِي لِغُرْفَتِكَ؟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أَسْتَعْمِلُ الغَلَّايَةَ كُلَّ صَبَاحٍ، لِأَنِّي أَشْرَبُ الشَّايَ مَعَ الفُطُورِ؛ هِيَ غَلَّايَةٌ قَدِيمَةٌ، وَسَنَشْتَرِي وَاحِدَةً جَدِيدَةً فِي الشَّهْرِ القَادِمِ.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the kettle · R: I drink tea with breakfast · E: it’s an old kettle · T: we’ll buy a new one next month.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الجِهَازُ الَّذِي تَسْتَعْمِلُهُ كُلَّ صَبَاحٍ؟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غُرْفَةِ الجُلُوسِ أَرِيكَةٌ كَبِيرَةٌ رَمَادِيَّةٌ، وَأَمَامَهَا طَاوِلَةٌ خَشَبِيَّةٌ صَنَعَهَا جَدِّي بِيَدِهِ قَبْلَ ثَلَاثِينَ سَنَةً؛ لِذٰلِكَ هِيَ أَغْلَى قِطْعَةٍ عِنْدَنَا، لَيْسَ بِالمَالِ بَلْ بِالذِّكْرَيَاتِ.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a big grey sofa with a wooden table my grandfather made by hand thirty years ago · R: so it’s our most precious piece — not for money but for memories.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أَثَاثَ غُرْفَةِ الجُلُوسِ.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نَعَمْ، لِأَنَّ كَثِيرًا مِنَ النَّاسِ يَشْتَرُونَ أَجْهِزَةً جَدِيدَةً كُلَّ سَنَةٍ، مِمَّا يَضُرُّ البِيئَةَ؛ كَانَتْ جَدَّتِي تَطْبُخُ بِدُونِ آلَاتٍ كَثِيرَةٍ، وَكَانَ طَعَامُهَا أَلَذَّ!</a:t>
            </a:r>
            <a:endParaRPr lang="ar-SA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yes · R: many buy new appliances every year, which harms the environment · past: grandma cooked without many machines — and her food was tastier!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عِنْدَنَا أَجْهِزَةٌ أَكْثَرُ مِنَ اللَّازِمِ؟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TB-L05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B · Speaking practice room · TB-L05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TB-L05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TB-L05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TB-L05 · Speaking Practice Room — Furniture and Appliances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2026-10-25T14:29:53Z</dcterms:created>
  <dcterms:modified xsi:type="dcterms:W3CDTF">2026-10-25T14:29:53Z</dcterms:modified>
</cp:coreProperties>
</file>