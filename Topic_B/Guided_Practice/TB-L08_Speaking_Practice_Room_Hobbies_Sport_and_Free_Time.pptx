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B · Personal and Social Life, Lesson 8 (Hobbies, Sport and Free Time, TB-L08) — new role plays and questions (not the ones in the Exam Practice workshop), using the lesson’s language (present tense of activity verbs; verbal nouns (al-qirāʾa, as-sibāḥa, ar-rasm); frequency (marratan fī al-usbūʿ); astaṭīʿu an + verb in -a; reasons).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مَارَسْتِ · تُمَارِسِينَ · تَسْتَطِيعِينَ · تَأْتِي · تُرِيدِينَ · تَتَسَلَّقِي.
Language: verbal nouns (at-tasalluq, as-sibāḥa) · marratayni fī al-usbūʿ · astaṭīʿu an āti̇ya (verb in -a) · fī ayyi sāʿatin …?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تَخْتَارِينَ · عِنْدَكِ · تَفْعَلِينَ.
Language: two reasons (li-annī … wa-li-annahu) · past experience (jarrabtu) · comparatives (aghlā, akthar fāʾida) · ṣaḥīḥun anna … lākinna · yajibu an ākhudha ·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GUIDED PRACTICE  ·  TB-L08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TB-L08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Hobbies, Sport and Free Time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الهِوَايَاتُ وَوَقْتُ الفَرَاغِ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(joining a climbing club, choosing an activity week), a topic conversation with A-R-E-T, and a one-minute talk about their favourite hobby.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Advanced Topic B · Personal and Social Life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I do in my free time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أَفْعَلُ فِي وَقْتِ الفَرَاغِ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أَلْعَبُ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al-ʿa-bu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نَلْعَبُ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تَلْعَبُ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يَلْعَبُ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أُمَارِسُ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do (a sport / hobby)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u-mā-ri-su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يُمَارِسُونَ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تُمَارِسُ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يُمَارِسُ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ability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can … (+ verb in -a)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as-ta-ṭī-ʿu an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not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أَسْتَطِيعُ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تَسْتَطِيعُ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يَسْتَطِيعُ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أَقْضِي وَقْتِي فِي …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spend my time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aq-ḍī waq-tī fī …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نَقْضِي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تَقْضِي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يَقْضِي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verbal nouns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القِرَاءَةُ · الرَّسْمُ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reading · drawing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al-qi-rā-ʾa-tu · ar-ras-mu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draw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أَرْسُمُ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read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أَقْرَأُ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960120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960120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verbal nouns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9" name="Text 106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السِّبَاحَةُ · الطَّبْخُ</a:t>
            </a:r>
            <a:endParaRPr lang="ar-SA" sz="3000" dirty="0"/>
          </a:p>
        </p:txBody>
      </p:sp>
      <p:sp>
        <p:nvSpPr>
          <p:cNvPr id="110" name="Text 107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swimming · cooking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as-si-bā-ḥa-tu · aṭ-ṭab-khu</a:t>
            </a:r>
            <a:endParaRPr lang="en-US" sz="1350" dirty="0"/>
          </a:p>
        </p:txBody>
      </p:sp>
      <p:sp>
        <p:nvSpPr>
          <p:cNvPr id="111" name="Shape 108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cook</a:t>
            </a:r>
            <a:endParaRPr lang="en-US" sz="700" dirty="0"/>
          </a:p>
        </p:txBody>
      </p:sp>
      <p:sp>
        <p:nvSpPr>
          <p:cNvPr id="113" name="Text 110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أَطْبُخُ</a:t>
            </a:r>
            <a:endParaRPr lang="ar-SA" sz="1350" dirty="0"/>
          </a:p>
        </p:txBody>
      </p:sp>
      <p:sp>
        <p:nvSpPr>
          <p:cNvPr id="114" name="Shape 111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swim</a:t>
            </a:r>
            <a:endParaRPr lang="en-US" sz="700" dirty="0"/>
          </a:p>
        </p:txBody>
      </p:sp>
      <p:sp>
        <p:nvSpPr>
          <p:cNvPr id="116" name="Text 113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أَسْبَحُ</a:t>
            </a:r>
            <a:endParaRPr lang="ar-SA" sz="1350" dirty="0"/>
          </a:p>
        </p:txBody>
      </p:sp>
      <p:sp>
        <p:nvSpPr>
          <p:cNvPr id="117" name="Text 11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often, where, and why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وَأَيْنَ وَلِمَاذَا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my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hobby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hi-wā-ya-tun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هِوَايَتِي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هِوَايَاتٌ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هِوَايَةٌ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نَادٍ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club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nā-din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أَنْدِيَةٌ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النَّادِي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دَائِمًا · غَالِبًا · نَادِرًا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always · often · rarely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dā-ʾi-man · ghā-li-ban · nā-di-ran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· مَرَّتَيْنِ فِي الأُسْبُوعِ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once · twice a week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mar-ra-tan · mar-ra-tay-ni fī al-us-bū-ʿi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3×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ثَلَاثَ مَرَّاتٍ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more fun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مُمْتِعٌ · مُفِيدٌ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fun · useful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mum-ti-ʿun · mu-fī-dun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 fun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أَمْتَعُ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مُمْتِعَةٌ · مُفِيدَةٌ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my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فَرِيقٌ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team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fa-rī-qun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فَرِيقِي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فِرَقٌ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فَرِيقٌ</a:t>
            </a:r>
            <a:endParaRPr lang="ar-SA" sz="150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“What is your favourite hobby?”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هِوَايَتُكَ المُفَضَّلَةُ؟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هِوَايَتِي المُفَضَّلَةُ هِيَ الرَّسْمُ.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favourite hobby is drawing.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هِوَايَتِي المُفَضَّلَةُ هِيَ الرَّسْمُ، لِأَنَّهُ يُرِيحُنِي بَعْدَ الدِّرَاسَةِ.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it relaxes me after studying.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أَرْسُمُ مَرَّتَيْنِ فِي الأُسْبُوعِ فِي غُرْفَتِي، وَأَحْيَانًا فِي الحَدِيقَةِ.</a:t>
            </a:r>
            <a:endParaRPr lang="ar-SA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 draw twice a week in my room, and sometimes in the park.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الصَّيْفِ المَاضِي شَارَكْتُ فِي مُسَابَقَةٍ، وَفِي المُسْتَقْبَلِ أُرِيدُ أَنْ أَدْرُسَ الفَنَّ.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last summer I took part in a competition, and in the future I want to study art.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مَعَ … / فِي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أُمَارِسُ الرِّيَاضَةَ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تُمَارِسُ الرِّيَاضَةَ؟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تَعَلَّمْتُ … / سَأَتَعَلَّمُ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أَسْتَطِيعُ … / لَا،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تَسْتَطِيعُ أَنْ تَسْبَحَ؟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آخِرُ كِتَابٍ قَرَأْتُهُ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لِأَنَّهَا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أَقْرَأُ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تَقْرَأُ فِي وَقْتِ الفَرَاغِ؟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المُبَارَاةِ القَادِمَةِ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أَنَا فِي فَرِيقِ … / لَا،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أَنْتَ فِي فَرِيقٍ؟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Joining a climbing club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نَادِي التَّسَلُّقِ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 / لَا،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if you have climbed before.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هَلْ مَارَسْتَ التَّسَلُّقَ مِنْ قَبْلُ؟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← أُمَارِسُ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sport you do.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رِيَاضَةٍ تُمَارِسُ؟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← أَسْتَطِيعُ أَنْ آتِيَ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often you can come.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فِي الأُسْبُوعِ تَسْتَطِيعُ أَنْ تَأْتِيَ؟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فِي أَيِّ سَاعَةٍ يَبْدَأُ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time training starts.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التَّدْرِيبُ يَوْمَ الثُّلَاثَاءِ وَيَوْمَ السَّبْتِ.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←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تَتَسَلَّقَ؟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teenager who wants to join · Leader = the club coach.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Choosing your activity week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أُسْبُوعُ الأَنْشِطَةِ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and give two reasons.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نَشَاطٍ تَخْتَارُ: الطَّبْخَ أَمِ الإِبْحَارَ أَمِ المَسْرَحَ؟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past experience.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خِبْرَةٌ فِي الرِّيَاضَاتِ المَائِيَّةِ؟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and respond.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الإِبْحَارُ أَغْلَى مِنَ الأَنْشِطَةِ الأُخْرَى.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practical questions.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 النَّشَاطُ فِي شَهْرِ يُونْيُو.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الطَّقْسُ سَيِّئًا جِدًّا، مَاذَا تَفْعَلُ بَدَلًا مِنْهُ؟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choosing an activity · Leader = the activities coordinator.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after school?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بَعْدَ المَدْرَسَةِ؟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sport?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رِيَاضَتُكَ المُفَضَّلَةُ؟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spend your free time last weekend?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قَضَيْتَ وَقْتَ فَرَاغِكَ فِي نِهَايَةِ الأُسْبُوعِ المَاضِي؟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new hobby would you like to try?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الهِوَايَةُ الجَدِيدَةُ الَّتِي تُرِيدُ أَنْ تُجَرِّبَهَا؟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الحَلُّ؟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young people spend too long on video games?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يَقْضِي الشَّبَابُ وَقْتًا طَوِيلًا عَلَى الأَلْعَابِ الإِلِكْتْرُونِيَّةِ؟</a:t>
            </a:r>
            <a:endParaRPr lang="ar-SA" sz="155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sport be compulsory in schools?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تَكُونَ الرِّيَاضَةُ إِجْبَارِيَّةً فِي المَدَارِسِ؟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favourite hobby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هِوَايَتِي المُفَضَّلَةُ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your favourite hobby: what, where, when and how often, who with, why you like it — and a special moment with this hobby.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the hobby (a verbal noun), where, how often, and one reason.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who with, a special moment (past),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compare two hobbies, give an opinion and a future goal.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هِوَايَتِي المُفَضَّلَةُ هِيَ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hobby is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أُمَارِسُهَا مَرَّتَيْنِ فِي الأُسْبُوعِ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 it twice a week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المُسْتَقْبَلِ أُرِيدُ أَنْ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future I want to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named hobbies with verbal nouns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القِرَاءَةُ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السِّبَاحَةُ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said how often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a verb in -a and gave reasons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هٰذِهِ أَوَّلُ مَرَّةٍ.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this is the first time.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هَلْ مَارَسْتَ التَّسَلُّقَ مِنْ قَبْلُ؟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أُمَارِسُ السِّبَاحَةَ وَكُرَةَ السَّلَّةِ.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 swimming and basketball.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رِيَاضَةٍ تُمَارِسُ؟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 آتِيَ مَرَّتَيْنِ فِي الأُسْبُوعِ.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can come twice a week.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فِي الأُسْبُوعِ تَسْتَطِيعُ أَنْ تَأْتِيَ؟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سَاعَةٍ يَبْدَأُ التَّدْرِيبُ؟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time does training start?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التَّدْرِيبُ يَوْمَ الثُّلَاثَاءِ وَيَوْمَ السَّبْتِ.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التَّسَلُّقَ مُمْتِعٌ، وَأُرِيدُ أَنْ أَكُونَ أَقْوَى.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climbing is fun, and I want to be stronger.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تَتَسَلَّقَ؟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أَخْتَارُ الإِبْحَارَ، لِأَنِّي أُحِبُّ البَحْرَ، وَلِأَنَّهُ تَجْرِبَةٌ جَدِيدَةٌ لِي.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choose sailing, because I love the sea and it’s a new experience for 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نَشَاطٍ تَخْتَارُ: الطَّبْخَ أَمِ الإِبْحَارَ أَمِ المَسْرَحَ؟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العُطْلَةِ المَاضِيَةِ جَرَّبْتُ التَّجْدِيفَ مَعَ أَبِي، وَكَانَ صَعْبًا لٰكِنَّهُ رَائِعٌ.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last holiday I tried rowing with my dad — hard but amazing.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خِبْرَةٌ فِي الرِّيَاضَاتِ المَائِيَّةِ؟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أَغْلَى، لٰكِنَّهُ أَكْثَرُ فَائِدَةً، لِأَنِّي سَأَتَعَلَّمُ مَهَارَةً لِلْحَيَاةِ.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more expensive, but more useful — I’ll learn a skill for life.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الإِبْحَارُ أَغْلَى مِنَ الأَنْشِطَةِ الأُخْرَى.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يَجِبُ أَنْ آخُذَ مَعِي؟ وَهَلْ سَنَنَامُ هُنَاكَ؟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should I take with me? And will we sleep there?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 النَّشَاطُ فِي شَهْرِ يُونْيُو.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الطَّقْسُ سَيِّئًا، لَاخْتَرْتُ المَسْرَحَ، لِأَنِّي أُحِبُّ التَّمْثِيلَ أَيْضًا.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 weather were very bad, I would choose drama, because I like acting too.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الطَّقْسُ سَيِّئًا جِدًّا، مَاذَا تَفْعَلُ بَدَلًا مِنْهُ؟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لَعِبْتُ مُبَارَاةَ كُرَةِ قَدَمٍ مَعَ فَرِيقِي يَوْمَ السَّبْتِ، وَفُزْنَا بِثَلَاثَةِ أَهْدَافٍ؛ وَيَوْمَ الأَحَدِ قَرَأْتُ رِوَايَةً، لِأَنِّي كُنْتُ مُتْعَبًا، وَالأُسْبُوعَ القَادِمَ سَنَلْعَبُ النِّهَائِيَّ.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 football match on Saturday — we won by three goals · E: a novel on Sunday · R: I was tired · T: next week we play the final.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قَضَيْتَ وَقْتَ فَرَاغِكَ فِي نِهَايَةِ الأُسْبُوعِ المَاضِي؟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أُجَرِّبَ التَّصْوِيرَ، لِأَنِّي أُحِبُّ الطَّبِيعَةَ؛ عَمِّي مُصَوِّرٌ، وَأَعْطَانِي كَامِيرَا قَدِيمَةً، وَفِي العُطْلَةِ سَأُصَوِّرُ الطُّيُورَ فِي الحَدِيقَةِ.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photography · R: I love nature · E: my uncle is a photographer and gave me an old camera · T: in the holidays I’ll photograph birds.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الهِوَايَةُ الجَدِيدَةُ الَّتِي تُرِيدُ أَنْ تُجَرِّبَهَا؟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الأَلْعَابَ مُمْتِعَةٌ، وَتُعَلِّمُنَا التَّفْكِيرَ السَّرِيعَ، غَيْرَ أَنَّ بَعْضَ أَصْدِقَائِي يَلْعَبُونَ خَمْسَ سَاعَاتٍ يَوْمِيًّا؛ فِي رَأْيِي يَجِبُ أَنْ نُحَدِّدَ سَاعَةً وَاحِدَةً فَقَطْ.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games are fun and teach quick thinking, but some friends play five hours a day · opinion: we should limit it to one hour.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يَقْضِي الشَّبَابُ وَقْتًا طَوِيلًا عَلَى الأَلْعَابِ الإِلِكْتْرُونِيَّةِ؟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TB-L08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TB-L08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TB-L08 · Speaking Practice Room — Hobbies, Sport and Free Time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2026-10-25T14:35:26Z</dcterms:created>
  <dcterms:modified xsi:type="dcterms:W3CDTF">2026-10-25T14:35:26Z</dcterms:modified>
</cp:coreProperties>
</file>