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2 (Family, Friends and Relationships, TB-L02) — new role plays and questions (not the ones in the Exam Practice workshop), using the lesson’s language (possessive endings (akhī, ukhtuhā); iḍāfa (ibnu ʿammī); the dual and plural (ukhtāni, ikhwa); attafiqu maʿa / atashājaru maʿa).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عِنْدَكِ · مِنْكِ · جَدُّكِ وَجَدَّتُكِ.
Language: the dual (ukhtāni, yaskunāni) · iḍāfa ibnu ʿammī · ʿumruhu + age · li-annanā +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تَفَضَّلِي · عَلَاقَتُكُمَا · تَشْعُرِينَ · تَتَكَلَّمِي · كُنْتِ.
Language: tashājartu maʿa · kunnā + present (used to) · feelings + li-annī · yajibu an aqūla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Family, Friends and Relationships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العَائِلَةُ وَالأَصْدِقَاءُ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family-tree project, a friendship problem with a school counsellor), a topic conversation with A-R-E-T, and a one-minute talk about someone important to them.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family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عَائِلَتِي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dual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brother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a-khun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إِخْوَةٌ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أَخَوَانِ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dual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sister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ukh-tun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أَخَوَاتٌ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أُخْتَانِ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عَمٌّ · عَمَّةٌ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paternal uncle · aunt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ʿam-mun · ʿam-ma-tun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أَعْمَامٌ · عَمَّاتٌ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عَمِّي · عَمَّتِي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خَالٌ · خَالَةٌ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maternal uncle · aunt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khā-lun · khā-la-tun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أَخْوَالٌ · خَالَاتٌ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خَالِي · خَالَتِي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iḍāfa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cousin (uncle’s son)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ab-nu ʿam-mī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أَوْلَادُ عَمِّي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بِنْتُ عَمِّي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جَدٌّ · جَدَّةٌ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grandfather · grandmother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jad-dun · jad-da-tun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أَجْدَادٌ</a:t>
            </a:r>
            <a:endParaRPr lang="ar-SA" sz="150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جَدِّي · جَدَّتِي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Friends and getting 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الأَصْدِقَاءُ وَالعَلَاقَاتُ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friend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ṣa-dī-qun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أَصْدِقَاءُ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 مَعَ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get on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at-ta-fi-qu ma-ʿa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نَتَّفِقُ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تَتَّفِقُ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يَتَّفِقُ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أَتَشَاجَرُ مَعَ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argue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a-ta-shā-ja-ru ma-ʿa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نَتَشَاجَرُ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تَتَشَاجَرُ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يَتَشَاجَرُ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مِنْ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close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qa-rī-bun min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قَرِيبُونَ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superlatives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الأَكْبَرُ · الأَصْغَرُ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eldest · the youngest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al-ak-ba-ru · al-aṣ-gha-ru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الكُبْرَى · الصُّغْرَى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أُسْرَةٌ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us-ra-tun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أُسَرٌ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أُسْرَتِي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“Who do you get on with best in your family?”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تَتَّفِقُ أَكْثَرَ فِي عَائِلَتِكَ؟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 أَكْثَرَ مَعَ أُخْتِي الكُبْرَى.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get on best with my older sister.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 أَكْثَرَ مَعَ أُخْتِي الكُبْرَى، لِأَنَّهَا تَسْمَعُنِي دَائِمًا.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she always listens to me.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نَخْرُجُ مَعًا كُلَّ يَوْمِ سَبْتٍ، وَنَتَكَلَّمُ عَنْ كُلِّ شَيْءٍ.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for example we go out together every Saturday and talk about everything.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وَعِنْدَمَا كُنَّا صَغِيرَتَيْنِ كُنَّا نَتَشَاجَرُ كَثِيرًا، أَمَّا الآنَ فَهِيَ أَعَزُّ صَدِيقَاتِي!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when we were little we argued a lot, but now she is my best friend!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وَعِنْدِي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وَأَنَا الأَكْبَرُ / الأَصْغَرُ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 أَشْخَاصٍ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تَعَرَّفْتُ عَلَيْهِ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أَعَزُّ أَصْدِقَائِي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أَعَزَّ أَصْدِقَائِكَ.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أَتَشَاجَرُ أَحْيَانًا مَعَ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تَتَشَاجَرُ أَحْيَانًا؟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العِيدِ سَوْفَ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لِأَنَّهُمْ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تَزُورُ أَقَارِبَكَ كَثِيرًا؟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My family tree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شَجَرَةُ عَائِلَتِي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عِنْدِي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brothers and sisters you have.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أَخًا وَأُخْتًا عِنْدَكَ؟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← هٰذَا … ؛ هُوَ ابْنُ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the person is (a relative).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هٰذَا فِي الصُّورَةِ؟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عُمْرُهُ … سَنَةً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his age.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are close, with a reason.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قَرِيبٌ مِنْكَ؟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يَسْكُنَانِ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يَسْكُنُ جَدُّكَ وَجَدَّتُكَ؟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presenting your family tree · Leader = a classmate asking questions.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problem with a friend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مَعَ صَدِيقٍ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argument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مَاذَا حَدَثَ؟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friendship before.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عَلَاقَتُكُمَا قَبْلَ ذٰلِكَ؟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feel and why.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تَشْعُرُ الآنَ؟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advice.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تَتَكَلَّمَ مَعَهُ.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مَكَانَ عُمَرَ،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who had an argument · Leader = the school counsellor.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عَائِلَتِي وَأَصْدِقَائِي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عُمْرُهُمْ؟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in your family?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عَائِلَتِكَ؟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هُوَ أَعَزُّهُمْ؟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best friend’s name?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اسْمُ أَعَزِّ أَصْدِقَائِكَ؟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meet your best friend?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أَعَزِّ أَصْدِقَائِكَ؟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وَالأُسْبُوعَ المَاضِي؟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with your family at the weekend?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عَائِلَتِكَ فِي نِهَايَةِ الأُسْبُوعِ؟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friends more important than family for young people?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العَائِلَةِ لِلشَّبَابِ؟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هٰذَا جَيِّدٌ؟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are families changing today?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تَتَغَيَّرُ العَائِلَاتُ فِي عَصْرِنَا؟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someone important to me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شَخْصٌ مُهِمٌّ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someone important to you (family or friend): who they are, what they are like, what you do together, a memory with them — and why they matter.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who, age, two adjectives, one thing you do together.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 memory (past) and a reason why they matter.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how your relationship has changed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… أَمَّا الآنَ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an opinion.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أَتَكَلَّمَ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/ هِيَ … وَ…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/ she is … and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أَتَذَكَّرُ عِنْدَمَا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remember when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مُهِمٌّ لِي لِأَنَّ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important to me because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family members correctly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ابْنُ عَمِّي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the dual or plural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أُخْتَانِ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إِخْوَةٌ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أَتَّفِقُ مَعَ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أَخٌ وَاحِدٌ وَأُخْتَانِ.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one brother and two sisters.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أَخًا وَأُخْتًا عِنْدَكَ؟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ابْنُ عَمِّي يُوسُفُ.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my cousin Yusuf (my paternal uncle’s son).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هٰذَا فِي الصُّورَةِ؟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عُمْرُهُ سَبْعَ عَشْرَةَ سَنَةً.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seventeen.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لِأَنَّنَا نَلْعَبُ كُرَةَ القَدَمِ مَعًا.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we play football together.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قَرِيبٌ مِنْكَ؟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يَسْكُنَانِ فِي مَدِينَةٍ صَغِيرَةٍ فِي الأُرْدُنِّ.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live in a small town in Jordan.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يَسْكُنُ جَدُّكَ وَجَدَّتُكَ؟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تَشَاجَرْتُ مَعَ صَدِيقِي عُمَرَ أَمْسِ، لِأَنَّهُ نَشَرَ صُورَتِي عَلَى الإِنْتَرْنِتْ.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argued with my friend Omar yesterday, because he posted my photo online.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مَاذَا حَدَثَ؟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كُنَّا أَعَزَّ صَدِيقَيْنِ مُنْذُ المَدْرَسَةِ الابْتِدَائِيَّةِ، وَكُنَّا نَقْضِي كُلَّ يَوْمٍ مَعًا.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had been best friends since primary school, and we spent every day together.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عَلَاقَتُكُمَا قَبْلَ 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بِالحُزْنِ وَالغَضَبِ، لِأَنِّي لَمْ أُرِدْ أَنْ يَرَى الجَمِيعُ تِلْكَ الصُّورَةَ.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feel sad and angry, because I did not want everyone to see that photo.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تَشْعُرُ الآنَ؟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يَجِبُ أَنْ أَقُولَ لَهُ فِي رَأْيِكَ؟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should I say to him, in your opinion?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تَتَكَلَّمَ مَعَهُ.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مَكَانَهُ، لَحَذَفْتُ الصُّورَةَ فَوْرًا، وَلَاعْتَذَرْتُ أَمَامَ الصَّفِّ.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him, I would delete the photo at once and apologise in front of the class.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مَكَانَ عُمَرَ،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تَعَرَّفْتُ عَلَيْهِ فِي أَوَّلِ يَوْمٍ فِي المَدْرَسَةِ الثَّانَوِيَّةِ، لِأَنَّهُ جَلَسَ بِجَانِبِي؛ نَحْنُ نَلْعَبُ فِي الفَرِيقِ نَفْسِهِ، وَفِي الصَّيْفِ سَنُسَافِرُ مَعًا إِلَى مُخَيَّمٍ.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on my first day at secondary school · R: he sat next to me · E: same team · T: in the summer we’ll go to a camp together.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تَعَرَّفْتَ عَلَى أَعَزِّ أَصْدِقَائِكَ؟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الغَدَاءَ عِنْدَ جَدَّتِي كُلَّ يَوْمِ أَحَدٍ، لِأَنَّهَا تُحِبُّ أَنْ تَجْمَعَ العَائِلَةَ؛ فِي الأُسْبُوعِ المَاضِي طَبَخَتْ لَنَا المَقْلُوبَةَ، وَلَعِبْنَا مَعًا بَعْدَ الغَدَاءِ.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Sunday lunch at grandma’s · R: she likes to gather the family · E/T: last week she cooked maqluba and we played games after lunch.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مَعَ عَائِلَتِكَ فِي نِهَايَةِ الأُسْبُوعِ؟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الشَّبَابَ يَقْضُونَ وَقْتًا أَطْوَلَ مَعَ أَصْدِقَائِهِمْ، غَيْرَ أَنَّ العَائِلَةَ تَبْقَى مَعَنَا دَائِمًا؛ عِنْدَمَا كُنْتُ مَرِيضًا، كَانَتْ أُمِّي بِجَانِبِي لَيْلًا وَنَهَارًا.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young people spend more time with friends, but family stays with us forever · E: when I was ill, my mum was by my side day and night.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الأَصْدِقَاءُ أَهَمُّ مِنَ العَائِلَةِ لِلشَّبَابِ؟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TB-L02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TB-L02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TB-L02 · Speaking Practice Room — Family, Friends and Relationships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2026-10-25T14:24:23Z</dcterms:created>
  <dcterms:modified xsi:type="dcterms:W3CDTF">2026-10-25T14:24:23Z</dcterms:modified>
</cp:coreProperties>
</file>