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3 (Appearance and Personality, TB-L03) — new role plays and questions (not the ones in the Exam Practice workshop), using the lesson’s language (adjective agreement (m. · f. · pl.); describing features (shaʿruhu aswadu, ʿaynāhā bunniyyatāni); relative pronouns (alladhī · allatī); laysa + accusative).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لَا تَقْلَقِي · أَخِيكِ · صِفِي · رَأَيْتِهِ.
Language: describing features (shaʿruhu bunniyyun) · colour agreement (qamīṣan aḥmara, ḥidhāʾan abyaḍa) · laysa khajūlan, bal … · past (raʾaytuhu).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تَقْتَرِحِينَ · أَنْتِ · تُرِيدِينَ — and the Speaker says خَجُولَةٌ.
Language: relative allatī · feminine adjectives (masʾūla, ʿādila, ʿanīda) · example with mathalan + past · lākinna to balance · law … la-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Appearance and Personality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المَظْهَرُ وَالشَّخْصِيَّةُ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(describing a lost little brother at a shopping centre, choosing a class representative), a topic conversation with A-R-E-T, and a one-minute talk describing a person they admire.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people look like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المَظْهَرُ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طَوِيلٌ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ṭa-wī-lun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طِوَالٌ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طَوِيلَةٌ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طَوِيلٌ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قَصِيرٌ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short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qa-ṣī-run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قِصَارٌ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قَصِيرَةٌ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قَصِيرٌ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hair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شَعْرُهُ أَسْوَدُ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his hair is black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shaʿ-ru-hu as-wa-du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شَعْرِي أَسْوَدُ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شَعْرُهَا أَسْوَدُ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عَيْنَاهُ بُنِّيَّتَانِ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his eyes are brown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ʿay-nā-hu bun-niy-ya-tā-ni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عَيْنَايَ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عَيْنَاهَا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 · I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يَلْبَسُ نَظَّارَةً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wears glasses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yal-ba-su naẓ-ẓā-ra-tan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تَلْبَسُ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laysa + acc.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طَوِيلًا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is not tall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lay-sa ṭa-wī-lan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لَيْسُوا طِوَالًا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لَسْتُ طَوِيلًا</a:t>
            </a:r>
            <a:endParaRPr lang="ar-SA" sz="1500" dirty="0"/>
          </a:p>
        </p:txBody>
      </p:sp>
      <p:sp>
        <p:nvSpPr>
          <p:cNvPr id="111" name="Shape 108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لَيْسَتْ طَوِيلَةً</a:t>
            </a:r>
            <a:endParaRPr lang="ar-SA" sz="1500" dirty="0"/>
          </a:p>
        </p:txBody>
      </p:sp>
      <p:sp>
        <p:nvSpPr>
          <p:cNvPr id="114" name="Text 11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people are like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الشَّخْصِيَّةُ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kind, nice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la-ṭī-fun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لُطَفَاءُ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لَطِيفٌ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ذَكِيٌّ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clever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dha-kiy-yun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أَذْكِيَاءُ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ذَكِيَّةٌ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ذَكِيٌّ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خَجُولٌ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shy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kha-jū-lun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خَجُولُونَ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خَجُولَةٌ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خَجُولٌ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كَرِيمٌ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generous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ka-rī-mun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كِرَامٌ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كَرِيمَةٌ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كَرِيمٌ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 pronouns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· الَّتِي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who, which (m. · f.)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al-َ-dhī · al-َ-tī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f.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اللَّوَاتِي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m.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الَّذِينَ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صَبُورٌ</a:t>
            </a:r>
            <a:endParaRPr lang="ar-SA" sz="3000" dirty="0"/>
          </a:p>
        </p:txBody>
      </p:sp>
      <p:sp>
        <p:nvSpPr>
          <p:cNvPr id="110" name="Text 10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patient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ṣa-bū-run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صُبُرٌ</a:t>
            </a:r>
            <a:endParaRPr lang="ar-SA" sz="1500" dirty="0"/>
          </a:p>
        </p:txBody>
      </p:sp>
      <p:sp>
        <p:nvSpPr>
          <p:cNvPr id="114" name="Shape 111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صَبُورَةٌ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19" name="Text 116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صَبُورٌ</a:t>
            </a:r>
            <a:endParaRPr lang="ar-SA" sz="1500" dirty="0"/>
          </a:p>
        </p:txBody>
      </p:sp>
      <p:sp>
        <p:nvSpPr>
          <p:cNvPr id="120" name="Text 11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“Describe your mother.”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أُمَّكَ.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طَوِيلَةٌ، وَشَعْرُهَا أَسْوَدُ.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mother is tall, and her hair is black.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طَوِيلَةٌ وَشَعْرُهَا أَسْوَدُ، وَهِيَ صَبُورَةٌ جِدًّا، لِأَنَّهَا تَسْمَعُنَا دَائِمًا.</a:t>
            </a:r>
            <a:endParaRPr lang="ar-SA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and she is very patient, because she always listens to us.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عِنْدَمَا أَتَأَخَّرُ فِي وَاجِبَاتِي، لَا تَغْضَبُ، بَلْ تُسَاعِدُنِي.</a:t>
            </a:r>
            <a:endParaRPr lang="ar-SA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for example when I am behind with homework she doesn’t get angry — she helps me.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وَأَتَمَنَّى أَنْ أُصْبِحَ صَبُورًا مِثْلَهَا فِي المُسْتَقْبَلِ؛ فَهِيَ فِي رَأْيِي أَفْضَلُ قُدْوَةٍ.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 hope to become patient like her — in my opinion she is the best role model.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وَيَلْبَسُ … دَائِمًا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وَعَيْنَاهُ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… وَشَعْرُهُ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يَبْدُو أَعَزُّ أَصْدِقَائِكَ؟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أَمْسِ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لِأَنِّي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صِفَاتُكَ الإِيجَابِيَّةُ؟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مَرَّةً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أُحِبُّ النَّاسَ الَّذِينَ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الصِّفَةُ الَّتِي لَا تُحِبُّهَا فِي النَّاسِ؟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المُسْتَقْبَلِ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كُنْتُ … أَمَّا الآنَ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شَخْصِيَّتُكَ؟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My little brother is lost!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 الصَّغِيرُ ضَاعَ!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عُمْرُهُ … سَنَوَاتٍ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his age.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تَقْلَقْ. كَمْ عُمْرُ أَخِيكَ؟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← هُوَ … وَشَعْرُهُ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his height and hair.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شَكْلَهُ.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يَلْبَسُ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he is wearing.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يَلْبَسُ؟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 / لَا، هُوَ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his personality.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خَجُولٌ؟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رَأَيْتُهُ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رَأَيْتَهُ آخِرَ مَرَّةٍ؟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an older brother or sister · Leader = the security officer.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Choosing a class representative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نَخْتَارُ مُمَثِّلَ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classmate and describe them briefly.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تَقْتَرِحُ لِيَكُونَ مُمَثِّلَ الصَّفِّ؟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qualities with examples.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هِيَ مُنَاسِبَةٌ؟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Admit a weakness, then balance it.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عِنْدَهَا صِفَةٌ سَلْبِيَّةٌ؟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 question about the vote.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سَنُصَوِّتُ يَوْمَ الجُمُعَةِ.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(yourself + reason).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وَأَنْتَ، لِمَاذَا لَا تُرِيدُ أَنْ تَكُونَ المُمَثِّلَ؟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who nominates a friend · Leader = the form tutor.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المَظْهَرُ وَالشَّخْصِيَّةُ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وَشَعْرُكَ؟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yourself.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نَفْسَكَ.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وَالأَقْصَرُ؟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the tallest person in your family?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أَطْوَلُ شَخْصٍ فِي عَائِلَتِكَ؟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qualities do you like in a friend?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الَّتِي تُحِبُّهَا فِي الصَّدِيقِ؟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أَعْجَبَكَ؟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teacher you liked.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مُعَلِّمًا أَعْجَبَكَ.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وَعَلَى الإِنْتَرْنِتْ؟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appearance matter too much today?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المَظْهَرُ مُهِمٌّ أَكْثَرَ مِنَ اللَّازِمِ اليَوْمَ؟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would you like to be like?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الشَّخْصُ الَّذِي تُرِيدُ أَنْ تُشْبِهَهُ؟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a person I admire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شَخْصٌ أُعْجَبُ بِهِ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a person you admire: what they look like, their personality with examples, something they did — and why they inspire you.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three appearance details and two personality adjectives (with agreement).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an example of their personality (past)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/ الَّتِي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 weakness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… بَلْ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…), an opinion and how you want to be like them.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أُعْجَبُ بِأَخِي لِأَنَّ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admire my brother because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/ هِيَ … وَشَعْرُهُ / شَعْرُهَا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/ she is … and his / her hair is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مَثَلًا، مَرَّةً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example, once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مِثْلَهُ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be like him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made adjectives agree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طَوِيلٌ / طَوِيلَةٌ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أَحْمَرُ / حَمْرَاءُ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/ الَّتِي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… بَلْ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عُمْرُهُ سِتُّ سَنَوَاتٍ.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is six.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تَقْلَقْ. كَمْ عُمْرُ أَخِيكَ؟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قَصِيرٌ، وَشَعْرُهُ بُنِّيٌّ وَمُجَعَّدٌ.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is short, and his hair is brown and curly.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شَكْلَهُ.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يَلْبَسُ قَمِيصًا أَحْمَرَ وَحِذَاءً أَبْيَضَ.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is wearing a red shirt and white shoes.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يَلْبَسُ؟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لَيْسَ خَجُولًا، بَلْ هُوَ اجْتِمَاعِيٌّ جِدًّا.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he is not shy — he is very sociable.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خَجُولٌ؟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رَأَيْتُهُ قُرْبَ مَحَلِّ الأَلْعَابِ قَبْلَ عَشْرِ دَقَائِقَ.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saw him near the toy shop ten minutes ago.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رَأَيْتَهُ آخِرَ مَرَّةٍ؟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زَمِيلَتِي سَارَةَ؛ هِيَ الطَّالِبَةُ الَّتِي تَجْلِسُ فِي الصَّفِّ الأَوَّلِ.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suggest my classmate Sara — she’s the student who sits in the front row.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تَقْتَرِحُ لِيَكُونَ مُمَثِّلَ الصَّفِّ؟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مَسْؤُولَةٌ وَعَادِلَةٌ؛ مَثَلًا، سَاعَدَتِ الطُّلَّابَ الجُدُدَ فِي أَوَّلِ أُسْبُوعٍ.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she is responsible and fair — for example, she helped the new students in the first week.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هِيَ مُنَاسِبَةٌ؟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عَنِيدَةٌ قَلِيلًا أَحْيَانًا، لٰكِنَّهَا تَسْمَعُ رَأْيَ الآخَرِينَ فِي النِّهَايَةِ.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She is a little stubborn sometimes, but in the end she listens to others.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عِنْدَهَا صِفَةٌ سَلْبِيَّةٌ؟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يُمْكِنُ أَنْ تَتَكَلَّمَ سَارَةُ أَمَامَ الصَّفِّ قَبْلَ التَّصْوِيتِ؟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can Sara speak in front of the class before the vote?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سَنُصَوِّتُ يَوْمَ الجُمُعَةِ.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خَجُولٌ قَلِيلًا أَمَامَ النَّاسِ، وَلَوْ كُنْتُ أَكْثَرَ ثِقَةً، لَتَرَشَّحْتُ!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am a bit shy in front of people — if I were more confident, I would stand!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وَأَنْتَ، لِمَاذَا لَا تُرِيدُ أَنْ تَكُونَ المُمَثِّلَ؟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الصَّدِيقَ الصَّادِقَ وَالمَرِحَ، لِأَنِّي أَثِقُ بِهِ وَأَضْحَكُ مَعَهُ؛ مَثَلًا صَدِيقِي عَلِيٌّ قَالَ لِي الحَقِيقَةَ مَرَّةً عِنْدَمَا أَخْطَأْتُ، وَسَأَبْقَى صَدِيقَهُ دَائِمًا.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honest and fun · R: I trust him and laugh with him · E: Ali once told me the truth when I was wrong · T: I will always stay his friend.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الَّتِي تُحِبُّهَا فِي الصَّدِيقِ؟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أَعْجَبَتْنِي مُعَلِّمَةُ الرِّيَاضِيَّاتِ فِي الصَّفِّ السَّابِعِ؛ كَانَتْ قَصِيرَةً وَتَلْبَسُ نَظَّارَةً، وَكَانَتْ صَارِمَةً لٰكِنَّهَا عَادِلَةٌ، لِذٰلِكَ أَحْبَبْتُ الرِّيَاضِيَّاتِ.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my Year 7 maths teacher · E: short, wore glasses · R: strict but fair — so I came to love maths.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مُعَلِّمًا أَعْجَبَكَ.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الشَّبَابَ يُقَارِنُونَ أَنْفُسَهُمْ بِالصُّوَرِ عَلَى الإِنْتَرْنِتْ؛ صَحِيحٌ أَنَّ المَظْهَرَ مُهِمٌّ فِي المُقَابَلَاتِ، غَيْرَ أَنَّ الشَّخْصِيَّةَ أَهَمُّ بِكَثِيرٍ.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young people compare themselves with online photos · concession: appearance matters in interviews, but personality matters far more.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المَظْهَرُ مُهِمٌّ أَكْثَرَ مِنَ اللَّازِمِ اليَوْمَ؟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TB-L03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TB-L03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TB-L03 · Speaking Practice Room — Appearance and Personality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2026-10-25T14:23:53Z</dcterms:created>
  <dcterms:modified xsi:type="dcterms:W3CDTF">2026-10-25T14:23:53Z</dcterms:modified>
</cp:coreProperties>
</file>