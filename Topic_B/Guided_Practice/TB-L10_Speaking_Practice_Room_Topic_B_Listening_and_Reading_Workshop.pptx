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10 (Topic B mixed practice — new neighbours, TB-L10) — new role plays and questions (not the ones in the Exam Practice workshop), using the lesson’s language (mixed Topic B: profiles, family, description, home and hobbies; reference with attached pronouns (-hu / -hā / -hum); agreement; welcoming phrases).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تَسْكُنِينَ · عَائِلَتِكِ · تَعْرِفِينَ.
Topic B mix: welcoming (ahlan wa-sahlan biki — to a woman) · family (wālidayya, ukhtayya — dual + my) · places (bi-jānibi) · hobbies · description and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رَأْيُكِ · تَسْتَطِيعِينَ · تَفْعَلِي · حَضَرْتِ · تَقُولِينَ.
Topic B mix at Stretch level: opinions with reasons · astaṭīʿu an … wa-an … · hobbies (verbal nouns) · past experience ·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Mixed Topic B: New Neighbours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الجِيرَانُ الجُدُدُ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 using all of Topic B: a word warm-up, the answer ladder, two new role plays (welcoming a new neighbour, a neighbourhood street party), a topic conversation with A-R-E-T, and a one-minute talk about the people who live near them.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Neighbours and welcomes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الجِيرَانُ وَالتَّرْحِيبُ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neighbour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jā-run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جِيرَانٌ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جَارٌ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انْتَقَلُوا إِلَى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they moved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an-ta-qa-lū i-lā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انْتَقَلْنَا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انْتَقَلَتْ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انْتَقَلَ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impressions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يَبْدُو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seems / looks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yab-dū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تَبْدُو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reference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عِنْدَهُمْ …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they have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ʿin-da-hum …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عِنْدَهَا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reference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أَوْلَادُهُمْ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their children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aw-lā-du-hum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أَوْلَادُهَا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أَوْلَادُهُ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مُرَحِّبٌ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welcoming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mu-raḥ-ḥi-bun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مُرَحِّبُونَ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مُرَحِّبَةٌ</a:t>
            </a:r>
            <a:endParaRPr lang="ar-SA" sz="150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مُرَحِّبٌ</a:t>
            </a:r>
            <a:endParaRPr lang="ar-SA" sz="150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Describing and helping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الوَصْفُ وَالمُسَاعَدَةُ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greeting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بِكُمْ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welcome (to you all)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ah-lan wa-sah-lan bi-kum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بِكِ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past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نَتَعَرَّفُ عَلَى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get to know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na-ta-ʿar-ra-fu ʿa-lā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تَعَرَّفْنَا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أَتَعَرَّفُ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· they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يُشْبِهُ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looks like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yush-bi-hu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يُشْبِهُونَ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تُشْبِهُ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kind, nice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la-ṭī-fun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لُطَفَاءُ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help · can I help?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مُسَاعَدَةٌ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help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mu-sā-ʿa-da-tun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can I help?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أُسَاعِدُكُمْ؟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help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أُسَاعِدُ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polite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تَفَضَّلُوا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please come in (pl.)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ta-faḍ-ḍa-lū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تَفَضَّلِي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“Describe your neighbours.”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جِيرَانَكَ.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جِيرَانُنَا عَائِلَةٌ لَطِيفَةٌ.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Our neighbours are a kind family.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جِيرَانُنَا عَائِلَةٌ لَطِيفَةٌ، لِأَنَّهُمْ يُسَاعِدُونَنَا دَائِمًا.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they always help us.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عِنْدَهُمْ وَلَدَانِ، وَأَلْعَبُ مَعَهُمَا كُرَةَ القَدَمِ فِي الشَّارِعِ.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they have two boys, and I play football with them in the street.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وَعِنْدَمَا كُنَّا مُسَافِرِينَ، سَقَوْا حَدِيقَتَنَا؛ فَالجَارُ الطَّيِّبُ فِي رَأْيِي مِثْلُ الأَخِ.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when we were away they watered our garden — in my opinion a good neighbour is like a brother.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قَبْلَ ذٰلِكَ كُنَّا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وَأُحِبُّهُ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هُنَا مُنْذُ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تَسْكُنُ فِي حَيِّكَ؟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مَرَّةً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تَعْرِفُ جِيرَانَكَ جَيِّدًا؟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وَسَأَدْعُوهُ إِلَى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وَأُعْطِيهِ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أَقُولُ لَهُ: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تُرَحِّبُ بِجَارٍ جَدِيدٍ؟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وَأَتَمَنَّى أَنْ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لِذٰلِكَ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/ لَا يُوجَدُ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حَيِّكَ لِلشَّبَابِ؟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Welcoming a new neighbour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نُرَحِّبُ بِجَارَتِنَا الجَدِيدَةِ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 ← أَهْلًا وَسَهْلًا! اسْمِي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 her and introduce yourself.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أَنَا جَارَتُكُمُ الجَدِيدَةُ.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أَسْكُنُ مَعَ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family briefly.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تَسْكُنُ هُنَا مَعَ عَائِلَتِكَ؟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السُّوقُ … بِجَانِبِ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directions to the shop.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أَقْرَبُ سُوقٍ؟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اقْتِرَاحٌ ← يُمْكِنُ أَنْ نَلْعَبَ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an activity with her son.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ابْنٌ عُمْرُهُ أَرْبَعَ عَشْرَةَ سَنَةً.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… / لَا، لٰكِنْ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تَعْرِفُ طَبِيبًا جَيِّدًا هُنَا؟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next door · Leader = a new neighbour (a woman who has just moved in).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Planning a street party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حَفْلَةُ الشَّارِعِ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and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نُنَظِّمَ حَفْلَةً لِلْجِيرَانِ. مَا رَأْيُكَ؟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Offer two things, linked to your hobbies.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تَسْتَطِيعُ أَنْ تَفْعَلَ؟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past experience.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حَضَرْتَ حَفْلَةً مِثْلَهَا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practical questions.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سَتَكُونُ الحَفْلَةُ يَوْمَ السَّبْتِ.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 بَعْضُ الجِيرَانِ، مَاذَا تَقُولُ لَهُمْ؟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young volunteer · Leader = the neighbourhood organiser.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مَوَاضِيعِ المِحْوَرِ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هُمْ؟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lives next to your home?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يَسْكُنُ بِجَانِبِ بَيْتِكَ؟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hobby?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هِوَايَتُكَ؟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وَشَخْصِيَّتُهُ؟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someone in your family.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فِي عَائِلَتِكَ.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spend your last holiday?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عُطْلَتَكَ الأَخِيرَةَ؟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people know their neighbours less than in the past?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يَعْرِفُ النَّاسُ جِيرَانَهُمُ اليَوْمَ أَقَلَّ مِنَ المَاضِي؟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وَمَنِ المَسْؤُولُ؟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would you make your area a better place?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تَجْعَلُ حَيَّكَ مَكَانًا أَفْضَلَ؟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the people near 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النَّاسُ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the people who live near you: who they are, what they look like and are like, what you do together — and a time a neighbour helped you.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two neighbours — who, one appearance detail, one personality adjective each.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what you do together and a past story.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your area now and in the past, and give an opinion.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Topic B language: family, description, home and hobbies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referred back with pronouns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مَعَهُ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مَعَهَا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مَعَهُمْ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made agreements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بِكِ! اسْمِي يُوسُفُ، وَأَسْكُنُ فِي البَيْتِ رَقْمَ ١٢.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Welcome! My name is Yusuf, and I live at number 12.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أَنَا جَارَتُكُمُ الجَدِيدَةُ.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أَسْكُنُ مَعَ وَالِدَيَّ وَأُخْتَيَّ.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live with my parents and my two sisters.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تَسْكُنُ هُنَا مَعَ عَائِلَتِكَ؟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السُّوقُ فِي آخِرِ الشَّارِعِ، بِجَانِبِ المَسْجِدِ.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shop is at the end of the street, next to the mosque.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أَقْرَبُ سُوقٍ؟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يُمْكِنُ أَنْ نَلْعَبَ كُرَةَ السَّلَّةِ مَعًا فِي النَّادِي.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We can play basketball together at the club.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ابْنٌ عُمْرُهُ أَرْبَعَ عَشْرَةَ سَنَةً.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الدُّكْتُورَةُ سَارَةُ لَطِيفَةٌ جِدًّا، وَعِيَادَتُهَا قَرِيبَةٌ.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Dr Sara is very kind, and her clinic is close.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تَعْرِفُ طَبِيبًا جَيِّدًا هُنَا؟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مُمْتَازَةٌ، لِأَنَّ كَثِيرًا مِنَ الجِيرَانِ لَا يَعْرِفُونَ بَعْضَهُمْ.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excellent idea, because many neighbours don’t know each other.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نُنَظِّمَ حَفْلَةً لِلْجِيرَانِ. مَا رَأْيُكَ؟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أَرْسُمَ المُلْصَقَاتِ، لِأَنَّ الرَّسْمَ هِوَايَتِي، وَأَنْ أُنَظِّمَ الأَلْعَابَ لِلْأَطْفَالِ.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draw the posters, because drawing is my hobby, and organise games for the children.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تَسْتَطِيعُ أَنْ تَفْعَلَ؟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حَيِّنَا القَدِيمِ أَكَلْنَا مَعًا فِي الشَّارِعِ، وَتَعَرَّفْتُ عَلَى أَعَزِّ أَصْدِقَائِي هُنَاكَ.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in our old area we ate together in the street, and I met my best friend there.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حَضَرْتَ حَفْلَةً مِثْلَهَا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تَبْدَأُ؟ وَمَاذَا يُحْضِرُ كُلُّ بَيْتٍ؟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time does it start? And what does each house bring?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سَتَكُونُ الحَفْلَةُ يَوْمَ السَّبْتِ.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رَفَضُوا، لَقُلْتُ لَهُمْ إِنَّ الحَفْلَةَ فُرْصَةٌ لِنَتَعَارَفَ، وَلَدَعَوْتُهُمْ مَرَّةً ثَانِيَةً بِلُطْفٍ.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they refused, I would tell them the party is a chance to get to know each other, and invite them again kindly.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 بَعْضُ الجِيرَانِ، مَاذَا تَقُولُ لَهُمْ؟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خَالِي طَوِيلٌ وَشَعْرُهُ رَمَادِيٌّ، وَهُوَ مَرِحٌ جِدًّا، لِأَنَّهُ يَحْكِي النُّكَتَ دَائِمًا؛ يَعْمَلُ طَبَّاخًا، وَفِي الصَّيْفِ القَادِمِ سَيُعَلِّمُنِي كَيْفَ أَطْبُخُ الكُسْكُسَ.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my uncle is tall with grey hair, and very funny · R: always telling jokes · E: he is a cook · T: next summer he’ll teach me couscous.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فِي عَائِلَتِكَ.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قَضَيْتُهَا فِي البَيْتِ، لِأَنَّ أُمِّي كَانَتْ مَرِيضَةً؛ لٰكِنِّي رَسَمْتُ كَثِيرًا، وَقَرَأْتُ ثَلَاثَ رِوَايَاتٍ، وَزَارَنَا جِيرَانُنَا كُلَّ يَوْمٍ، فَلَمْ أَشْعُرْ بِالمَلَلِ.</a:t>
            </a:r>
            <a:endParaRPr lang="ar-SA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at home · R: my mum was ill · E: I drew a lot, read three novels and our neighbours visited daily — I wasn’t bored.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عُطْلَتَكَ الأَخِيرَةَ؟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النَّاسَ مَشْغُولُونَ وَيَنْتَقِلُونَ كَثِيرًا؛ كَانَ جَدِّي يَعْرِفُ كُلَّ الحَيِّ، أَمَّا نَحْنُ فَنَعْرِفُ جَارَيْنِ فَقَطْ، وَهٰذَا مُؤْسِفٌ.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people are busy and move often · contrast: grandpa knew the whole area, whereas we know only two neighbours — a pity.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يَعْرِفُ النَّاسُ جِيرَانَهُمُ اليَوْمَ أَقَلَّ مِنَ المَاضِي؟</a:t>
            </a:r>
            <a:endParaRPr lang="ar-SA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TB-L10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TB-L10 · Speaking Practice Room — Mixed Topic B: New Neighbours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2026-10-25T14:42:28Z</dcterms:created>
  <dcterms:modified xsi:type="dcterms:W3CDTF">2026-10-25T14:42:28Z</dcterms:modified>
</cp:coreProperties>
</file>