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11 (Topic B mixed practice — all about me, TB-L11).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This form uses every Topic B lesson. Model answers are a girl’s (biriṭāniyya, maraḥa).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عَرِّفِي (introduce) · صِفِي (describe) · مَا (what) · مَاذَا (what) — bullet 3 is PAST, bullet 4 is an idhā + FUTURE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every Topic B area, linked with lākinna, ammā … fa- and ʿindamā; three time frames; a dual (sarīrāni).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(141 words). Full-mark model: a double law … la- hook, relative clauses, a concession, ammā … fa-, lam akun, a vivid past paragraph, aṣbaḥtu uʾminu bi-anna, aḥlumu bi-an.
ENGLISH SUMMARY (read aloud or paste in the chat for Core students): If you asked my mum about me, she’d say “the boy who never sits still”; my friends would say I’m the one who always listens — both are true, and that mix is what makes me me → Omar, born in Cairo, in Birmingham for ten years, sharing a room with my brother in a small house; it is true that’s annoying sometimes, but it taught me patience and organisation; as for my free time, it’s split between the football pitch and my grandmother’s kitchen, where she taught me the secrets of koshari → I wasn’t always like this: a shy child silent in class; last year my teacher encouraged me to join drama; I stood before three hundred people, forgot half my lines, but the audience applauded for a long time, and I saw Mum in the front row crying with joy → that night changed me: fear shrinks when we face it; I’ll study culinary arts and dream of a restaurant joining Cairo’s kitchen with Birmingham’s spirit.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a three-verb list, kāna + present vs ammā … fa-, mā yuẓhiruhu wa-mā yukhfīhi, a personal experiment, a concession with a passive (tubnā), and a conditional.
ENGLISH SUMMARY (read aloud or paste in the chat for Core students): Young people today live in a world utterly different from their parents’: learning, playing and making friends through screens, sometimes carrying two or three cultures at once → in the past a teenager knew all his neighbours and spent time in the street or club, with a clear identity — son of this family, this area; as for today, each of us builds an image on social media, choosing what to show and what to hide → I noticed this in myself: two years ago I posted photos daily and waited anxiously for likes; then I stopped for a whole month — read three novels, learned sewing from my grandmother, and felt I knew myself better, and that my worth isn’t measured in likes → it is true technology opens doors that didn’t exist, but real identity is built in family, friendship and experience; “if every young person kept time for themselves away from the screen, they would discover they have more than they show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Mixed Topic B: All About 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هٰذَا أَنَا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using all of Topic B, with a focus on cohesion and self-editing: an exchange application form, a personal statement email, and an extended piece about who you are or about growing up today.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TB-L11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personal statement email.</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EDITING CHECKLIST — read your work three times: (1) verbs: right person and tense; (2) agreement: every adjective, number and pronoun; (3) linking: at least four different linking words. Then count your words.</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يَصِفُنِي أَصْدِقَائِي بِأَنِّي …</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friends describe me as …</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بِالإِضَافَةِ إِلَى ذٰلِكَ … · وَلِذٰلِكَ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 addition … · and so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إِذَا قَبِلْتُمُونِي، فَسَأَكُونُ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you accept me, I will be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Youth exchange application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طَلَبُ المُشَارَكَةِ فِي بَرْنَامَجِ التَّبَادُلِ</a:t>
            </a:r>
            <a:endParaRPr lang="ar-SA" sz="27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age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وَالعُمْرُ</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 and place of birth</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 وَمَكَانُ المِيلَادِ</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members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أَفْرَادُ الأُسْرَةِ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home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السَّكَنِ</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personality words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ثَلَاثُ صِفَاتٍ لِشَخْصِيَّتِكَ</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hobbies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هِوَايَاتُكَ</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previous travel experience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تَجْرِبَةُ سَفَرٍ سَابِقَةٌ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will offer your host family</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سَتُقَدِّمُ لِلْأُسْرَةِ المُضِيفَةِ؟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future sentence. Then EDIT: check agreement in boxes 2 and 5.</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Youth exchange application: model answers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Reem Ahmed, sixteen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رِيمُ أَحْمَدُ، سِتَّ عَشْرَةَ سَنَةً</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وَالعُمْرُ</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British, London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بِرِيطَانِيَّةٌ، لَنْدَنُ</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الجِنْسِيَّةُ وَمَكَانُ المِيلَادِ</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father, mother and a little brother</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وَأُمِّي وَأَخٌ صَغِيرٌ</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أَفْرَادُ الأُسْرَةِ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third-floor flat</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شَقَّةٌ فِي الطَّابِقِ الثَّالِثِ</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السَّكَنِ</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cheerful, organised, patient</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مَرِحَةٌ وَمُنَظَّمَةٌ وَصَبُورَةٌ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ثَلَاثُ صِفَاتٍ لِشَخْصِيَّتِكَ</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drawing and swimming</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الرَّسْمُ وَالسِّبَاحَةُ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هِوَايَاتُكَ</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visiting Morocco last summer</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زِيَارَةُ المَغْرِبِ فِي الصَّيْفِ المَاضِي</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تَجْرِبَةُ سَفَرٍ سَابِقَةٌ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help at home and teach their children English.</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سَأُسَاعِدُ فِي البَيْتِ، وَسَأُعَلِّمُ أَوْلَادَهُمُ الإِنْجِلِيزِيَّةَ.</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سَتُقَدِّمُ لِلْأُسْرَةِ المُضِيفَةِ؟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why choose 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تَقْدِيمٍ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are applying for an exchange programme in an Arab country. Write an email in Arabic of about 80–90 words. You must include: • yourself, your family and where you live • your personality and your hobbies • an experience that made you want to take part • what you will do if they accept you.</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different linking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Edited: verbs, agreement, word count.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وَأَسْكُنُ فِي … مَعَ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live in … with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يَصِفُنِي أَصْدِقَائِي بِأَنِّي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friends describe me as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المَاضِي … وَلِذٰلِكَ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summer … and so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قَبِلْتُمُونِي، سَأُسَاعِدُ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you accept me, I will help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applying for an exchange: write an email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تَتَقَدَّمِينَ لِبَرْنَامَجِ تَبَادُلٍ فِي بَلَدٍ عَرَبِيٍّ. اكْتُبِي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Yourself, your family, where you live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عَرِّفِي بِنَفْسِكِ وَأُسْرَتِكِ وَمَكَانِ سَكَنِكِ.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personality and hobbies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صِفِي شَخْصِيَّتَكِ وَهِوَايَاتِكِ.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experience that made you want to take part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التَّجْرِبَةُ الَّتِي جَعَلَتْكِ تُرِيدِينَ المُشَارَكَةَ؟</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do if accepted</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سَتَفْعَلِينَ إِذَا قَبِلُوكِ؟</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 (formal greeting)</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السَّلَامُ عَلَيْكُمْ،</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 I am …, and I live in … with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______ ، وَعُمْرِي ______ ، وَأَسْكُنُ فِي ______ مَعَ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 and …, and I like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______ وَ ______ ، وَأُحِبُّ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 I …, so I want to take part.</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______ المَاضِي ______ ، لِذٰلِكَ أُرِيدُ أَنْ أُشَارِكَ.</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accept me, I will help … and I will learn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قَبِلْتُمُونِي، سَأُسَاعِدُ ______ وَسَأَتَعَلَّمُ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السَّلَامُ عَلَيْكُمْ،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اسْمِي رِيمُ، وَعُمْرِي سِتَّ عَشْرَةَ سَنَةً، وَأَسْكُنُ فِي لَنْدَنَ مَعَ أُسْرَتِي. أَبِي طَبِيبٌ، وَأُمِّي مُعَلِّمَةٌ، وَعِنْدِي أَخٌ صَغِيرٌ. أَنَا طَالِبَةٌ مَرِحَةٌ وَمُنَظَّمَةٌ، وَأُحِبُّ الرَّسْمَ وَالسِّبَاحَةَ. أَسْبَحُ ثَلَاثَ مَرَّاتٍ فِي الأُسْبُوعِ. فِي الصَّيْفِ المَاضِي سَافَرْتُ إِلَى المَغْرِبِ، وَتَكَلَّمْتُ العَرَبِيَّةَ مَعَ النَّاسِ، لِذٰلِكَ أُرِيدُ أَنْ أُشَارِكَ فِي البَرْنَامَجِ. إِذَا قَبِلْتُمُونِي، سَأُحَسِّنُ لُغَتِي وَسَأَتَعَرَّفُ عَلَى ثَقَافَةٍ جَدِيدَةٍ.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Reem, I am sixteen, and I live in London with my family. My dad is a doctor, my mum a teacher, and I have a little brother. I am a cheerful, organised student, and I like drawing and swimming. I swim three times a week. Last summer I travelled to Morocco and spoke Arabic with people, so I want to take part in the programme. If you accept me, I will improve my language and get to know a new culture. With thanks, Reem.”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أَسْكُنُ فِي لَنْدَنَ مَعَ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مَرِحَةٌ وَمُنَظَّمَةٌ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قَبِلْتُمُونِي، سَأُحَسِّنُ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السَّلَامُ عَلَيْكُمْ وَرَحْمَةُ اللّٰهِ،</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اسْمِي رِيمُ أَحْمَدُ، وَعُمْرِي سِتَّ عَشْرَةَ سَنَةً، وَأَسْكُنُ فِي حَيٍّ مُتَنَوِّعٍ فِي شَرْقِ لَنْدَنَ مَعَ وَالِدَيَّ وَأَخِيَ الصَّغِيرِ. يَصِفُنِي أَصْدِقَائِي بِأَنِّي مَرِحَةٌ وَمُنَظَّمَةٌ، كَمَا أَنِّي أُحِبُّ العَمَلَ فِي فَرِيقٍ. أَقْضِي وَقْتَ فَرَاغِي فِي الرَّسْمِ وَالسِّبَاحَةِ، وَبِالإِضَافَةِ إِلَى ذٰلِكَ أَتَطَوَّعُ فِي مَكْتَبَةِ الحَيِّ يَوْمَ السَّبْتِ. فِي الصَّيْفِ المَاضِي زُرْتُ المَغْرِبَ، فَاكْتَشَفْتُ أَنَّ عَرَبِيَّتِي تَكْفِي لِلتَّسَوُّقِ، لٰكِنَّهَا لَا تَكْفِي لِلْحِوَارِ الحَقِيقِيِّ، وَلِذٰلِكَ أَتَقَدَّمُ لِهٰذَا البَرْنَامَجِ. إِذَا قَبِلْتُمُونِي، فَسَأَكُونُ ضَيْفَةً مُحْتَرِمَةً، وَسَأُشَارِكُ أُسْرَتِيَ المُضِيفَةَ فِي كُلِّ أَنْشِطَتِهَا.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خَالِصِ الشُّكْرِ،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رِيمُ أَحْمَدُ</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and God’s mercy be upon you. My name is Reem Ahmed; I am sixteen and live in a diverse area of East London with my parents and little brother. My friends describe me as cheerful and organised, and I also love teamwork. I spend my free time drawing and swimming, and in addition I volunteer at the local library on Saturdays. Last summer I visited Morocco and discovered that my Arabic was enough for shopping but not for real conversation, and so I am applying for this programme. If you accept me, I will be a respectful guest and join my host family in all their activities. With sincere thanks, Reem Ahmed.”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يَصِفُنِي أَصْدِقَائِي بِأَنِّي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بِالإِضَافَةِ إِلَى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لٰكِنَّهَا لَا تَكْفِي … وَلِذٰلِكَ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قَبِلْتُمُونِي، فَسَأَكُونُ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هٰذَا أَنَا</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details, looks and personality · home, family and hobbies · an experience that changed you · your dreams for the future</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مَعْلُومَاتُكَ وَشَكْلُكَ وَشَخْصِيَّتُكَ · بَيْتُكَ وَأُسْرَتُكَ وَهِوَايَاتُكَ · تَجْرِبَةٌ غَيَّرَتْكَ · أَحْلَامُكَ لِلْمُسْتَقْبَلِ</a:t>
            </a:r>
            <a:endParaRPr lang="ar-SA" sz="15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Growing up today</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أَنْ تَكْبُرَ اليَوْمَ</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young people live today · past and present · a personal experience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كَيْفَ يَعِيشُ الشَّبَابُ اليَوْمَ؟ · المَاضِي وَالحَاضِرُ · تَجْرِبَةٌ شَخْصِيَّةٌ · رَأْيُكَ وَاقْتِرَاحُكَ</a:t>
            </a:r>
            <a:endParaRPr lang="ar-SA" sz="165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Hook + who you are — identity, looks, personality (TB-L01, L03); a hook with law … la- for Stretch.</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world — home, room, family, hobbies (TB-L02, L04–L08); link with ammā … fa-, bi-l-iḍāfa ilā dhālika.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turning point — a past story (TB-L09): kuntu …, fī s-sana l-māḍiya …, fa-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EDIT — sa- / aḥlumu bi-an …; then edit: verbs, agreement, linking words, word count.</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أَنَا هَادِئٌ، لٰكِنِّي مَرِحٌ مَعَ أَصْدِقَائِي.</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am calm, but fun with my friends.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عِنْدَمَا كُنْتُ صَغِيرًا، كُنْتُ خَجُولًا جِدًّا.</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when I was small, I was very shy.</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سَأَفْتَحُ مَطْعَمًا مِصْرِيًّا فِي لَنْدَنَ.</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open an Egyptian restaurant in London.</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اسْمِي عُمَرُ، وَعُمْرِي خَمْسَ عَشْرَةَ سَنَةً. وُلِدْتُ فِي القَاهِرَةِ، لٰكِنِّي أَسْكُنُ فِي بَرْمِنْغْهَامَ مُنْذُ عَشْرِ سَنَوَاتٍ. أَنَا طَوِيلٌ وَنَحِيفٌ، وَشَعْرِي أَسْوَدُ، وَعَيْنَايَ بُنِّيَّتَانِ. أَنَا هَادِئٌ وَمُجْتَهِدٌ، لٰكِنِّي مَرِحٌ مَعَ أَصْدِقَائِي.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أَسْكُنُ مَعَ أُسْرَتِي فِي بَيْتٍ صَغِيرٍ، فِيهِ ثَلَاثُ غُرَفِ نَوْمٍ. أُشَارِكُ غُرْفَتِي مَعَ أَخِي الصَّغِيرِ. غُرْفَتُنَا زَرْقَاءُ، وَفِيهَا سَرِيرَانِ وَمَكْتَبٌ. أَمَّا هِوَايَاتِي فَهِيَ كُرَةُ القَدَمِ وَالطَّبْخُ، وَأَلْعَبُ مَعَ فَرِيقِ المَدْرَسَةِ مَرَّتَيْنِ فِي الأُسْبُوعِ.</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عِنْدَمَا كُنْتُ صَغِيرًا، كُنْتُ خَجُولًا جِدًّا. فِي السَّنَةِ المَاضِيَةِ انْضَمَمْتُ إِلَى نَادِي المَسْرَحِ، وَمَثَّلْتُ فِي مَسْرَحِيَّةٍ أَمَامَ المَدْرَسَةِ كُلِّهَا. كَانَتْ تَجْرِبَةً رَائِعَةً، وَأَصْبَحْتُ أَكْثَرَ ثِقَةً، وَالآنَ أَتَكَلَّمُ فِي الصَّفِّ بِدُونِ خَوْفٍ.</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أُسْرَتِي وَأَصْدِقَائِي أَهَمُّ شَيْءٍ فِي حَيَاتِي. فِي المُسْتَقْبَلِ أُرِيدُ أَنْ أَكُونَ طَبَّاخًا مَشْهُورًا، وَسَأَفْتَحُ مَطْعَمًا مِصْرِيًّا فِي لَنْدَنَ.</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Omar, 15, born in Cairo, in Birmingham for ten years; tall, thin, black hair, brown eyes; calm and hard-working but fun with friends → a small house with three bedrooms; I share a blue room with my little brother — two beds and a desk; as for hobbies, football and cooking; school team twice a week → as a child I was very shy; last year I joined the drama club and acted in front of the whole school — a great experience, and I became more confident — now I speak in class without fear → family and friends matter most; I want to be a famous chef and will open an Egyptian restaurant in London.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لٰكِنِّي أَسْكُنُ … مُنْذُ</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هِوَايَاتِي فَهِيَ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خَجُولًا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سَأَفْتَحُ</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لَوْ سَأَلْتَ أُمِّي عَنِّي، لَقَالَتْ إِنِّي «الوَلَدُ الَّذِي لَا يَجْلِسُ أَبَدًا»، وَلَوْ سَأَلْتَ أَصْدِقَائِي، لَقَالُوا إِنِّي الصَّدِيقُ الَّذِي يَسْمَعُ دَائِمًا. أَظُنُّ أَنَّ الاثْنَيْنِ صَحِيحَانِ، وَأَنَّ هٰذَا الخَلِيطَ هُوَ مَا يَجْعَلُنِي أَنَا.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اسْمِي عُمَرُ، وُلِدْتُ فِي القَاهِرَةِ، وَأَسْكُنُ فِي بَرْمِنْغْهَامَ مُنْذُ عَشْرِ سَنَوَاتٍ، فِي بَيْتٍ صَغِيرٍ أُشَارِكُ فِيهِ غُرْفَتِي مَعَ أَخِي. صَحِيحٌ أَنَّ ذٰلِكَ مُزْعِجٌ أَحْيَانًا، غَيْرَ أَنَّهُ عَلَّمَنِي الصَّبْرَ وَالتَّنْظِيمَ. أَمَّا وَقْتُ فَرَاغِي فَأَقْضِيهِ بَيْنَ مَلْعَبِ كُرَةِ القَدَمِ وَمَطْبَخِ جَدَّتِي، الَّتِي عَلَّمَتْنِي أَسْرَارَ الكُشَرِيِّ.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لَمْ أَكُنْ هٰكَذَا دَائِمًا؛ فَقَدْ كُنْتُ طِفْلًا خَجُولًا لَا يَتَكَلَّمُ فِي الصَّفِّ. وَفِي السَّنَةِ المَاضِيَةِ شَجَّعَنِي مُعَلِّمِي عَلَى الانْضِمَامِ إِلَى نَادِي المَسْرَحِ، فَوَقَفْتُ أَمَامَ ثَلَاثِمِئَةِ شَخْصٍ، وَنَسِيتُ نِصْفَ كَلَامِي، لٰكِنَّ الجُمْهُورَ صَفَّقَ لِي طَوِيلًا، وَرَأَيْتُ أُمِّي فِي الصَّفِّ الأَوَّلِ تَبْكِي مِنَ الفَرَحِ.</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تِلْكَ اللَّيْلَةُ غَيَّرَتْنِي، فَأَصْبَحْتُ أُؤْمِنُ بِأَنَّ الخَوْفَ يَصْغُرُ عِنْدَمَا نُوَاجِهُهُ. فِي المُسْتَقْبَلِ سَأَدْرُسُ فُنُونَ الطَّبْخِ، وَأَحْلُمُ بِأَنْ أَفْتَحَ مَطْعَمًا يَجْمَعُ بَيْنَ مَطْبَخِ القَاهِرَةِ وَرُوحِ بَرْمِنْغْهَامَ.</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سَأَلْتَ … لَقَالَتْ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صَحِيحٌ أَنَّ … غَيْرَ أَنَّهُ</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أَكُنْ هٰكَذَا دَائِمًا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أَحْلُمُ بِأَنْ أَفْتَحَ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Q3 (</a:t>
            </a:r>
            <a:pPr algn="l" indent="0" marL="0">
              <a:buNone/>
            </a:pPr>
            <a:r>
              <a:rPr lang="ar-SA" altLang="en-US" sz="3000" b="1" dirty="0">
                <a:solidFill>
                  <a:srgbClr val="1B3B6F"/>
                </a:solidFill>
                <a:latin typeface="Amiri" pitchFamily="2" charset="-78"/>
                <a:ea typeface="Amiri" pitchFamily="2" charset="-78"/>
                <a:cs typeface="Amiri" pitchFamily="2" charset="-78"/>
              </a:rPr>
              <a:t>ب</a:t>
            </a:r>
            <a:pPr algn="l" indent="0" marL="0">
              <a:buNone/>
            </a:pPr>
            <a:r>
              <a:rPr lang="en-US" sz="2300" b="1" dirty="0">
                <a:solidFill>
                  <a:srgbClr val="1B3B6F"/>
                </a:solidFill>
                <a:latin typeface="Cambria" pitchFamily="34" charset="0"/>
                <a:cs typeface="Amiri" pitchFamily="2" charset="-78"/>
              </a:rPr>
              <a:t>) full-mark model: growing up today</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يَعِيشُ الشَّبَابُ اليَوْمَ فِي عَالَمٍ مُخْتَلِفٍ تَمَامًا عَنْ عَالَمِ آبَائِهِمْ؛ فَهُمْ يَتَعَلَّمُونَ وَيَلْعَبُونَ وَيَتَعَرَّفُونَ عَلَى أَصْدِقَائِهِمْ عَبْرَ الشَّاشَاتِ، وَيَحْمِلُونَ أَحْيَانًا ثَقَافَتَيْنِ أَوْ ثَلَاثًا فِي آنٍ وَاحِدٍ.</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 المُرَاهِقُ يَعْرِفُ جِيرَانَهُ كُلَّهُمْ، وَيَقْضِي وَقْتَهُ فِي الشَّارِعِ أَوِ النَّادِي، وَكَانَتْ هُوِيَّتُهُ وَاضِحَةً: ابْنُ هٰذِهِ العَائِلَةِ وَهٰذَا الحَيِّ. أَمَّا اليَوْمَ فَيَبْنِي كُلٌّ مِنَّا صُورَتَهُ عَلَى وَسَائِلِ التَّوَاصُلِ، فَيَخْتَارُ مَا يُظْهِرُهُ وَمَا يُخْفِيهِ.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لَاحَظْتُ ذٰلِكَ فِي نَفْسِي؛ فَقَبْلَ سَنَتَيْنِ كُنْتُ أَنْشُرُ صُوَرِي يَوْمِيًّا، وَأَنْتَظِرُ الإِعْجَابَاتِ بِقَلَقٍ. ثُمَّ قَرَّرْتُ أَنْ أَتَوَقَّفَ شَهْرًا كَامِلًا، فَقَرَأْتُ ثَلَاثَ رِوَايَاتٍ، وَتَعَلَّمْتُ الخِيَاطَةَ مِنْ جَدَّتِي، وَشَعَرْتُ أَنِّي أَعْرِفُ نَفْسِي أَكْثَرَ، وَأَنَّ قِيمَتِي لَا تُقَاسُ بِعَدَدِ الإِعْجَابَاتِ.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التِّكْنُولُوجْيَا تَفْتَحُ لِلشَّبَابِ أَبْوَابًا لَمْ تَكُنْ مَوْجُودَةً، غَيْرَ أَنَّ الهُوِيَّةَ الحَقِيقِيَّةَ تُبْنَى فِي العَائِلَةِ وَالصَّدَاقَةِ وَالتَّجْرِبَةِ. وَلَوْ خَصَّصَ كُلُّ شَابٍّ وَقْتًا لِنَفْسِهِ بَعِيدًا عَنِ الشَّاشَةِ، لَاكْتَشَفَ أَنَّ لَدَيْهِ أَكْثَرَ مِمَّا يُظْهِرُهُ لِلْعَالَمِ.</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فِي آنٍ وَاحِدٍ</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اليَوْمَ فَيَبْنِي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قَرَّرْتُ أَنْ أَتَوَقَّفَ</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خَصَّصَ … لَاكْتَشَفَ</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agreement checked (m. / f.).</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formal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four different linking words, past + present + future.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I edited for verbs, agreement and word count.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hook, ammā … fa-, a concession and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TB-L12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TB-L11 · Writing Workshop — Mixed Topic B: All About Me</dc:title>
  <dc:subject>PptxGenJS Presentation</dc:subject>
  <dc:creator>Al Madina Online School · Arabic Department</dc:creator>
  <cp:lastModifiedBy>Al Madina Online School · Arabic Department</cp:lastModifiedBy>
  <cp:revision>1</cp:revision>
  <dcterms:created xsi:type="dcterms:W3CDTF">2026-10-11T09:21:58Z</dcterms:created>
  <dcterms:modified xsi:type="dcterms:W3CDTF">2026-10-11T09:21:58Z</dcterms:modified>
</cp:coreProperties>
</file>