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B, Lesson 3 (Appearance and Personality, TB-L03).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3 is a dual (ʿasaliyyatāni). Box 6 = lastu + accusative.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words: كَيْفَ (what … like) · مَاذَا (what) — bullet 3 is PAST (faʿalat = she did); bullet 4 is the DUAL future (satafʿalāni = you two will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(55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(81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(112 words). Core model: alladhī, appearance with colours (abyaḍ / bayḍāʾ), laysa … bal, kāna + present, an opinion and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(133 words). Full-mark model: dūna an, laysa … wa-lā … bal, a superlative-style focus (akthar mā yumayyizuhu), ammā … fa-, kaʾanna, lam + jussive, direct speech, a concession and law … la-.
ENGLISH SUMMARY (read aloud or paste in the chat for Core students): Some people leave a mark without knowing — like my swimming coach, Captain Mazin: not tall or muscular as people imagine coaches, but short and thin with a constant smile, short grey hair and a calm voice that reassures the little ones before races → his patience stands out: he never raises his voice even when we keep making mistakes; as for when we succeed, he celebrates as if he had won, and tells all the parents about us with pride → last winter I lost an important race and cried in front of everyone; he didn’t blame me but sat beside me: “Losing is a lesson, not an end.” Two months later I won first place in the same championship, and he was the first to hug me → it is true a coach teaches swimming, but he taught me patience and self-confidence; “if I became a coach one day, I would treat my students as he treated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(133 words). Full-mark model for the Stretch title: mimmā, kāna + present vs ammā … fa-, qabla an, a superlative, a concession with hiya allatī and a conditional.
ENGLISH SUMMARY (read aloud or paste in the chat for Core students): Today’s world cares greatly about looks: adverts and social media show perfect faces, leaving many young people unhappy with how they look and spending a lot on clothes and cosmetics → in the past people judged someone by character and reputation in the neighbourhood; as for today, they often judge from one online photo before hearing a word or knowing their story → my lesson: a new girl in simple clothes was ignored at first, then we found she was the cleverest student in school and volunteers weekly in a care home — we were all ashamed of our quick judgement → it is true a neat appearance makes a good impression, but personality stays in people’s memory; “if we learned to listen before judging, we would discover many treasures in the people around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EXAM PRACTICE  ·  TB-L03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Appearance and Personality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وَرْشَةُ الكِتَابَةِ — المَظْهَرُ وَالشَّخْصِيَّةُ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“find a friend” profile, write an email describing a new friend, and write an extended piece about someone you admire or about looks and personality.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TB-L03 · Advanced Topic B · Personal and Social Life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TB-L03</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describing a new friend.</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TB-L03</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every adjective agrees with the person (ṭawīl / ṭawīla); laysa / laysat + accusative (laysat maghrūratan); alladhī for a man, allatī for a woman; dual eyes (ʿaynāhā).</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cs typeface="Amiri" pitchFamily="2" charset="-78"/>
              </a:rPr>
              <a:t>الطَّالِبَةُ الجَدِيدَةُ الَّتِي أَصْبَحَتْ صَدِيقَتِي</a:t>
            </a:r>
            <a:endParaRPr lang="ar-SA" sz="275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new student who became my friend</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لَيْسَتْ مَغْرُورَةً، بَلْ خَجُولَةٌ فَقَطْ</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she isn’t arrogant — just shy</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ظَنَنْتُ أَنَّهَا … لٰكِنِّي اكْتَشَفْتُ أَنَّهَا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thought she was … but I discovered she was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School buddy-scheme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مَلَفُّ بَرْنَامَجِ الأَصْدِقَاءِ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and class</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الاسْمُ وَالصَّفُّ</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Hair colour</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لَوْنُ الشَّعْرِ</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Eye colour</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لَوْنُ العَيْنَيْنِ</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Height (tall / short / medium)</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الطُّولُ (طَوِيلٌ / قَصِيرٌ / مُتَوَسِّطٌ)</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personality adjectives</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ثَلَاثُ صِفَاتٍ لِشَخْصِيَّتِكَ</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quality you are NOT</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صِفَةٌ لَسْتَ عَلَيْهَا</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kind of friend you are looking for</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نَوْعُ الصَّدِيقِ الَّذِي تَبْحَثُ عَنْهُ</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what your friends say about you</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جُمْلَةٌ: مَاذَا يَقُولُ عَنْكَ أَصْدِقَاؤُكَ؟</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allatī / alladhī.</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School buddy-scheme profile: model answers</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Layla Omar, Year 10</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لَيْلَى عُمَرُ، الصَّفُّ العَاشِرُ</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الاسْمُ وَالصَّفُّ</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brown</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بُنِّيٌّ</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لَوْنُ الشَّعْرِ</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hazel</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عَسَلِيَّتَانِ</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لَوْنُ العَيْنَيْنِ</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medium height</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مُتَوَسِّطَةُ الطُّولِ</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الطُّولُ (طَوِيلٌ / قَصِيرٌ / مُتَوَسِّطٌ)</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cheerful, patient, organised</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مَرِحَةٌ وَصَبُورَةٌ وَمُنَظَّمَةٌ</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ثَلَاثُ صِفَاتٍ لِشَخْصِيَّتِكَ</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am not lazy</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لَسْتُ كَسُولَةً</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صِفَةٌ لَسْتَ عَلَيْهَا</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honest friend who loves reading</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صَدِيقَةٌ صَادِقَةٌ تُحِبُّ القِرَاءَةَ</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نَوْعُ الصَّدِيقِ الَّذِي تَبْحَثُ عَنْهُ</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friends say I am the friend who always listens.</a:t>
            </a:r>
            <a:endParaRPr lang="en-US" sz="11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يَقُولُ أَصْدِقَائِي إِنِّي الصَّدِيقَةُ الَّتِي تَسْمَعُ دَائِمًا.</a:t>
            </a:r>
            <a:endParaRPr lang="ar-SA" sz="18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جُمْلَةٌ: مَاذَا يَقُولُ عَنْكَ أَصْدِقَاؤُكَ؟</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my new friend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رِسَالَةٌ عَنْ صَدِيقَتِي الجَدِيدَةِ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TB-L03</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You have made a new friend at school. Write an email in Arabic to your friend of about 80–90 words. You must include: • what your new friend looks like • what she is like (personality) • something she did for you recently • what you will do together soon.</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Feminine agreement every time.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laysat + accusative, or allatī.</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AND a future sentence.</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هِيَ طَوِيلَةٌ وَشَعْرُهَا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she is tall and her hair is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هِيَ لَيْسَتْ … بَلْ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she isn’t … but rather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أَمْسِ سَاعَدَتْنِي فِي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yesterday she helped me with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سَنَذْهَبُ مَعًا إِلَى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will go together to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made a new friend: write to your friend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تَعَرَّفْتِ إِلَى صَدِيقَةٍ جَدِيدَةٍ. اكْتُبِي رِسَالَةً إِلَى صَدِيقَتِكِ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she looks like</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كَيْفَ شَكْلُ صَدِيقَتِكِ الجَدِيدَةِ؟</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Her personality</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كَيْفَ شَخْصِيَّتُهَا؟</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Something she did for you recently</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مَاذَا فَعَلَتْ لَكِ مُؤَخَّرًا؟</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will do together soon</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مَاذَا سَتَفْعَلَانِ مَعًا قَرِيبًا؟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have a new friend called … She is …, her hair is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عِنْدِي صَدِيقَةٌ جَدِيدَةٌ اسْمُهَا ______ . هِيَ ______ ، وَشَعْرُهَا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is … and …, but she is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هِيَ ______ وَ ______ ، لٰكِنَّهَا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she …, so I thanked her.</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أَمْسِ ______ ، فَشَكَرْتُهَا.</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the weekend we will go to … together.</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نِهَايَةِ الأُسْبُوعِ سَنَذْهَبُ إِلَى ______ مَعًا.</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Goodbye,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 السَّلَامَةِ،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cs typeface="Amiri" pitchFamily="2" charset="-78"/>
              </a:rPr>
              <a:t>مَرْحَبًا يَا نُورُ،</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كَيْفَ حَالُكِ؟ عِنْدِي صَدِيقَةٌ جَدِيدَةٌ فِي المَدْرَسَةِ اسْمُهَا رَانْيَا. هِيَ طَوِيلَةٌ وَنَحِيفَةٌ، وَشَعْرُهَا أَسْوَدُ وَطَوِيلٌ، وَعَيْنَاهَا خَضْرَاوَانِ. تَلْبَسُ نَظَّارَةً صَغِيرَةً. رَانْيَا لَطِيفَةٌ وَذَكِيَّةٌ، لٰكِنَّهَا خَجُولَةٌ قَلِيلًا. هِيَ لَيْسَتْ مَغْرُورَةً أَبَدًا. أَمْسِ سَاعَدَتْنِي فِي وَاجِبِ الرِّيَاضِيَّاتِ، فَشَكَرْتُهَا كَثِيرًا. فِي نِهَايَةِ الأُسْبُوعِ سَنَذْهَبُ إِلَى المَكْتَبَةِ مَعًا. أَتَمَنَّى أَنْ تَتَعَرَّفِي إِلَيْهَا قَرِيبًا!</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مَعَ السَّلَامَةِ،</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لَيْلَى</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Nour, how are you? I have a new friend at school called Rania. She is tall and thin, with long black hair and green eyes. She wears small glasses. Rania is kind and clever, but a little shy. She isn’t arrogant at all. Yesterday she helped me with my maths homework, so I thanked her a lot. At the weekend we will go to the library together. I hope you meet her soon! Goodbye, Layla.”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هِيَ طَوِيلَةٌ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عَيْنَاهَا خَضْرَاوَانِ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لَيْسَتْ مَغْرُورَةً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سَنَذْهَبُ</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عَزِيزَتِي نُورُ،</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تَحِيَّةً طَيِّبَةً، وَبَعْدُ، فَأُرِيدُ أَنْ أُحَدِّثَكِ عَنْ رَانْيَا، الطَّالِبَةِ الجَدِيدَةِ الَّتِي أَصْبَحَتْ صَدِيقَتِي المُقَرَّبَةَ. هِيَ طَوِيلَةٌ وَنَحِيفَةٌ، شَعْرُهَا أَسْوَدُ طَوِيلٌ، وَعَيْنَاهَا خَضْرَاوَانِ تَخْتَبِئَانِ خَلْفَ نَظَّارَةٍ صَغِيرَةٍ. فِي البِدَايَةِ ظَنَنْتُ أَنَّهَا مَغْرُورَةٌ، لِأَنَّهَا لَا تَتَكَلَّمُ كَثِيرًا، لٰكِنِّي اكْتَشَفْتُ أَنَّهَا لَيْسَتْ مَغْرُورَةً، بَلْ خَجُولَةٌ فَقَطْ. وَهِيَ أَيْضًا ذَكِيَّةٌ وَكَرِيمَةٌ؛ فَأَمْسِ بَقِيَتْ مَعِي بَعْدَ الدَّوَامِ سَاعَةً كَامِلَةً لِتَشْرَحَ لِي دَرْسَ الكِيمْيَاءِ الصَّعْبَ، وَلَمْ تَطْلُبْ شَيْئًا. فِي نِهَايَةِ الأُسْبُوعِ سَنَزُورُ المَكْتَبَةَ العَامَّةَ مَعًا، وَإِذَا جِئْتِ لِزِيَارَتِي فِي الصَّيْفِ، فَسَأُعَرِّفُكِ إِلَيْهَا.</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مَعَ مَحَبَّتِي،</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لَيْلَى</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Nour, greetings. I want to tell you about Rania, the new student who has become my close friend. She is tall and thin, with long black hair, and her green eyes hide behind small glasses. At first I thought she was arrogant because she doesn’t talk much, but I discovered she isn’t arrogant — just shy. She is also clever and generous: yesterday she stayed with me for a whole hour after school to explain the difficult chemistry lesson, and asked for nothing. At the weekend we will visit the public library together, and if you come to see me in the summer, I will introduce you to her. With love, Layla.”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الَّتِي أَصْبَحَتْ</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ظَنَنْتُ أَنَّهَا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لَيْسَتْ مَغْرُورَةً، بَلْ</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إِذَا جِئْتِ … فَسَأُعَرِّفُكِ</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Someone I admire</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شَخْصٌ أُعْجَبُ بِهِ</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they are; what they look like · their personality · a moment you won’t forget · what you learned from them</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600" b="1" dirty="0">
                <a:solidFill>
                  <a:srgbClr val="1B3B6F"/>
                </a:solidFill>
                <a:latin typeface="Amiri" pitchFamily="2" charset="-78"/>
                <a:cs typeface="Amiri" pitchFamily="2" charset="-78"/>
              </a:rPr>
              <a:t>مَنْ هُوَ؟ وَكَيْفَ شَكْلُهُ؟ · شَخْصِيَّتُهُ وَصِفَاتُهُ · مَوْقِفٌ لَا تَنْسَاهُ مَعَهُ · مَاذَا تَعَلَّمْتَ مِنْهُ؟</a:t>
            </a:r>
            <a:endParaRPr lang="ar-SA" sz="16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Looks or personality?</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المَظْهَرُ أَمِ الشَّخْصِيَّةُ؟</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People’s focus on looks today · past and present · an experience that taught you a lesson · your opinion and suggestion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cs typeface="Amiri" pitchFamily="2" charset="-78"/>
              </a:rPr>
              <a:t>اهْتِمَامُ النَّاسِ بِالمَظْهَرِ اليَوْمَ · المَاضِي وَالحَاضِرُ · تَجْرِبَةٌ عَلَّمَتْكَ دَرْسًا · رَأْيُكَ وَاقْتِرَاحُكَ</a:t>
            </a:r>
            <a:endParaRPr lang="ar-SA" sz="145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TB-L03</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Who + appearance — huwa / hiya …, shaʿruhu …, ʿaynāhu …: every adjective agrees.</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Personality — two or three traits, laysa … bal …, an example (mathalan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 moment — ʿindamā …, a past story; Stretch: lam yalumnī, bal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Lesson + future — taʿallamtu …, sa- …;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جَدِّي طَوِيلٌ، وَشَعْرُهُ أَبْيَضُ.</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my grandfather is tall, and his hair is white.</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350" b="1" dirty="0">
                <a:solidFill>
                  <a:srgbClr val="1B3B6F"/>
                </a:solidFill>
                <a:latin typeface="Amiri" pitchFamily="2" charset="-78"/>
                <a:cs typeface="Amiri" pitchFamily="2" charset="-78"/>
              </a:rPr>
              <a:t>عِنْدَمَا كُنْتُ صَغِيرًا، كَانَ يَأْخُذُنِي إِلَى المَسْجِدِ.</a:t>
            </a:r>
            <a:endParaRPr lang="ar-SA" sz="235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when I was small, he used to take me to the mosque.</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سَأَكُونُ صَبُورًا مِثْلَهُ.</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be patient like him.</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cs typeface="Amiri" pitchFamily="2" charset="-78"/>
              </a:rPr>
              <a:t>الشَّخْصُ الَّذِي أُعْجَبُ بِهِ كَثِيرًا هُوَ جَدِّي عَبْدُ اللّٰهِ. عُمْرُهُ سَبْعُونَ سَنَةً، وَهُوَ يَسْكُنُ مَعَنَا فِي البَيْتِ. جَدِّي طَوِيلٌ وَنَحِيفٌ، وَشَعْرُهُ أَبْيَضُ، وَلَهُ لِحْيَةٌ بَيْضَاءُ قَصِيرَةٌ. يَلْبَسُ نَظَّارَةً، وَيَمْشِي بِعَصًا خَشَبِيَّةٍ قَدِيمَةٍ، لِأَنَّ رِجْلَهُ تُؤْلِمُهُ أَحْيَانًا.</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جَدِّي هَادِئٌ وَصَبُورٌ وَكَرِيمٌ. هُوَ لَيْسَ صَارِمًا أَبَدًا، بَلْ يَضْحَكُ كَثِيرًا وَيَحْكِي لَنَا النُّكَتَ. كُلُّ النَّاسِ فِي الحَيِّ يُحِبُّونَهُ، لِأَنَّهُ يُسَاعِدُ الجَمِيعَ.</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عِنْدَمَا كُنْتُ صَغِيرًا، كَانَ جَدِّي يَأْخُذُنِي إِلَى المَسْجِدِ كُلَّ يَوْمِ جُمُعَةٍ. وَفِي السَّنَةِ المَاضِيَةِ عَلَّمَنِي كَيْفَ أَزْرَعُ الطَّمَاطِمَ فِي الحَدِيقَةِ. كَانَ ذٰلِكَ مُمْتِعًا جِدًّا، وَأَكَلْنَا الطَّمَاطِمَ مَعًا فِي الصَّيْفِ، وَكَانَتْ أَلَذَّ مِنْ طَمَاطِمِ السُّوقِ.</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فِي رَأْيِي، جَدِّي أَحْسَنُ رَجُلٍ فِي العَالَمِ. فِي المُسْتَقْبَلِ أُرِيدُ أَنْ أَكُونَ صَبُورًا وَكَرِيمًا مِثْلَهُ، وَسَأَزُورُهُ كُلَّ يَوْمٍ عِنْدَمَا أَكْبَرُ.</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Grandpa Abdullah, 70, lives with us; tall, thin, white hair and a short white beard; glasses and an old wooden stick because his leg sometimes hurts → calm, patient, generous; not strict at all — he laughs and tells jokes; everyone in the area loves him because he helps everyone → when I was small he took me to the mosque every Friday; last year he taught me to grow tomatoes, and we ate them together in summer — tastier than shop tomatoes → the best man in the world; I want to be patient and generous like him, and will visit him every day when I grow up.</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الشَّخْصُ الَّذِي أُعْجَبُ بِهِ</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لَيْسَ صَارِمًا أَبَدًا، بَلْ</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كَانَ جَدِّي يَأْخُذُنِي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أُرِيدُ أَنْ أَكُونَ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TB-L03</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هُنَاكَ أَشْخَاصٌ يَتْرُكُونَ أَثَرًا فِي حَيَاتِنَا دُونَ أَنْ يَشْعُرُوا، وَمِنْ هٰؤُلَاءِ مُدَرِّبِي فِي نَادِي السِّبَاحَةِ، الكَابْتِنُ مَازِنٌ. لَيْسَ طَوِيلًا وَلَا قَوِيَّ البِنْيَةِ كَمَا يَتَخَيَّلُ النَّاسُ المُدَرِّبِينَ، بَلْ هُوَ قَصِيرٌ وَنَحِيفٌ، وَلَهُ ابْتِسَامَةٌ لَا تُفَارِقُ وَجْهَهُ، وَشَعْرٌ رَمَادِيٌّ قَصِيرٌ، وَصَوْتٌ هَادِئٌ يُطَمْئِنُ الصِّغَارَ قَبْلَ السِّبَاقَاتِ.</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أَكْثَرُ مَا يُمَيِّزُهُ صَبْرُهُ الكَبِيرُ؛ فَهُوَ لَا يَرْفَعُ صَوْتَهُ أَبَدًا، حَتَّى عِنْدَمَا نُخْطِئُ المَرَّةَ تِلْوَ الأُخْرَى، أَمَّا عِنْدَمَا نَنْجَحُ، فَيَفْرَحُ كَأَنَّهُ هُوَ الَّذِي فَازَ، وَيَحْكِي عَنَّا لِكُلِّ أَوْلِيَاءِ الأُمُورِ بِفَخْرٍ.</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أَتَذَكَّرُ يَوْمًا فِي الشِّتَاءِ المَاضِي، عِنْدَمَا خَسِرْتُ سِبَاقًا مُهِمًّا وَبَكَيْتُ أَمَامَ الجَمِيعِ. لَمْ يَلُمْنِي، بَلْ جَلَسَ بِجَانِبِي وَقَالَ: «الخَسَارَةُ دَرْسٌ، وَلَيْسَتْ نِهَايَةً». بَعْدَ شَهْرَيْنِ فُزْتُ بِالمَرْكَزِ الأَوَّلِ فِي البُطُولَةِ نَفْسِهَا، وَكَانَ هُوَ أَوَّلَ مَنْ عَانَقَنِي.</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صَحِيحٌ أَنَّ المُدَرِّبَ يُعَلِّمُنَا السِّبَاحَةَ، غَيْرَ أَنَّ الكَابْتِنَ مَازِنًا عَلَّمَنِي الصَّبْرَ وَالثِّقَةَ بِالنَّفْسِ. وَلَوْ أَصْبَحْتُ مُدَرِّبًا فِي يَوْمٍ مِنَ الأَيَّامِ، لَعَامَلْتُ طُلَّابِي كَمَا عَامَلَنِي.</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لَيْسَ طَوِيلًا وَلَا</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عِنْدَمَا … فَيَفْرَحُ كَأَنَّهُ</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لَمْ يَلُمْنِي، بَلْ</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أَصْبَحْتُ … لَعَامَلْتُ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Q3 (</a:t>
            </a:r>
            <a:pPr algn="l" indent="0" marL="0">
              <a:buNone/>
            </a:pPr>
            <a:r>
              <a:rPr lang="ar-SA" altLang="en-US" sz="2750" b="1" dirty="0">
                <a:solidFill>
                  <a:srgbClr val="1B3B6F"/>
                </a:solidFill>
                <a:latin typeface="Amiri" pitchFamily="2" charset="-78"/>
                <a:cs typeface="Amiri" pitchFamily="2" charset="-78"/>
              </a:rPr>
              <a:t>ب</a:t>
            </a:r>
            <a:pPr algn="l" indent="0" marL="0">
              <a:buNone/>
            </a:pPr>
            <a:r>
              <a:rPr lang="en-US" sz="2100" b="1" dirty="0">
                <a:solidFill>
                  <a:srgbClr val="1B3B6F"/>
                </a:solidFill>
                <a:latin typeface="Cambria" pitchFamily="34" charset="0"/>
                <a:cs typeface="Amiri" pitchFamily="2" charset="-78"/>
              </a:rPr>
              <a:t>) full-mark model: looks or personality?</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TB-L03</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نَعِيشُ اليَوْمَ فِي عَالَمٍ يَهْتَمُّ بِالمَظْهَرِ اهْتِمَامًا كَبِيرًا؛ فَالإِعْلَانَاتُ وَوَسَائِلُ التَّوَاصُلِ تُظْهِرُ وُجُوهًا مِثَالِيَّةً، مِمَّا يَجْعَلُ كَثِيرًا مِنَ الشَّبَابِ غَيْرَ رَاضِينَ عَنْ أَشْكَالِهِمْ، وَيُنْفِقُونَ أَمْوَالًا كَثِيرَةً عَلَى المَلَابِسِ وَمُسْتَحْضَرَاتِ التَّجْمِيلِ.</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فِي المَاضِي كَانَ النَّاسُ يَحْكُمُونَ عَلَى الشَّخْصِ مِنْ أَخْلَاقِهِ وَسُمْعَتِهِ فِي الحَيِّ، أَمَّا اليَوْمَ فَكَثِيرًا مَا يَحْكُمُونَ عَلَيْهِ مِنْ صُورَةٍ وَاحِدَةٍ عَلَى الإِنْتَرْنِتِ، قَبْلَ أَنْ يَسْمَعُوا كَلِمَةً مِنْهُ، أَوْ يَعْرِفُوا شَيْئًا عَنْ قِصَّتِهِ وَظُرُوفِهِ.</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تَعَلَّمْتُ هٰذَا الدَّرْسَ بِنَفْسِي؛ فَعِنْدَمَا جَاءَتْ طَالِبَةٌ جَدِيدَةٌ إِلَى صَفِّنَا تَلْبَسُ مَلَابِسَ بَسِيطَةً، لَمْ يَهْتَمَّ بِهَا أَحَدٌ فِي البِدَايَةِ. ثُمَّ اكْتَشَفْنَا أَنَّهَا أَذْكَى طَالِبَةٍ فِي المَدْرَسَةِ، وَأَنَّهَا تَتَطَوَّعُ كُلَّ أُسْبُوعٍ فِي دَارٍ لِلْمُسِنِّينَ، فَخَجِلْنَا جَمِيعًا مِنْ حُكْمِنَا السَّرِيعِ عَلَيْهَا.</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صَحِيحٌ أَنَّ المَظْهَرَ المُرَتَّبَ يَتْرُكُ انْطِبَاعًا جَيِّدًا، غَيْرَ أَنَّ الشَّخْصِيَّةَ هِيَ الَّتِي تَبْقَى فِي ذَاكِرَةِ النَّاسِ. وَلَوْ تَعَلَّمْنَا أَنْ نَسْمَعَ قَبْلَ أَنْ نَحْكُمَ، لَاكْتَشَفْنَا كُنُوزًا كَثِيرَةً فِي الأَشْخَاصِ مِنْ حَوْلِنَا.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مِمَّا يَجْعَلُ</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اليَوْمَ فَكَثِيرًا مَا</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أَذْكَى طَالِبَةٍ</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تَعَلَّمْنَا … لَاكْتَشَفْنَا</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workshop · TB-L03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colours and adjectives agree.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laysat + accusative, or allatī.</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in three time frames.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concession, laysa … bal or law … la-.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TB-L04 · Exam practice · Speaking and writing workshops — the next Topic B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TB-L03 · Writing Workshop — Appearance and Personality</dc:title>
  <dc:subject>PptxGenJS Presentation</dc:subject>
  <dc:creator>Al Madina Online School · Arabic Department</dc:creator>
  <cp:lastModifiedBy>Al Madina Online School · Arabic Department</cp:lastModifiedBy>
  <cp:revision>1</cp:revision>
  <dcterms:created xsi:type="dcterms:W3CDTF">2026-10-11T08:53:23Z</dcterms:created>
  <dcterms:modified xsi:type="dcterms:W3CDTF">2026-10-11T08:53:23Z</dcterms:modified>
</cp:coreProperties>
</file>