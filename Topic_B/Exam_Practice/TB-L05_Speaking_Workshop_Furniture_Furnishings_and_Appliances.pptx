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5 (Furniture, Furnishings and Appliances, TB-L05), using that lesson’s language (iḍāfa; attached pronouns (-hu, -hā); relative clauses).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iḍāfa: خِزَانَةُ المَلَابِسِ · غُرْفَةُ النَّوْمِ · بَابُ الثَّلَّاجَةِ — the first word has no al- and no tanwīn. Broken plurals: أَسِرَّةٌ · رُفُوفٌ · سَتَائِرُ.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pronoun matches the noun: الفُرْنُ → نَسْتَعْمِلُهُ · الثَّلَّاجَةُ → نَسْتَعْمِلُهَا. Relative: الغَسَّالَةُ الَّتِي اشْتَرَيْنَاهَا مُعَطَّلَةٌ.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in a furniture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تُفَضِّلِينَ · بَيْتِكِ.
Core: object pronoun -hu for the desk (saʾākhudhuhu, saʾaḍaʿuhu), a comparative (arkhaṣ), colours, prepositions.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calling the landlord.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(the landlord may be a woman: أَلُو، نَعَمْ؟ · سَأُرْسِلُ فَنِّيًّا — same words).
Task 3: the pronoun -hā for al-ghassāla (nushagghiluhā). Task 4: the CANDIDATE asks. Task 5: iḍāfa (bābu th-thallāja).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redecorating.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تُغَيِّرِي غُرْفَتَكِ · سَيُسَاعِدُكِ — نُعْطِيهَا لِبِنْتِ عَمِّي.
Develop: reasons, an + subjunctive, the pronoun -hā for the wardrobe, mā zālat, badalan min an, a future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tech show.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تَسْتَطِيعِينَ أَنْ تَعِيشِي · رَأْيُكِ · اخْتَرَعْتِ.
Stretch: alladhī + bidūnihi, kāna + present vs ammā … fa-, balanced points, a concession and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or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Furniture and Appliances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الأَثَاثُ وَالأَجْهِزَةُ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where furniture is, what appliances are used for, what is broken or needs changing — using iḍāfa, attached pronouns and alladhī / allatī.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FURNITURE AND FURNISHINGS (SG.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is in your room?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فِي غُرْفَتِكَ؟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سَرِيرٌ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sa-rī-run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سَرِيرِي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أَسِرَّةٌ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سَرِيرٌ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iḍāfa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خِزَانَةُ المَلَابِسِ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wardrobe (clothes cupboard)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khi-zā-na-tu al-ma-lā-bi-si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بَابُهَا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خِزَانَاتٌ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مَكْتَبٌ · كُرْسِيٌّ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desk · a chair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mak-ta-bun · kur-siy-yun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مَكَاتِبُ · كَرَاسِيُّ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رَفٌّ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shelf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raf-fun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رُفُوفٌ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رَفٌّ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سَجَّادَةٌ · سِتَارَةٌ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rug · a curtain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saj-jā-da-tun · si-tā-ra-tun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سَجَّادٌ · سَتَائِرُ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ثَلَّاجَةٌ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fridge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thal-lā-ja-tun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ثَلَّاجَاتٌ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ثَلَّاجَةٌ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APPLIANCES, “IT” AND “WHICH”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do we use it for?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نَسْتَعْمِلُهُ؟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غَسَّالَةٌ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washing machine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ghas-sā-la-tun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غَسَّالَاتٌ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غَسَّالَةٌ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فُرْنٌ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oven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fur-nun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أَفْرَانٌ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فُرْنٌ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attached pronoun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نَسْتَعْمِلُهُ لِلطَّبْخِ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use it for cooking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nas-taʿ-mi-lu-hu lilṭ-ṭab-khi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أَسْتَعْمِلُهُ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نَسْتَعْمِلُهَا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مُعَطَّلٌ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broken, not working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mu-ʿaṭ-ṭa-lun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مُعَطَّلَةٌ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مُعَطَّلَةٌ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مُعَطَّلٌ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قَدِيمٌ · جَدِيدٌ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old · new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qa-dī-mun · ja-dī-dun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قُدَامَى · جُدُدٌ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قَدِيمَةٌ · جَدِيدَةٌ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 clauses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· الَّتِي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which (m. · f.)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al-َ-dhī · al-َ-tī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الخِزَانَةُ الَّتِي …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المَكْتَبُ الَّذِي …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IN A FURNITURE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desk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مَحَلِّ الأَثَاثِ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لِغُرْفَتِي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furniture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مَاذَا تُرِيدُ؟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colour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تُفَضِّلُ؟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غَالٍ، هَلْ عِنْدَكُمْ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is too expensive and ask for a cheaper one.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المَكْتَبُ بِمِئَةِ جُنَيْهٍ.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سَآخُذُهُ … سَأَضَعُهُ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it and say where you will put it.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بِسِتِّينَ جُنَيْهًا، وَفِيهِ ثَلَاثَةُ أَدْرَاجٍ.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يَوْمَ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نُوَصِّلَهُ إِلَى بَيْتِكَ؟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CALLING THE LANDLORD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Something is broken in the flat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جِهَازٌ مُعَطَّلٌ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الغَسَّالَةُ مُعَطَّلَةٌ / الثَّلَّاجَةُ مُعَطَّلَةٌ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appliance is broken.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أَلُو، نَعَمْ؟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since when.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لَا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problem.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 بِالضَّبْطِ؟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he will come.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سَأُرْسِلُ فَنِّيًّا.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أَيْضًا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مُشْكِلَةٌ أُخْرَى؟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tenant  ·  The examiner is: the landlord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REDECORATING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Redesigning your bedroom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الجَدِيدَةُ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الأَثَاثَ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for the change.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تُرِيدُ أَنْ تُغَيِّرَ غُرْفَتَكَ؟ 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وَأَنْ أَضَعَ … بِجَانِبِ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to change and where they will go.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تُغَيِّرَ؟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نُعْطِيهَا لِابْنِ عَمِّي … لِأَنَّهَا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to do with it.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وَالخِزَانَةُ القَدِيمَةُ؟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cheaper solution.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المِيزَانِيَّةَ صَغِيرَةٌ!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سَيُسَاعِدُنِي … وَسَنُنْهِي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سَيُسَاعِدُكَ فِي العَمَلِ؟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parent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TECH SHOW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The smart home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البَيْتُ الذَّكِيُّ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الجِهَازُ الَّذِي … هُوَ … لِأَنَّهُ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an appliance and explain with a relative clause.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الجِهَازُ الَّذِي لَا تَسْتَطِيعُ أَنْ تَعِيشَ بِدُونِهِ؟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… أَمَّا اليَوْمَ فَتَغْسِلُهَا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البُيُوتُ قَبْلَ هٰذِهِ الأَجْهِزَةِ؟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advantage and a risk.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البُيُوتِ الذَّكِيَّةِ؟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تَجْعَلُنَا الأَجْهِزَةُ كُسَالَى؟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 جِهَازًا، لَجَعَلْتُهُ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اخْتَرَعْتَ جِهَازًا جَدِيدًا لِلْبَيْتِ، فَمَاذَا يَفْعَلُ؟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visitor  ·  The examiner is: a technology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furniture and said where it is, with the right gender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an attached pronoun (-hu / -hā) or alladhī / allatī, and gave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مَكْتَبًا وَكُرْسِيًّا لِغُرْفَتِي،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a desk and a chair for my room,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مَاذَا تُرِيدُ؟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اللَّوْنَ الأَبْيَضَ، لِأَنَّ غُرْفَتِي صَغِيرَةٌ.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white, because my room is small.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تُفَضِّلُ؟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غَالٍ قَلِيلًا، هَلْ عِنْدَكُمْ مَكْتَبٌ أَرْخَصُ؟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is a bit expensive; do you have a cheaper desk?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المَكْتَبُ بِمِئَةِ جُنَيْهٍ.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مُمْتَازٌ، سَآخُذُهُ، وَسَأَضَعُهُ بِجَانِبِ النَّافِذَةِ.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Excellent, I’ll take it, and I’ll put it next to the window.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بِسِتِّينَ جُنَيْهًا، وَفِيهِ ثَلَاثَةُ أَدْرَاجٍ.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فَضْلِكَ، يَوْمَ السَّبْتِ فِي الصَّبَاحِ.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please, on Saturday morning.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نُوَصِّلَهُ إِلَى بَيْتِكَ؟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مَسَاءَ الخَيْرِ، الغَسَّالَةُ فِي شَقَّتِنَا مُعَطَّلَةٌ.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evening, the washing machine in our flat is broken.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أَلُو، نَعَمْ؟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يَوْمِ الإِثْنَيْنِ، أَيْ مُنْذُ ثَلَاثَةِ أَيَّامٍ.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Since Monday — three days ago.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نُشَغِّلُهَا، يَخْرُجُ المَاءُ عَلَى الأَرْضِ، وَلَا تَغْسِلُ المَلَابِسَ.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 switch it on, water comes out onto the floor, and it doesn’t wash the clothes.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 بِالضَّبْطِ؟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شُكْرًا، وَمَتَى سَيَأْتِي الفَنِّيُّ؟ لِأَنَّنَا نَحْتَاجُهَا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— when will the technician come? Because we need it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سَأُرْسِلُ فَنِّيًّا.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بَابُ الثَّلَّاجَةِ لَا يُغْلَقُ جَيِّدًا أَيْضًا.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fridge door doesn’t close properly either.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مُشْكِلَةٌ أُخْرَى؟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الأَثَاثَ قَدِيمٌ، وَالسَّرِيرُ صَغِيرٌ عَلَيَّ الآنَ.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 furniture is old, and the bed is too small for me now.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تُرِيدُ أَنْ تُغَيِّرَ غُرْفَتَكَ؟ 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سَرِيرًا أَكْبَرَ، وَأَنْ أَضَعَ رُفُوفًا لِلْكُتُبِ فَوْقَ المَكْتَبِ.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a bigger bed, and to put bookshelves above the desk.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تُغَيِّرَ؟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نُعْطِيهَا لِابْنِ عَمِّي، لِأَنَّهَا مَا زَالَتْ جَيِّدَةً وَهُوَ يَحْتَاجُهَا.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give it to my cousin, because it is still good and he needs it.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وَالخِزَانَةُ القَدِيمَةُ؟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نَصْبُغَ المَكْتَبَ القَدِيمَ بَدَلًا مِنْ أَنْ نَشْتَرِيَ مَكْتَبًا جَدِيدًا؟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about painting the old desk instead of buying a new one?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المِيزَانِيَّةَ صَغِيرَةٌ!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سَيُسَاعِدُنِي أَخِي يَوْمَ السَّبْتِ، وَسَنُنْهِي كُلَّ شَيْءٍ قَبْلَ المَسَاءِ.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brother will help me on Saturday, and we’ll finish everything before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سَيُسَاعِدُكَ فِي العَمَلِ؟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الجِهَازُ الَّذِي لَا أَسْتَطِيعُ أَنْ أَعِيشَ بِدُونِهِ هُوَ الثَّلَّاجَةُ، لِأَنَّهَا تَحْفَظُ الطَّعَامَ طَازَجًا.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appliance I can’t live without is the fridge, because it keeps food fresh.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الجِهَازُ الَّذِي لَا تَسْتَطِيعُ أَنْ تَعِيشَ بِدُونِهِ؟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يَغْسِلُونَ المَلَابِسَ بِأَيْدِيهِمْ سَاعَاتٍ، أَمَّا اليَوْمَ فَتَغْسِلُهَا الآلَةُ وَنَحْنُ نَدْرُسُ.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used to wash clothes by hand for hours; today the machine does it while we study.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البُيُوتُ قَبْلَ هٰذِهِ الأَجْهِزَةِ؟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تُوَفِّرُ الوَقْتَ وَالكَهْرَبَاءَ، وَمِنْ نَاحِيَةٍ أُخْرَى قَدْ يَسْرِقُ المُخْتَرِقُونَ مَعْلُومَاتِنَا.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 they save time and electricity; on the other, hackers may steal our data.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البُيُوتِ الذَّكِيَّةِ؟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تَجْعَلُنَا نَتَحَرَّكُ أَقَلَّ، غَيْرَ أَنَّهَا تُعْطِينَا وَقْتًا لِلْقِرَاءَةِ وَالعَائِلَةِ.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make us move less, but they give us time for reading and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تَجْعَلُنَا الأَجْهِزَةُ كُسَالَى؟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 جِهَازًا، لَجَعَلْتُهُ يُرَتِّبُ غُرْفَتِي وَيَطْوِي مَلَابِسِي وَحْدَهُ!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invented a machine, I would make it tidy my room and fold my clothes by itself!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اخْتَرَعْتَ جِهَازًا جَدِيدًا لِلْبَيْتِ، فَمَاذَا يَفْعَلُ؟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relative clause with a pronoun, past vs present, min nāḥiya …, ṣaḥīḥun anna … ghayra anna,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أَثَاثُ 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in your room?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أَضَعُهَا عَلَى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keep your books?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تَضَعُ كُتُبَكَ؟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… وَالسَّتَائِرُ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colour is your room?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غُرْفَتِكَ؟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أَسْتَعْمِلُ … كَثِيرًا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appliance do you use a lot?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الجِهَازُ الَّذِي تَسْتَعْمِلُهُ كَثِيرًا؟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لِأَنَّهُ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your bedroom furniture?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أَثَاثَ غُرْفَتِكَ؟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الأَثَاثُ وَالأَجْهِزَةُ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غُرْفَةِ الجُلُوسِ … أَمَامَ … وَعَلَى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living 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غُرْفَةَ الجُلُوسِ فِي بَيْتِكُمْ.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تَعَطَّلَ … فَطَبَخَتْ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appliance broke at home recently?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الجِهَازُ الَّذِي تَعَطَّلَ فِي بَيْتِكُمْ مُؤَخَّرًا؟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would you like to change in your room?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تُغَيِّرَ فِي غُرْفَتِكَ؟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أُرَتِّبُهَا … لٰكِنْ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tidies your room?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يُرَتِّبُ غُرْفَتَكَ؟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سَأَحْتَاجُ إِلَى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furniture will you need at university?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الأَثَاثُ الَّذِي سَتَحْتَاجُهُ فِي الجَامِعَةِ؟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locations, a past problem, a reason and the future.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الأَجْهِزَةُ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رَأْيِي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we buy more appliances than we need?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نَشْتَرِي أَجْهِزَةً أَكْثَرَ مِمَّا نَحْتَاجُ؟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old furniture better than new?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الأَثَاثُ القَدِيمُ أَفْضَلُ مِنَ الجَدِيدِ؟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وَأَلَّا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can we use less electricity at home?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نُقَلِّلُ اسْتِهْلَاكَ الكَهْرَبَاءِ فِي البَيْتِ؟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فِي بَيْتِ جَدِّي … أَمَّا عِنْدَنَا فَفِي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was your grandparents’ home different?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بَيْتُ أَجْدَادِكَ مُخْتَلِفًا؟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…، لَقَرَأْتُ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to live a week without electricity, how would you spend it?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عَلَيْكَ أَنْ تَعِيشَ أُسْبُوعًا بِلَا كَهْرَبَاءَ، كَيْفَ تَقْضِيهِ؟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lā … illā, a concession, advice with allā, kāna vs ammā …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سَرِيرٌ وَمَكْتَبٌ وَخِزَانَةُ مَلَابِسَ.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bed, a desk and a wardrobe.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أَضَعُهَا عَلَى الرَّفِّ فَوْقَ المَكْتَبِ.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put them on the shelf above the desk.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تَضَعُ كُتُبَكَ؟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جُدْرَانُ غُرْفَتِي زَرْقَاءُ، وَالسَّتَائِرُ بَيْضَاءُ.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room’s walls are blue, and the curtains are white.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غُرْفَتِكَ؟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أَسْتَعْمِلُ المَيْكْرُوِيفَ كَثِيرًا، لِأَنَّهُ سَرِيعٌ.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 the microwave a lot, because it is quick.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الجِهَازُ الَّذِي تَسْتَعْمِلُهُ كَثِيرًا؟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أُحِبُّهُ، لِأَنَّهُ جَدِيدٌ وَمُرِيحٌ.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it, because it is new and comfortable.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أَثَاثَ غُرْفَتِكَ؟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place or a colour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غُرْفَةِ الجُلُوسِ كَنَبَةٌ كَبِيرَةٌ أَمَامَ التِّلْفَازِ، وَعَلَى الأَرْضِ سَجَّادَةٌ حَمْرَاءُ مِنْ إِيرَانَ.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living room there is a big sofa in front of the TV, and a red Persian rug on the floor.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غُرْفَةَ الجُلُوسِ فِي بَيْتِكُمْ.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تَعَطَّلَ الفُرْنُ يَوْمَ العِيدِ، فَطَبَخَتْ أُمِّي فِي بَيْتِ جَارَتِنَا!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oven broke on Eid day, so my mum cooked at our neighbour’s house!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الجِهَازُ الَّذِي تَعَطَّلَ فِي بَيْتِكُمْ مُؤَخَّرًا؟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أُغَيِّرَ لَوْنَ الجُدْرَانِ، لِأَنَّهُ لَوْنٌ اخْتَارَهُ أَبِي عِنْدَمَا كُنْتُ طِفْلًا.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change the wall colour, because Dad chose it when I was a child.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تُغَيِّرَ فِي غُرْفَتِكَ؟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أُرَتِّبُهَا بِنَفْسِي كُلَّ يَوْمِ جُمُعَةٍ، لٰكِنَّ أُمِّي تُسَاعِدُنِي أَحْيَانًا.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tidy it myself every Friday, but my mum sometimes helps me.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يُرَتِّبُ غُرْفَتَكَ؟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سَأَحْتَاجُ إِلَى مَكْتَبٍ كَبِيرٍ وَمِصْبَاحٍ جَيِّدٍ، لِأَنِّي سَأَدْرُسُ كَثِيرًا فِي اللَّيْلِ.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need a big desk and a good lamp, because I will study a lot at night.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الأَثَاثُ الَّذِي سَتَحْتَاجُهُ فِي الجَامِعَةِ؟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رَأْيِي نَشْتَرِي أَجْهِزَةً كَثِيرَةً لَا نَسْتَعْمِلُهَا إِلَّا مَرَّةً، لِأَنَّ الإِعْلَانَاتِ تُقْنِعُنَا بِأَنَّنَا نَحْتَاجُهَا.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we buy many gadgets we use only once, because adverts convince us we need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نَشْتَرِي أَجْهِزَةً أَكْثَرَ مِمَّا نَحْتَاجُ؟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الأَثَاثَ الجَدِيدَ أَرْخَصُ، غَيْرَ أَنَّ القَدِيمَ مَصْنُوعٌ مِنْ خَشَبٍ قَوِيٍّ يَبْقَى سَنَوَاتٍ طَوِيلَةً.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new furniture is cheaper, but old furniture is made of strong wood that lasts for years.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الأَثَاثُ القَدِيمُ أَفْضَلُ مِنَ الجَدِيدِ؟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نُطْفِئَ الأَجْهِزَةَ الَّتِي لَا نَسْتَعْمِلُهَا، وَأَلَّا نَتْرُكَ الشَّاحِنَ فِي الكَهْرَبَاءِ طُولَ اللَّيْلِ.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should switch off appliances we aren’t using, and not leave chargers plugged in all night.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نُقَلِّلُ اسْتِهْلَاكَ الكَهْرَبَاءِ فِي البَيْتِ؟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relative clauses with -hā, ṣaḥīḥun anna … ghayra anna, an + allā, lam takun,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فِي بَيْتِ جَدِّي فُرْنٌ مِنَ الطِّينِ وَلَمْ تَكُنْ هُنَاكَ ثَلَّاجَةٌ، أَمَّا عِنْدَنَا فَفِي المَطْبَخِ وَحْدَهُ عَشَرَةُ أَجْهِزَةٍ!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grandfather’s house had a clay oven and no fridge; in our kitchen alone there are ten appliances!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بَيْتُ أَجْدَادِكَ مُخْتَلِفًا؟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أُسْبُوعًا بِلَا كَهْرَبَاءَ، لَقَرَأْتُ كُتُبًا كَثِيرَةً، وَلَلَعِبْتُ مَعَ إِخْوَتِي فِي الحَدِيقَةِ.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lived a week without electricity, I would read lots of books and play with my siblings in the garden.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عَلَيْكَ أَنْ تَعِيشَ أُسْبُوعًا بِلَا كَهْرَبَاءَ، كَيْفَ تَقْضِيهِ؟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relative clauses with -hā, ṣaḥīḥun anna … ghayra anna, an + allā, lam takun,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furniture and said where it is.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adjectives and verbs agree with the noun (m. / f.).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-hu / -hā for “it”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an iḍāfa and alladhī / allatī.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TB-L05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TB-L05 · Speaking Workshop — Furniture and Appliances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2026-10-11T09:00:10Z</dcterms:created>
  <dcterms:modified xsi:type="dcterms:W3CDTF">2026-10-11T09:00:10Z</dcterms:modified>
</cp:coreProperties>
</file>