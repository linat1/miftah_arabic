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12 (Topic B Review — mock exam practice, TB-L12), using that lesson’s language (all of Topic B: pronouns and agreement, iḍāfa and the dual, colours, comparatives, verbal nouns, past / future, polite responses).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map: each card is tagged with its lesson (L01–L09). Ask students to say one sentence with each card before the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top-band answers are precise (agreement, colours, numbers), polite (invitations, apologies) and developed (sequencing, concession). Everyone should use at least one card from 9–12.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youth hostel.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اسْمُكِ · جِنْسِيَّتُكِ · أَنْتِ · تُرِيدِينَ · حَقِيبَتَكِ · تُحِبِّينَ — she answers: أَنَا بِرِيطَانِيَّةٌ · مَعَ بِنْتِ عَمِّي.
Core: L01 identity (nisba), L02 family (iḍāfa), L04 home (dual sarīrāni), L06 colours that agree, L08 a hobby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buying a present.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تُرِيدِينَ.
Core+: L07 shopping (hādhihi / tilka, prices, a comparative), L06 colours as feminine adjectives (al-wardiyya, al-bayḍāʾ), -hā (nughallifuhā), L09 sequencing.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inviting a friend for the weekend.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 friend: أَدْعُوكِ · تَسْتَطِيعِينَ أَنْ تَأْتِي · سَتَنَامِينَ · لِأَنَّكِ تُحِبِّينَهَا · لَا تُحْضِرِي.
Develop: L09 inviting, L04 home (dual, prepositions), L08 hobbies + reasons, L02 family, a negative imperative (lā tuḥḍir), a past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عَائِلَتِكِ · وَضَعْتِ.
Stretch: kāna + present vs ammā … fa-, balanced views, a family example with fa-aṣbaḥnā, a concession, law … la- with a relative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Topic B Mock Exam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امْتِحَانٌ تَجْرِيبِيٌّ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Paper 3 mock in breakout rooms: four role plays and a mixed topic conversation covering the whole of Topic B — personal life, family, home, clothes, hobbies and special occasions.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ONE KEY STRUCTURE FROM EACH PART OF TOPIC 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B in twelve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ب فِي اثْنَتَيْ عَشْرَةَ بِنْيَةً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 identity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بِرِيطَانِيٌّ وَأَصْلِي مِنْ مِصْرَ</a:t>
            </a:r>
            <a:endParaRPr lang="ar-SA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British, from an Egyptian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 bi-rī-ṭā-niy-yun wa-ʾaṣ-lī min miṣ-ra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L02 family · dual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أُخْتَانِ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two sisters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ukh-tā-ni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cousin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brothers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أَخَوَانِ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 personality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صَارِمًا، بَلْ لَطِيفٌ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isn’t strict, but kind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lay-sa ṣā-ri-man, bal la-ṭī-fun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لَسْتُ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 home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 attached pronouns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نَسْتَعْمِلُهُ · نَسْتَعْمِلُهَا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use it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nas-taʿ-mi-lu-hu · nas-taʿ-mi-lu-hā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 colours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 · حَمْرَاءُ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aḥ-ma-ru · ḥam-rā-ʾu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brown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بُنِّيٌّ · بُنِّيَّةٌ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blue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أَزْرَقُ · زَرْقَاءُ</a:t>
            </a:r>
            <a:endParaRPr lang="ar-SA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Precise, polite, developed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 shopping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ar-kha-ṣu min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much?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dearer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 hobbies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أَسْبَحَ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can swim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as-ta-ṭī-ʿu an as-ba-ḥa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أَعْزِفَ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invitations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حَفْلَتِي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 you to my party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ad-ʿū-ka i-lā ḥaf-la-tī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أَدْعُوكُمْ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declining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 أَنْ آتِيَ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sorry, I can’t come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ā-si-fun, lā as-ta-ṭī-ʿu an ā-ti-ya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sequencing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· أَخِيرًا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 · finally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a-khī-ran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concession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YOUTH HOSTEL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Checking in at a youth hostel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وَأَنَا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name and nationality.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اسْمُكَ؟ وَمَا جِنْسِيَّتُكَ؟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مَعَ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you are with.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أَنْتَ؟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غُرْفَةً … فِيهَا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room you want.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غُرْفَةٍ تُرِيدُ؟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… وَعَلَيْهَا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bag.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أَعْرِفُ حَقِيبَتَكَ فِي المَخْزَنِ؟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تَفْعَلَ فِي المَدِينَةِ؟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traveller  ·  The examiner is: the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BUYING A PRESENT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present for your sister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هَدِيَّةٌ لِأُخْتِي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هَدِيَّةً لِأُخْتِي،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and for whom.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عُمْرُهَا … وَتُحِبُّ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her age and a hobby.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عُمْرُهَا؟ وَمَاذَا تُحِبُّ؟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…؟ … أَرْخَصُ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prices, then compare.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الحَقِيبَةُ الوَرْدِيَّةُ وَتِلْكَ الحَقِيبَةُ البَيْضَاءُ.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فَضْلِكَ، بِوَرَقٍ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choose a colour of paper.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نُغَلِّفَهَا؟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سَنَأْكُلُ … ثُمَّ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sequence).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سَتَحْتَفِلُونَ؟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INVITING A FRIEND FOR THE WEEKEND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weekend at my house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عُطْلَةُ نِهَايَةِ الأُسْبُوعِ عِنْدِي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… هَلْ تَسْتَطِيعُ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Invite your friend for the weekend.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حَالُكَ؟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سَتَنَامُ فِي … بِجَانِبِ … فِيهَا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where he will sleep.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أَيْنَ سَأَنَامُ؟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سَنَلْعَبُ … لِأَنَّ … وَسَنَذْهَبُ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two activities with reasons.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سَنَفْعَلُ؟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تُحْضِرْ شَيْئًا … أُسْرَتِي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describe your family briefly.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هَلْ أُحْضِرُ شَيْئًا؟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زُرْتُكَ فِي … وَكَانَ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memory).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زُرْتَنِي آخِرَ مَرَّةٍ؟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friend from another town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Is family life changing?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تَتَغَيَّرُ الحَيَاةُ العَائِلِيَّةُ؟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العَائِلَاتُ … أَمَّا اليَوْمَ فَيَعِيشُ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العَائِلَةُ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التَّغْيِيرُ سَلْبِيٌّ؟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مَثَلًا … فَأَصْبَحْنَا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personal example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عَائِلَتِكَ.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تُقَرِّبُ التِّكْنُولُوجْيَا العَائِلَاتِ أَمْ تُبْعِدُهَا؟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وَضَعْتُ قَانُونًا،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وَضَعْتَ قَانُونًا لِلْعَائِلَاتِ، مَاذَا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speaker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 in full sentences with correct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past, present and future, and linked ideas with reasons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يُوسُفُ عَلِيٌّ، وَأَنَا بِرِيطَانِيٌّ.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Yusuf Ali, and I am British.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اسْمُكَ؟ وَمَا جِنْسِيَّتُكَ؟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مَعَ ابْنِ عَمِّي، وَعُمْرُهُ سَبْعَ عَشْرَةَ سَنَةً.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with my cousin; he is seventeen.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أَنْتَ؟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غُرْفَةً هَادِئَةً، فِيهَا سَرِيرَانِ وَحَمَّامٌ.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quiet room with two beds and a bathroom.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غُرْفَةٍ تُرِيدُ؟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كَبِيرَةٌ وَزَرْقَاءُ، وَعَلَيْهَا شَرِيطٌ أَحْمَرُ.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bag is big and blue, with a red ribbon on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أَعْرِفُ حَقِيبَتَكَ فِي المَخْزَنِ؟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أَزُورَ المَتَاحِفَ، لِأَنِّي أُحِبُّ التَّارِيخَ.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visiting museums, because I love history.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تَفْعَلَ فِي المَدِينَةِ؟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هَدِيَّةً لِأُخْتِي، لِأَنَّ عِيدَ مِيلَادِهَا غَدًا.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a present for my sister, because her birthday is tomorrow.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عُمْرُهَا اثْنَتَا عَشْرَةَ سَنَةً، وَتُحِبُّ الرَّسْمَ وَالمُوضَةَ.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is twelve, and she loves drawing and fashion.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عُمْرُهَا؟ وَمَاذَا تُحِبُّ؟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هٰذِهِ؟ وَبِكَمْ تِلْكَ؟ … إِذَنِ الوَرْدِيَّةُ أَرْخَصُ مِنَ البَيْضَاءِ.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this one? And that one? … So the pink one is cheaper than the white 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الحَقِيبَةُ الوَرْدِيَّةُ وَتِلْكَ الحَقِيبَةُ البَيْضَاءُ.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فَضْلِكَ، بِوَرَقٍ أَزْرَقَ، لِأَنَّهُ لَوْنُهَا المُفَضَّلُ.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please, in blue paper, because it’s her favourite colour.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نُغَلِّفَهَا؟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سَنَأْكُلُ فِي مَطْعَمٍ، ثُمَّ سَنَرْجِعُ إِلَى البَيْتِ وَنَقْطَعُ الكَعْكَةَ.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we’ll eat at a restaurant, then go home and cut the cake.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سَتَحْتَفِلُونَ؟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أَدْعُوكَ إِلَى بَيْتِنَا فِي نِهَايَةِ الأُسْبُوعِ، فَهَلْ تَسْتَطِيعُ أَنْ تَأْتِيَ؟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Hi! I’m inviting you to our house at the weekend — can you come?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حَالُكَ؟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سَتَنَامُ فِي غُرْفَتِي، فِيهَا سَرِيرَانِ، وَهِيَ بِجَانِبِ الحَمَّامِ.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You’ll sleep in my room — it has two beds and is next to the bathroom.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أَيْنَ سَأَنَامُ؟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سَنَلْعَبُ كُرَةَ السَّلَّةِ فِي الحَدِيقَةِ، لِأَنَّكَ تُحِبُّهَا، ثُمَّ سَنَذْهَبُ إِلَى السِّينَمَا يَوْمَ السَّبْتِ.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play basketball in the park because you love it, then go to the cinema on Saturday.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سَنَفْعَلُ؟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تُحْضِرْ شَيْئًا! أُسْرَتِي لَطِيفَةٌ جِدًّا، وَأُمِّي سَتَطْبُخُ لَنَا المَنْسَفَ.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Don’t bring anything! My family is very kind, and my mum will cook mansaf for 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هَلْ أُحْضِرُ شَيْئًا؟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زُرْتُكَ فِي العِيدِ المَاضِي، وَكَانَ يَوْمًا رَائِعًا، خُصُوصًا عِنْدَمَا ضِعْنَا فِي السُّوقِ القَدِيمِ!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you last Eid — a great day, especially when we got lost in the old market!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زُرْتَنِي آخِرَ مَرَّةٍ؟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العَائِلَاتُ كَبِيرَةً وَتَعِيشُ مَعًا، أَمَّا اليَوْمَ فَيَعِيشُ أَفْرَادُهَا فِي مُدُنٍ وَبُلْدَانٍ مُخْتَلِفَةٍ.</a:t>
            </a:r>
            <a:endParaRPr lang="ar-SA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Families used to be large and live together; today their members live in different towns and countries.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العَائِلَةُ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نَفْتَقِدُ الأَجْدَادَ وَالأَقَارِبَ، وَمِنْ نَاحِيَةٍ أُخْرَى أَصْبَحَ الشَّبَابُ أَكْثَرَ اسْتِقْلَالًا.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we miss grandparents and relatives; on the other, young people have become more independent.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التَّغْيِيرُ سَلْبِيٌّ؟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مَثَلًا هَاجَرَ خَالِي إِلَى كَنَدَا قَبْلَ عَشْرِ سَنَوَاتٍ، فَأَصْبَحْنَا نَلْتَقِي عَلَى الشَّاشَةِ كُلَّ جُمُعَةٍ.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family, for example, my uncle emigrated to Canada ten years ago, so we now meet on screen every Friday.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عَائِلَتِكَ.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تَجْمَعُ البَعِيدِينَ، غَيْرَ أَنَّهَا قَدْ تُبْعِدُ القَرِيبِينَ، فَنَجْلِسُ فِي غُرْفَةٍ وَاحِدَةٍ وَكُلٌّ عَلَى هَاتِفِهِ.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 brings distant people together, but it may push close people apart — we sit in one room, each on our phone.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تُقَرِّبُ التِّكْنُولُوجْيَا العَائِلَاتِ أَمْ تُبْعِدُهَا؟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وَضَعْتُ قَانُونًا، لَجَعَلْتُ يَوْمَ الجُمُعَةِ يَوْمًا عَائِلِيًّا، يَأْكُلُ فِيهِ الجَمِيعُ مَعًا بِلَا شَاشَاتٍ.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made a law, I would make Friday a family day when everyone eats together with no screens.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وَضَعْتَ قَانُونًا لِلْعَائِلَاتِ، مَاذَا يَكُونُ؟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present, min nāḥiya …, an example, ṣaḥīḥun anna … ghayra anna and law … la- — all of Topic B.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حَيَاتِي الشَّخْصِيَّةُ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… عُمْرِي … 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Introduce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عَرِّفْنَا بِنَفْسِكَ.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طَوِيلٌ / قَصِيرَةٌ … وَهُوَ / هِيَ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family member.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أَفْرَادِ أُسْرَتِكَ.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in your room?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favourite clothes?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مَلَابِسُكَ المُفَضَّلَةُ؟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 … / أَزُورُ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at the weekend?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نِهَايَةِ الأُسْبُوعِ؟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وَعَالَمِي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عِنْدَمَا … هُوَ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meet your best friend? Describe him.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صَدِيقِكَ المُفَضَّلِ؟ صِفْهُ.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بَيْتُنَا … لٰكِنْ أُرِيدُ أَنْ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home and what you would change.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بَيْتَكَ، وَمَا الَّذِي تُرِيدُ أَنْ تُغَيِّرَهُ؟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اشْتَرَيْتُ … وَكَانَ أَرْخَصَ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shopping? Describe the last thing you bought.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 صِفْ آخِرَ شَيْءٍ اشْتَرَيْتَهُ.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 … لِأَنَّ … بِالإِضَافَةِ إِلَى 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spend free time, and why?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تَقْضِي وَقْتَ فَرَاغِكَ؟ وَلِمَاذَا؟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… أَوَّلًا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occasion you went to recently.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مُنَاسَبَةً حَضَرْتَهَا مُؤَخَّرًا.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a reason, a past event with sequencing, and linking words.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الحَيَاةُ الشَّخْصِيَّةُ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clothes and appearance define our identity?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تُحَدِّدُ المَلَابِسُ وَالمَظْهَرُ هُوِيَّتَنَا؟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… أَمَّا الآنَ فَنَخْتَارُهُمْ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childhood friendship differ from friendship now?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الصَّدَاقَةِ فِي الطُّفُولَةِ وَالصَّدَاقَةِ الآنَ؟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… فَمَثَلًا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a big house make a family happier?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البَيْتُ الكَبِيرُ يَجْعَلُ الأُسْرَةَ أَسْعَدَ؟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بَدَأْتُ … تَغَيَّرَ … فَأَصْبَحْتُ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hobby that changed your life.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هِوَايَةً غَيَّرَتْ حَيَاتَكَ.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…، لَجَمَعْتُ … وَلَطَلَبْتُ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organised a celebration for your extended family,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احْتِفَالًا لِعَائِلَتِكَ الكَبِيرَةِ،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kunnā + present vs ammā … fa-, a superlative (adfaʾu makān), ʿindamā … fa-aṣbaḥtu, law … la- with ṭalabtu … an.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اسْمِي آدَمُ، وَعُمْرِي خَمْسَ عَشْرَةَ سَنَةً، وَأَنَا بِرِيطَانِيٌّ.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Adam, I am fifteen and I am British.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عَرِّفْنَا بِنَفْسِكَ.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 قَصِيرَةٌ، وَشَعْرُهَا بُنِّيٌّ، وَهِيَ ذَكِيَّةٌ جِدًّا.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sister is short with brown hair, and she is very clever.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أَحَدَ أَفْرَادِ أُسْرَتِكَ.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سَرِيرٌ وَمَكْتَبٌ، وَتُوجَدُ خِزَانَةٌ بَيْضَاءُ.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bed and a desk, and a white wardrobe.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سُتْرَتِيَ الزَّرْقَاءَ، لِأَنَّهَا مُرِيحَةٌ.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 my blue jacket, because it is comfortable.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مَلَابِسُكَ المُفَضَّلَةُ؟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 كُرَةَ القَدَمِ، وَأَزُورُ جَدِّي يَوْمَ الأَحَدِ.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play football and visit my grandfather on Sundays.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نِهَايَةِ الأُسْبُوعِ؟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correct agreement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عِنْدَمَا انْضَمَمْنَا إِلَى فَرِيقِ كُرَةِ القَدَمِ، وَهُوَ طَوِيلٌ وَمَرِحٌ وَكَرِيمٌ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met him when we joined the football team; he is tall, funny and very generous.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صَدِيقِكَ المُفَضَّلِ؟ صِفْهُ.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بَيْتُنَا مُرِيحٌ وَفِيهِ حَدِيقَةٌ صَغِيرَةٌ، لٰكِنْ أُرِيدُ أَنْ أُغَيِّرَ لَوْنَ غُرْفَتِي، لِأَنَّهُ مُمِلٌّ.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house is comfortable with a small garden, but I want to change my room’s colour because it’s boring.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بَيْتَكَ، وَمَا الَّذِي تُرِيدُ أَنْ تُغَيِّرَهُ؟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كَثِيرًا، لٰكِنِّي اشْتَرَيْتُ حِذَاءً رِيَاضِيًّا أَبْيَضَ فِي التَّخْفِيضَاتِ، وَكَانَ أَرْخَصَ بِعِشْرِينَ جُنَيْهًا.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much, but I bought white trainers in the sales — twenty pounds cheaper.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 صِفْ آخِرَ شَيْءٍ اشْتَرَيْتَهُ.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أَقْضِيهِ فِي الرَّسْمِ لِأَنَّهُ يُرِيحُنِي، وَبِالإِضَافَةِ إِلَى ذٰلِكَ أَسْبَحُ مَرَّتَيْنِ فِي الأُسْبُوعِ.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spend it drawing because it relaxes me, and in addition I swim twice a week.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تَقْضِي وَقْتَ فَرَاغِكَ؟ وَلِمَاذَا؟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زِفَافَ ابْنِ خَالِي؛ أَوَّلًا رَقَصْنَا الدَّبْكَةَ، ثُمَّ تَعَشَّيْنَا، وَأَخِيرًا أَخَذْنَا صُوَرًا مَعَ العَرُوسَيْنِ.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my cousin’s wedding: first we danced dabke, then had dinner, and finally took photos with the couple.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مُنَاسَبَةً حَضَرْتَهَا مُؤَخَّرًا.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a sequenced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المَلَابِسَ تُعَبِّرُ عَنْ ذَوْقِنَا، غَيْرَ أَنَّ هُوِيَّتَنَا الحَقِيقِيَّةَ فِي قِيَمِنَا وَطَرِيقَةِ تَعَامُلِنَا مَعَ النَّاسِ.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clothes express our taste, but our real identity lies in our values and how we treat people.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تُحَدِّدُ المَلَابِسُ وَالمَظْهَرُ هُوِيَّتَنَا؟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نَخْتَارُ أَصْدِقَاءَنَا لِأَنَّهُمْ يَلْعَبُونَ مَعَنَا، أَمَّا الآنَ فَنَخْتَارُهُمْ لِأَنَّهُمْ يَفْهَمُونَنَا وَيُشَارِكُونَنَا القِيَمَ نَفْسَهَا.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used to choose friends because they played with us; now we choose them because they understand us and share our values.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الصَّدَاقَةِ فِي الطُّفُولَةِ وَالصَّدَاقَةِ الآنَ؟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السَّعَادَةَ فِي العَلَاقَاتِ لَا فِي الغُرَفِ؛ فَمَثَلًا بَيْتُ جَدَّتِي صَغِيرٌ، لٰكِنَّهُ أَدْفَأُ مَكَانٍ أَعْرِفُهُ.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so, because happiness lies in relationships, not rooms — my grandmother’s house is small but the warmest place I know.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البَيْتُ الكَبِيرُ يَجْعَلُ الأُسْرَةَ أَسْعَدَ؟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present, an example, a superlative, law … la- — the whole of Topic B.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بَدَأْتُ تَعَلُّمَ العُودِ، تَغَيَّرَ رُوتِينِي كُلُّهُ، فَأَصْبَحْتُ أَنَامُ مُبَكِّرًا لِأَتَدَرَّبَ قَبْلَ المَدْرَسَةِ.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started learning the oud, my whole routine changed — I now sleep early to practise before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هِوَايَةً غَيَّرَتْ حَيَاتَكَ.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نَظَّمْتُ احْتِفَالًا، لَجَمَعْتُ الأَقَارِبَ مِنْ كُلِّ البُلْدَانِ فِي قَرْيَةِ أَجْدَادِي، وَلَطَلَبْتُ مِنْ كُلِّ جِيلٍ أَنْ يَحْكِيَ قِصَّةً.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organised one, I would gather relatives from every country in my grandparents’ village and ask each generation to tell a story.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نَظَّمْتَ احْتِفَالًا لِعَائِلَتِكَ الكَبِيرَةِ، كَيْفَ يَكُونُ؟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past vs present, an example, a superlative, law … la- — the whole of Topic B.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Adjectives, colours and numbers agreed.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past, present AND future.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invited / declined politely and gave reasons.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conceded and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TB-L12 · Speaking Workshop — Topic B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2026-10-11T09:25:30Z</dcterms:created>
  <dcterms:modified xsi:type="dcterms:W3CDTF">2026-10-11T09:25:30Z</dcterms:modified>
</cp:coreProperties>
</file>