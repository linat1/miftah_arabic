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8 (Hobbies, Sport and Free Time, TB-L08).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Boxes 5 and 7 are verbal nouns (al-qirāʾa, ar-rasm).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 (what) · كَمْ مَرَّةً (how often) · مَاذَا (what) — bullet 2 is about ABILITY, bullet 3 is PAST, bullet 4 is FUTURE +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 girl writing — saʿīda): verbal nouns, frequency, lā uḥibbu … lākinnī, a past achievement,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kuntu + present + ḥāl, fa- result, baḥthan ʿan, ammā … fa-, a superlative (akthar laḥẓa), wa-huwa yaʿmalu (ḥāl), a passive verb, a concession and law lam … la-kuntu.
ENGLISH SUMMARY (read aloud or paste in the chat for Core students): Three years ago I spent all my free time on my phone, moving aimlessly from video to video; then my uncle gave me an old camera and everything changed — I began to see things around me with new eyes → today photography is my favourite hobby: every Saturday with a group of young photographers, walking for hours through parks and markets in search of the perfect shot; as for school days, I swim twice a week because it clears my mind and helps me sleep well before exams → my proudest moment: last spring I entered a photo of my grandfather working in his garden in a national youth competition; the judges chose it among the top ten and it was shown at an exhibition in London → it is true hobbies take time I could spend studying, but they taught me patience and observation; “if my uncle hadn’t given me that camera, I would still be wasting my time in front of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tushīru ilā anna, baynamā, ʿāman baʿda ʿām, kāna + present vs ammā … fa-, ḥattā, a family example, a concession and a conditional.
ENGLISH SUMMARY (read aloud or paste in the chat for Core students): Free time has changed greatly: studies say a teenager spends over six hours a day on screens, while sports and arts activities fall year after year → in the past children played in streets and squares and made their own toys; as for today, each one sits in their room with their phone, even when friends visit, sitting together each looking at their own screen → in my family: my little brother spent whole holidays on video games until Dad signed him up for a basketball club; at first he refused, but now he looks forward to training, has new friends and sleeps much better → it is true some games are good for thinking, but the body needs movement and the soul needs people, laughter and fresh air; “if schools offered free after-school activities, every student would find a hobby that keeps them away from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Hobbies, Sport and Free Time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الهِوَايَاتُ وَوَقْتُ الفَرَاغِ</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after-school club form, write an email about your hobbies, and write an extended piece about your favourite hobby or about how young people spend free time.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TB-L08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hobbies.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verbal nouns with al- (uḥibbu r-rasma); astaṭīʿu an + verb in -a; frequency (marratayn, thalātha marrāt); -hā for a feminine sport (kura → alʿabuhā).</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أَلْعَبُهَا مَعَ فَرِيقِ المَدْرَسَةِ مَرَّتَيْنِ فِي الأُسْبُوعِ</a:t>
            </a:r>
            <a:endParaRPr lang="ar-SA" sz="23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play it with the school team twice a week</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لَا أَسْتَطِيعُ أَنْ أَسْبَحَ جَيِّدًا، لٰكِنِّي أَتَعَلَّمُ</a:t>
            </a:r>
            <a:endParaRPr lang="ar-SA" sz="27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can’t swim well, but I am learning</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لِأَنَّهَا تُنْسِينِي ضَغْطَ الدِّرَاسَةِ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because it makes me forget the pressure of school</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After-school club registration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التَّسْجِيلُ فِي نَشَاطٍ بَعْدَ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activity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النَّشَاطُ</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that suit you</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المُنَاسِبَةُ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level</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مُسْتَوَاكَ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Another hobby you have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هِوَايَةٌ أُخْرَى عِنْدَكَ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of sport per week</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فِي الأُسْبُوعِ تُمَارِسُ الرِّيَاضَةَ؟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skill you could teach others</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مَهَارَةٌ تَسْتَطِيعُ أَنْ تُعَلِّمَهَا لِلْآخَرِينَ</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join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أَنْ تُشَارِكَ؟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urīdu an + verb in -a and a reason.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After-school club registration: model answers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Sami Yusuf, Year 9</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سَامِي يُوسُفُ، الصَّفُّ التَّاسِعُ</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chess club</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نَادِي الشِّطْرَنْجِ</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النَّشَاطُ</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Monday and Thursday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الإِثْنَيْنُ وَالخَمِيسُ</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الأَيَّامُ المُنَاسِبَةُ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beginner</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مُبْتَدِئٌ</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مُسْتَوَاكَ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القِرَاءَةُ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هِوَايَةٌ أُخْرَى عِنْدَكَ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hours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سَاعَاتٍ</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سَاعَةً فِي الأُسْبُوعِ تُمَارِسُ الرِّيَاضَةَ؟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watercolour painting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الرَّسْمُ بِالأَلْوَانِ المَائِيَّةِ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مَهَارَةٌ تَسْتَطِيعُ أَنْ تُعَلِّمَهَا لِلْآخَرِينَ</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 want to join because chess teaches me to think and be patient.</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أُرِيدُ أَنْ أُشَارِكَ لِأَنَّ الشِّطْرَنْجَ يُعَلِّمُنِي التَّفْكِيرَ وَالصَّبْرَ.</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 أَنْ تُشَارِكَ؟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هِوَايَاتِي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friend has asked how you spend your free time. Write an email in Arabic of about 80–90 words. You must include: • your hobbies and how often you do them • something you can or can’t do well • what you did in your free time yesterday • a new hobby you will try,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Frequency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astaṭīʿu an / lā astaṭīʿu an + verb in -a.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أَلْعَبُ … مَرَّتَيْنِ فِي الأُسْبُوعِ</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play … twice a week</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أَسْتَطِيعُ أَنْ … لٰكِنِّي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can’t … but I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لَعِبْنَا / فَازَ فَرِيقُنَا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played / our team won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سَأُجَرِّبُ هِوَايَةً جَدِيدَةً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try a new hobby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asked about your free time: write to him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سَأَلَكَ صَدِيقُكَ عَنْ وَقْتِ فَرَاغِكَ. اكْتُبْ لَهُ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hobbies; how often</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هِوَايَاتُكَ؟ وَكَمْ مَرَّةً تُمَارِسُهَا؟</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can / can’t do well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تَسْتَطِيعُ / لَا تَسْتَطِيعُ أَنْ تَفْعَلَ جَيِّدًا؟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in your free time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فِي وَقْتِ فَرَاغِكَ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hobby you will try; ask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الهِوَايَةُ الجَدِيدَةُ الَّتِي سَتُجَرِّبُهَا؟ 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 and I do it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______ ، وَأُمَارِسُهَا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can …, but I can’t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أَنْ ______ ، لٰكِنِّي لَا أَسْتَطِيعُ 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 with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______ مَعَ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summer I will try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الصَّيْفِ سَأُجَرِّبُ 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زَيْدُ،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سَأَلْتَنِي عَنْ هِوَايَاتِي. أُحِبُّ كُرَةَ القَدَمِ كَثِيرًا، وَأَلْعَبُهَا مَعَ فَرِيقِ المَدْرَسَةِ مَرَّتَيْنِ فِي الأُسْبُوعِ. أُحِبُّ القِرَاءَةَ أَيْضًا، وَأَقْرَأُ كُلَّ لَيْلَةٍ قَبْلَ النَّوْمِ. لَا أَسْتَطِيعُ أَنْ أَسْبَحَ جَيِّدًا، لٰكِنِّي أَتَعَلَّمُ الآنَ. أَمْسِ لَعِبْنَا مُبَارَاةً، وَفَازَ فَرِيقُنَا ثَلَاثَةً مُقَابِلَ وَاحِدٍ! الرِّيَاضَةُ مُهِمَّةٌ، لِأَنَّهَا مُفِيدَةٌ لِلصِّحَّةِ. فِي الصَّيْفِ سَأَتَعَلَّمُ التَّصْوِيرَ. وَأَنْتَ، مَا هِوَايَتُكَ؟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سَامِي</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Zaid, how are you? You asked about my hobbies. I love football and play it with the school team twice a week. I like reading too, and read every night before bed. I can’t swim well, but I am learning now. Yesterday we played a match and our team won three–one! Sport is important because it is good for your health. In the summer I will learn photography. And you — what is your hobby? Goodbye,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أَلْعَبُهَا … مَرَّتَيْنِ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أَسْتَطِيعُ أَنْ أَسْبَحَ</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فَازَ فَرِيقُنَا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سَأَتَعَلَّمُ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زَيْدٌ،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سَأَلْتَنِي كَيْفَ أَقْضِي وَقْتَ فَرَاغِي. أَنَا مَشْغُولٌ جِدًّا؛ أَلْعَبُ كُرَةَ القَدَمِ مَعَ فَرِيقِ المَدْرَسَةِ مَرَّتَيْنِ فِي الأُسْبُوعِ، وَأَتَعَلَّمُ العَزْفَ عَلَى العُودِ يَوْمَ السَّبْتِ مَعَ أُسْتَاذٍ سُورِيٍّ. أَمَّا فِي المَسَاءِ فَأُحِبُّ قِرَاءَةَ الرِّوَايَاتِ البُولِيسِيَّةِ، لِأَنَّهَا تُنْسِينِي ضَغْطَ الدِّرَاسَةِ. أَمْسِ كَانَ يَوْمًا رَائِعًا؛ فَازَ فَرِيقُنَا فِي نِصْفِ نِهَائِيِّ البُطُولَةِ، وَسَجَّلْتُ الهَدَفَ الثَّالِثَ بِرَأْسِي! صَحِيحٌ أَنَّ أَنْشِطَتِي كَثِيرَةٌ، غَيْرَ أَنِّي أُنَظِّمُ وَقْتِي جَيِّدًا. فِي العُطْلَةِ الصَّيْفِيَّةِ سَأُجَرِّبُ هِوَايَةً جَدِيدَةً، وَهِيَ التَّصْوِيرُ. وَأَنْتَ، هَلْ تُمَارِسُ أَيَّ رِيَاضَةٍ؟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سَامِي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Zaid, greetings. You asked how I spend my free time. I am very busy: I play football with the school team twice a week, and learn the oud on Saturdays with a Syrian teacher. As for the evenings, I love reading detective novels, because they make me forget the pressure of school. Yesterday was a great day: our team won the tournament semi-final, and I scored the third goal with a header! It is true I have a lot of activities, but I organise my time well. In the summer holiday I’ll try a new hobby — photography. And you, do you do any sport? Best wishes,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وَأَتَعَلَّمُ العَزْفَ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المَسَاءِ فَأُحِبُّ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سَجَّلْتُ الهَدَفَ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hobby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هِوَايَتِي المُفَضَّلَةُ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hobby and how often · other hobbies and sports · how you started; an achievement or memory · why it matters;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مَا هِوَايَتُكَ؟ وَكَمْ مَرَّةً تُمَارِسُهَا؟ · هِوَايَاتٌ وَرِيَاضَاتٌ أُخْرَى · كَيْفَ بَدَأْتَ؟ وَإِنْجَازٌ أَوْ ذِكْرَى · لِمَاذَا هِيَ مُهِمَّةٌ؟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Free time: between the screen and real life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وَقْتُ الفَرَاغِ: بَيْنَ الشَّاشَةِ وَالحَيَاةِ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young people spend free time · past and present · an experience from your family or school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كَيْفَ يَقْضِي الشَّبَابُ وَقْتَ فَرَاغِهِمْ؟ · المَاضِي وَالحَاضِرُ · تَجْرِبَةٌ مِنْ أُسْرَتِكَ أَوْ مَدْرَسَتِكَ · رَأْيُكَ وَاقْتِرَاحُكَ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your hobby with a verbal noun and frequency (kulla yawm, marratayn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Other activities — astaṭīʿu an … / lā astaṭīʿu an …; Stretch: ammā … fa-.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how you started (ʿindamā …) and an achievement (shāraktu, fuztu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Why it matters + future — li-annahā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أَسْبَحُ مَرَّتَيْنِ فِي الأُسْبُوعِ.</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swim twice a week.</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بَدَأْتُ الرَّسْمَ عِنْدَمَا كُنْتُ فِي الثَّامِنَةِ.</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started drawing when I was eight.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سَأُجَرِّبُ التَّصْوِيرَ فِي الصَّيْفِ.</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try photography in the summer.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عِنْدِي هِوَايَاتٌ كَثِيرَةٌ، لٰكِنَّ هِوَايَتِيَ المُفَضَّلَةَ هِيَ الرَّسْمُ. أَرْسُمُ كُلَّ يَوْمٍ تَقْرِيبًا بَعْدَ الوَاجِبَاتِ. أَرْسُمُ الطَّبِيعَةَ وَالحَيَوَانَاتِ، وَأَسْتَعْمِلُ الأَلْوَانَ المَائِيَّةَ. أُحِبُّ الرَّسْمَ، لِأَنَّهُ يُرِيحُنِي وَيَجْعَلُنِي سَعِيدَةً، وَأُعَلِّقُ لَوْحَاتِي عَلَى جُدْرَانِ غُرْفَتِي.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أُمَارِسُ الرِّيَاضَةَ أَيْضًا. أَسْبَحُ مَرَّتَيْنِ فِي الأُسْبُوعِ فِي النَّادِي، وَأَمْشِي مَعَ أُمِّي فِي الحَدِيقَةِ يَوْمَ الجُمُعَةِ. لَا أُحِبُّ كُرَةَ القَدَمِ، لٰكِنِّي أُحِبُّ كُرَةَ الطَّائِرَةِ، وَأَلْعَبُهَا مَعَ صَدِيقَاتِي فِي المَدْرَسَةِ.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بَدَأْتُ الرَّسْمَ عِنْدَمَا كُنْتُ فِي الثَّامِنَةِ مِنْ عُمْرِي. فِي السَّنَةِ المَاضِيَةِ شَارَكْتُ فِي مُسَابَقَةٍ فِي المَدْرَسَةِ، وَرَسَمْتُ شَجَرَةً كَبِيرَةً فِي الخَرِيفِ. فُزْتُ بِالمَرْكَزِ الأَوَّلِ، وَكَانَتْ أُسْرَتِي فَخُورَةً بِي، وَعَلَّقَتِ المُعَلِّمَةُ لَوْحَتِي فِي مَكْتَبَةِ المَدْرَسَةِ.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الهِوَايَاتُ مُهِمَّةٌ جِدًّا، لِأَنَّهَا تُعَلِّمُنَا الصَّبْرَ. فِي المُسْتَقْبَلِ أُرِيدُ أَنْ أَدْرُسَ الفَنَّ، وَسَأَرْسُمُ لَوْحَاتٍ كَبِيرَةً لِلْمَعَارِضِ.</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Many hobbies, but drawing is my favourite: almost every day after homework, nature and animals in watercolour; it relaxes me and makes me happy, and I hang my pictures on my bedroom walls → sport too: swimming twice a week at the club, walking with Mum on Fridays; not football, but I love volleyball and play it with my friends at school → started drawing at eight; last year a school competition — a big autumn tree — first place, and my family was proud, and the teacher hung my picture in the school library → hobbies matter because they teach patience; I want to study art and will paint big pictures for exhibitions.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أَرْسُمُ كُلَّ يَوْمٍ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مَرَّتَيْنِ فِي الأُسْبُوعِ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بَدَأْتُ الرَّسْمَ عِنْدَمَا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سَأَرْسُمُ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قَبْلَ ثَلَاثِ سَنَوَاتٍ كُنْتُ أَقْضِي وَقْتَ فَرَاغِي كُلَّهُ أَمَامَ الهَاتِفِ، أَتَنَقَّلُ مِنْ فِيدْيُو إِلَى آخَرَ دُونَ هَدَفٍ. ثُمَّ أَهْدَانِي خَالِي كَامِيرَا قَدِيمَةً، فَتَغَيَّرَ كُلُّ شَيْءٍ؛ فَقَدْ بَدَأْتُ أَرَى الأَشْيَاءَ مِنْ حَوْلِي بِعُيُونٍ جَدِيدَةٍ.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اليَوْمَ أَصْبَحَ التَّصْوِيرُ هِوَايَتِيَ المُفَضَّلَةَ؛ أَخْرُجُ كُلَّ يَوْمِ سَبْتٍ مَعَ مَجْمُوعَةٍ مِنَ المُصَوِّرِينَ الشَّبَابِ، فَنَمْشِي سَاعَاتٍ فِي الحَدَائِقِ وَالأَسْوَاقِ بَحْثًا عَنِ اللَّقْطَةِ المِثَالِيَّةِ. أَمَّا فِي أَيَّامِ الدِّرَاسَةِ فَأَسْبَحُ مَرَّتَيْنِ فِي الأُسْبُوعِ، لِأَنَّ السِّبَاحَةَ تُصَفِّي ذِهْنِي، وَتُسَاعِدُنِي عَلَى النَّوْمِ جَيِّدًا قَبْلَ الامْتِحَانَاتِ.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أَكْثَرُ لَحْظَةٍ فَخَرْتُ بِهَا كَانَتْ فِي الرَّبِيعِ المَاضِي، عِنْدَمَا شَارَكْتُ بِصُورَةٍ لِجَدِّي وَهُوَ يَعْمَلُ فِي حَدِيقَتِهِ فِي مُسَابَقَةٍ وَطَنِيَّةٍ لِلشَّبَابِ، فَاخْتَارَتْهَا اللَّجْنَةُ ضِمْنَ أَفْضَلِ عَشْرِ صُوَرٍ، وَعُرِضَتْ فِي مَعْرِضٍ فِي لَنْدَنَ.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الهِوَايَاتِ تَأْخُذُ وَقْتًا كَانَ يُمْكِنُ أَنْ أَدْرُسَ فِيهِ، غَيْرَ أَنَّهَا عَلَّمَتْنِي الصَّبْرَ وَالمُلَاحَظَةَ. وَلَوْ لَمْ يُهْدِنِي خَالِي تِلْكَ الكَامِيرَا، لَكُنْتُ مَا زِلْتُ أُضَيِّعُ وَقْتِي أَمَامَ الشَّاشَةِ.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أَقْضِي … أَتَنَقَّلُ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بَحْثًا عَنِ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وَعُرِضَتْ فِي مَعْرِضٍ</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لَمْ يُهْدِنِي … لَكُنْتُ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ea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screens or real life?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تَغَيَّرَتْ طَرِيقَةُ قَضَاءِ وَقْتِ الفَرَاغِ تَغَيُّرًا كَبِيرًا فِي السَّنَوَاتِ الأَخِيرَةِ. فَتُشِيرُ الدِّرَاسَاتُ إِلَى أَنَّ المُرَاهِقَ يَقْضِي أَكْثَرَ مِنْ سِتِّ سَاعَاتٍ يَوْمِيًّا أَمَامَ الشَّاشَاتِ، بَيْنَمَا تَقِلُّ الأَنْشِطَةُ الرِّيَاضِيَّةُ وَالفَنِّيَّةُ عَامًا بَعْدَ عَامٍ.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الأَطْفَالُ يَلْعَبُونَ فِي الشَّوَارِعِ وَالسَّاحَاتِ، وَيَصْنَعُونَ أَلْعَابَهُمْ بِأَيْدِيهِمْ، أَمَّا اليَوْمَ فَيَجْلِسُ كُلُّ وَاحِدٍ فِي غُرْفَتِهِ مَعَ هَاتِفِهِ، حَتَّى عِنْدَمَا يَزُورُهُ أَصْدِقَاؤُهُ، فَيَجْلِسُونَ مَعًا وَكُلٌّ مِنْهُمْ يَنْظُرُ إِلَى شَاشَتِهِ.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لَاحَظْتُ ذٰلِكَ فِي أُسْرَتِي؛ فَأَخِي الصَّغِيرُ كَانَ يَقْضِي عُطَلَهُ كُلَّهَا فِي أَلْعَابِ الفِيدْيُو، حَتَّى سَجَّلَهُ أَبِي فِي نَادٍ لِكُرَةِ السَّلَّةِ. فِي البِدَايَةِ رَفَضَ، لٰكِنَّهُ الآنَ يَنْتَظِرُ التَّدْرِيبَ بِشَوْقٍ، وَأَصْبَحَ لَهُ أَصْدِقَاءُ جُدُدٌ، وَتَحَسَّنَ نَوْمُهُ كَثِيرًا.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بَعْضَ الأَلْعَابِ الإِلِكْتِرُونِيَّةِ مُفِيدَةٌ لِلتَّفْكِيرِ، غَيْرَ أَنَّ الجِسْمَ يَحْتَاجُ إِلَى الحَرَكَةِ، وَالرُّوحَ تَحْتَاجُ إِلَى النَّاسِ وَالضَّحِكِ وَالهَوَاءِ الطَّلْقِ. وَلَوْ وَفَّرَتِ المَدَارِسُ أَنْشِطَةً مَجَّانِيَّةً بَعْدَ الدَّوَامِ، لَوَجَدَ كُلُّ طَالِبٍ هِوَايَةً تُبْعِدُهُ عَنِ الشَّاشَةِ.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تَقِلُّ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فَيَجْلِسُ</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حَتَّى سَجَّلَهُ أَبِي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وَفَّرَتِ … لَوَجَدَ</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hobbies as verbal nouns.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frequency + astaṭīʿu an +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TB-L09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TB-L08 · Writing Workshop — Hobbies, Sport and Free Time</dc:title>
  <dc:subject>PptxGenJS Presentation</dc:subject>
  <dc:creator>Al Madina Online School · Arabic Department</dc:creator>
  <cp:lastModifiedBy>Al Madina Online School · Arabic Department</cp:lastModifiedBy>
  <cp:revision>1</cp:revision>
  <dcterms:created xsi:type="dcterms:W3CDTF">2026-10-11T09:10:53Z</dcterms:created>
  <dcterms:modified xsi:type="dcterms:W3CDTF">2026-10-11T09:10:53Z</dcterms:modified>
</cp:coreProperties>
</file>