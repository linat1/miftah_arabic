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4 (My Home, Rooms and Garden, TB-L04).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7 is a negative: lā yūjadu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كَيْفَ (what … like) · صِفْ (describe) · مَاذَا (what) · ادْعُ (invite) — bullet 3 is PAST, bullet 4 ends with an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laysa + accusative, yūjadu / tūjadu, ordinals for floors, prepositions, a past paragraph, an opinion and a future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a hook, laysa + accusative, ammā … fa-, lam takun … ʿindamā, qaḍaynā … nunaẓẓifuhā, ḥattā, a superlative, a concession and law … la-.
ENGLISH SUMMARY (read aloud or paste in the chat for Core students): Every house has a smell — ours is coffee and old books: a stone house over a hundred years old on a narrow street near central York; not spacious, but every corner has a story and every door a sound we all know → the ground-floor kitchen is the heart of the house: we eat, study and talk there; as for my room, it is right under the roof, with a small window onto the old cathedral towers, whose bells I hear every morning before I wake → the garden wasn’t beautiful when we moved — full of weeds and stones — but we spent last summer clearing it and planted roses and mint until it became the loveliest place in the house → it is true our house is small and cold in winter, but I can’t imagine living anywhere else; “if I had a house in future, I would make its kitchen big like my mother’s, because a home begins around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lā … illā, baynamā, kāna + present vs ammā … fa-, baḥthan ʿan, a past experience with kuntu + present, a concession with lā tūjadu, and a conditional.
ENGLISH SUMMARY (read aloud or paste in the chat for Core students): Many dream of a quiet country house surrounded by trees, with only birdsong, while others prefer a flat in the city centre near work, schools and shops → in the past most people lived in villages in spacious houses with a courtyard; as for today, young people move to cities for work and live in small, expensive flats, sometimes not knowing their neighbours’ names → I have tried both: a month on my uncle’s farm last summer — up with the sun, helping in the fields and feeding the hens, early nights without a phone; restful, but I missed my friends and our nearby library → it is true the countryside is quieter and cleaner, but the city offers education and jobs that villages lack; “if good services reached the countryside, many young people would stay in their villages and the cities would be less crowded”.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My Home, Rooms and Garden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house-swap form, write an email about your new home, and write an extended piece about your home or about city versus country living.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TB-L04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new home.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yūjadu with masculine nouns, tūjadu with feminine; the genitive after every preposition (bijānibi l-maṭbakhi); hādhā / hādhihi agree; non-human plurals with feminine adjectives (al-ghurafu wāsiʿa).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الطَّابِقِ الأَرْضِيِّ يُوجَدُ … وَتُوجَدُ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the ground floor there is … and there is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نَافِذَتُهَا تُطِلُّ عَلَى شَجَرَةٍ كَبِيرَةٍ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its window looks out over a big tree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البَيْتُ أَوْسَعُ بِكَثِيرٍ مِنْ شَقَّتِنَا القَدِيمَةِ</a:t>
            </a:r>
            <a:endParaRPr lang="ar-SA" sz="27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house is much bigger than our old flat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Holiday house-swap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تَبَادُلِ البُيُوتِ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home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Town and area</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 وَالحَيُّ</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bedrooms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غُرَفِ النَّوْمِ</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garden?</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تُوجَدُ حَدِيقَةٌ؟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near the home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قَرِيبٌ مِنَ البَيْتِ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room</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غُرْفَتُكَ المُفَضَّلَةُ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your home does not have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شَيْءٌ لَا يُوجَدُ فِي بَيْتِكَ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guests will like your home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سَيُحِبُّ الضُّيُوفُ بَيْتَكَ؟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in the future with a reason.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Holiday house-swap form: model answers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two-storey house</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 بِطَابِقَيْنِ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السَّكَنِ</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York, city centre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يُورْكُ، وَسَطُ المَدِينَةِ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المَدِينَةُ وَالحَيُّ</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غُرَفٍ</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غُرَفِ النَّوْمِ</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a small one behind the house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حَدِيقَةٌ صَغِيرَةٌ خَلْفَ البَيْتِ</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تُوجَدُ حَدِيقَةٌ؟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train station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 القِطَارِ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قَرِيبٌ مِنَ البَيْتِ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kitchen</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المَطْبَخُ</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غُرْفَتُكَ المُفَضَّلَةُ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no parking space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يُوجَدُ مَوْقِفٌ لِلسَّيَّارَةِ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شَيْءٌ لَا يُوجَدُ فِي بَيْتِكَ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will like it because it is quiet and near the historic sights.</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سَيُحِبُّونَهُ لِأَنَّهُ هَادِئٌ وَقَرِيبٌ مِنَ المَعَالِمِ التَّارِيخِيَّةِ.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سَيُحِبُّ الضُّيُوفُ بَيْتَكَ؟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our new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بَيْتِنَا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Your family has moved house. Write an email in Arabic to your friend of about 80–90 words. You must include: • where the new home is and what it is like • the rooms, and where your room is • what you did in the new home yesterday • one thing you don’t like, and an invitation to visit.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yūjadu / tūjadu and two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sentence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انْتَقَلْنَا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have moved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 and there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بِجَانِبِ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room is next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زُرْتَنَا، فَسَنَنَامُ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visit us, we will sleep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 has moved: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انْتَقَلَتْ أُسْرَتُكَ إِلَى بَيْتٍ جَدِيدٍ.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new home is; what it is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البَيْتُ الجَدِيدُ؟ وَكَيْفَ هُوَ؟</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rooms; where your room is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الغُرَفَ. أَيْنَ غُرْفَتُكَ؟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there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أَمْسِ فِي البَيْتِ الجَدِيدِ؟</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thing you dislike; invite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الشَّيْءُ الَّذِي لَا تُحِبُّهُ؟ ادْعُ صَدِيقَكَ لِلزِّيَارَةِ.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moved to … in … The house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انْتَقَلْنَا إِلَى ______ فِي ______ . البَيْتُ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ground floor there is … My room is next to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يُوجَدُ ______ . غُرْفَتِي بِجَانِبِ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 in my room / in the garden.</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______ فِي غُرْفَتِي / فِي الحَدِيقَةِ.</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like … In summer you will visit us!</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______ . فِي الصَّيْفِ سَتَزُورُنَا!</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سَلِيمُ،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انْتَقَلْنَا إِلَى بَيْتٍ جَدِيدٍ فِي الأُسْبُوعِ المَاضِي. البَيْتُ كَبِيرٌ وَجَمِيلٌ، وَفِيهِ طَابِقَانِ. فِي الطَّابِقِ الأَرْضِيِّ يُوجَدُ مَطْبَخٌ وَغُرْفَةُ جُلُوسٍ، وَفِي الطَّابِقِ الأَوَّلِ تُوجَدُ ثَلَاثُ غُرَفِ نَوْمٍ. غُرْفَتِي بِجَانِبِ غُرْفَةِ أَخِي، وَهِيَ وَاسِعَةٌ وَمُرِيحَةٌ. تُوجَدُ حَدِيقَةٌ كَبِيرَةٌ خَلْفَ البَيْتِ، وَأَمْسِ لَعِبْتُ فِيهَا كُرَةَ القَدَمِ. أُحِبُّ البَيْتَ، لٰكِنَّهُ بَعِيدٌ عَنِ المَدْرَسَةِ. فِي الصَّيْفِ سَتَزُورُنَا، إِنْ شَاءَ اللّٰهُ!</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فَارِسٌ</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Salim, how are you? We moved to a new house last week. The house is big and beautiful, with two floors. On the ground floor there is a kitchen and a living room, and on the first floor there are three bedrooms. My room is next to my brother’s; it is spacious and comfortable. There is a big garden behind the house, and yesterday I played football in it. I love the house, but it is far from school. In the summer you will visit us, God willing! Goodbye, Faris.”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فِيهِ طَابِقَانِ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يُوجَدُ مَطْبَخٌ</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غُرْفَتِي بِجَانِبِ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خَلْفَ البَيْتِ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سَلِيمٌ،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انْتَقَلْنَا أَخِيرًا إِلَى بَيْتِنَا الجَدِيدِ فِي ضَاحِيَةٍ هَادِئَةٍ شَمَالَ المَدِينَةِ. البَيْتُ أَوْسَعُ بِكَثِيرٍ مِنْ شَقَّتِنَا القَدِيمَةِ؛ فَفِي الطَّابِقِ الأَرْضِيِّ يُوجَدُ مَطْبَخٌ حَدِيثٌ يُطِلُّ عَلَى الحَدِيقَةِ، وَفِي الطَّابِقِ الأَوَّلِ تُوجَدُ غُرَفُ النَّوْمِ. أَمَّا غُرْفَتِي فَهِيَ الأَصْغَرُ، لٰكِنَّهَا الأَجْمَلُ، لِأَنَّ نَافِذَتَهَا تُطِلُّ عَلَى شَجَرَةِ تُفَّاحٍ كَبِيرَةٍ. أَمْسِ قَضَيْتُ اليَوْمَ كُلَّهُ أُرَتِّبُ كُتُبِي وَأُعَلِّقُ الصُّوَرَ عَلَى الجُدْرَانِ. صَحِيحٌ أَنَّ البَيْتَ بَعِيدٌ عَنِ المَدْرَسَةِ، غَيْرَ أَنَّ الحَافِلَةَ تَقِفُ أَمَامَهُ. إِذَا زُرْتَنَا فِي الصَّيْفِ، فَسَنَنَامُ فِي خَيْمَةٍ فِي الحَدِيقَةِ!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فَارِسٌ</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Salim, greetings. We have finally moved to our new house in a quiet suburb north of the city. The house is much more spacious than our old flat: on the ground floor there is a modern kitchen overlooking the garden, and the bedrooms are on the first floor. As for my room, it is the smallest but the prettiest, because its window looks out over a big apple tree. Yesterday I spent the whole day arranging my books and hanging pictures on the walls. It is true the house is far from school, but the bus stops right in front of it. If you visit us in the summer, we’ll sleep in a tent in the garden! Best wishes, Faris.”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أَوْسَعُ بِكَثِيرٍ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غُرْفَتِي فَهِيَ الأَصْغَرُ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قَضَيْتُ اليَوْمَ كُلَّهُ أُرَتِّبُ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زُرْتَنَا … فَسَنَنَامُ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home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بَيْتِي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live; what your home is like · the rooms and your room · a memory or a job you did at home · your opinion and dream home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أَيْنَ تَسْكُنُ؟ وَكَيْفَ بَيْتُكَ؟ · الغُرَفُ وَغُرْفَتُكَ · ذِكْرَى أَوْ عَمَلٌ قُمْتُمْ بِهِ فِي البَيْتِ · رَأْيُكَ وَبَيْتُ أَحْلَامِكَ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 or countryside?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 أَمِ الرِّيفُ؟</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people prefer to live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أَيْنَ يُفَضِّلُ النَّاسُ أَنْ يَسْكُنُوا؟ · المَاضِي وَالحَاضِرُ · تَجْرِبَةٌ شَخْصِيَّةٌ · رَأْيُكَ وَاقْتِرَاحُكَ</a:t>
            </a:r>
            <a:endParaRPr lang="ar-SA" sz="16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 what — askunu fī …, yūjadu / tūjadu …, adjectives that agree.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 fī ṭ-ṭābiqi …, bijānibi / amāma / taḥta; Stretch: ammā ghurfatī fa-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job or memory: zaraʿnā, rattabnā …; lam takun … ʿindamā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urīdu an …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يُوجَدُ فِي بَيْتِنَا مَطْبَخٌ كَبِيرٌ.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there is a big kitchen in our house.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زَرَعْنَا الأَزْهَارَ فِي الحَدِيقَةِ.</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planted flowers in the garden.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سَأَسْكُنُ فِي بَيْتٍ قَرِيبٍ مِنَ البَحْرِ.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live in a house near the sea.</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أَسْكُنُ مَعَ أُسْرَتِي فِي بَيْتٍ قَدِيمٍ فِي وَسَطِ مَدِينَةِ يُورْكَ. البَيْتُ لَيْسَ كَبِيرًا، لٰكِنَّهُ مُرِيحٌ وَدَافِئٌ. فِيهِ ثَلَاثَةُ طَوَابِقَ.</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الطَّابِقِ الأَرْضِيِّ يُوجَدُ مَطْبَخٌ وَغُرْفَةُ جُلُوسٍ. المَطْبَخُ بِجَانِبِ الحَدِيقَةِ، وَنَأْكُلُ فِيهِ كُلَّ يَوْمٍ. فِي الطَّابِقِ الأَوَّلِ تُوجَدُ غُرْفَةُ وَالِدَيَّ وَالحَمَّامُ، وَغُرْفَتِي فِي الطَّابِقِ الثَّانِي تَحْتَ السَّقْفِ. فِي غُرْفَتِي سَرِيرٌ وَمَكْتَبٌ وَخِزَانَةٌ، وَعَلَى الجِدَارِ صُوَرٌ لِلَاعِبِي كُرَةِ القَدَمِ. أُحِبُّ غُرْفَتِي، لِأَنَّهَا هَادِئَةٌ وَدَافِئَةٌ، وَأَقْرَأُ فِيهَا كُلَّ مَسَاءٍ.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الصَّيْفِ المَاضِي زَرَعْنَا أَزْهَارًا وَطَمَاطِمَ فِي الحَدِيقَةِ. أَبِي وَأَنَا عَمِلْنَا كُلَّ يَوْمٍ، وَكَانَتِ الحَدِيقَةُ جَمِيلَةً جِدًّا فِي آخِرِ الصَّيْفِ. أَكَلْنَا الطَّمَاطِمَ مِنْ حَدِيقَتِنَا!</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رَأْيِي، بَيْتِي جَمِيلٌ، لٰكِنَّهُ صَغِيرٌ قَلِيلًا لِخَمْسَةِ أَشْخَاصٍ. فِي المُسْتَقْبَلِ أُرِيدُ أَنْ أَسْكُنَ فِي بَيْتٍ كَبِيرٍ قَرِيبٍ مِنَ البَحْرِ، فِيهِ حَدِيقَةٌ وَمَسْبَحٌ.</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An old house in central York: not big but comfortable and warm, three floors → ground floor: kitchen (next to the garden, where we eat daily) and living room; first floor: my parents’ room and bathroom; my room on the second floor under the roof — bed, desk, wardrobe, football posters; I love it because it’s quiet and warm, and I read there every evening → last summer Dad and I planted flowers and tomatoes; the garden was beautiful by the end, and we ate our own tomatoes → nice but a bit small for five; in future I want a big house by the sea with a garden and pool.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لَيْسَ كَبِيرًا، لٰكِنَّهُ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يُوجَدُ مَطْبَخٌ</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تَحْتَ السَّقْفِ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زَرَعْنَا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لِكُلِّ بَيْتٍ رَائِحَةٌ، وَرَائِحَةُ بَيْتِنَا خَلِيطٌ مِنَ القَهْوَةِ وَالكُتُبِ القَدِيمَةِ. نَسْكُنُ فِي بَيْتٍ حَجَرِيٍّ عُمْرُهُ أَكْثَرُ مِنْ مِئَةِ سَنَةٍ، فِي شَارِعٍ ضَيِّقٍ قَرِيبٍ مِنْ وَسَطِ يُورْكَ، وَلِهٰذَا فَهُوَ لَيْسَ وَاسِعًا، لٰكِنَّ لِكُلِّ زَاوِيَةٍ فِيهِ قِصَّةً، وَلِكُلِّ بَابٍ صَوْتًا نَعْرِفُهُ جَمِيعًا.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الطَّابِقِ الأَرْضِيِّ يُوجَدُ المَطْبَخُ، وَهُوَ قَلْبُ البَيْتِ؛ فَفِيهِ نَأْكُلُ وَنَدْرُسُ وَنَتَحَدَّثُ. أَمَّا غُرْفَتِي فَفِي الطَّابِقِ الثَّانِي تَحْتَ السَّقْفِ مُبَاشَرَةً، وَفِيهَا نَافِذَةٌ صَغِيرَةٌ أَرَى مِنْهَا أَبْرَاجَ الكَاتِدْرَائِيَّةِ القَدِيمَةِ، وَأَسْمَعُ أَجْرَاسَهَا كُلَّ صَبَاحٍ قَبْلَ أَنْ أَسْتَيْقِظَ.</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تَكُنِ الحَدِيقَةُ جَمِيلَةً عِنْدَمَا انْتَقَلْنَا؛ فَقَدْ كَانَتْ مَلِيئَةً بِالأَعْشَابِ وَالحِجَارَةِ. لٰكِنَّنَا قَضَيْنَا الصَّيْفَ المَاضِيَ كُلَّهُ نُنَظِّفُهَا، ثُمَّ زَرَعْنَا فِيهَا الوُرُودَ وَالنَّعْنَاعَ، حَتَّى أَصْبَحَتْ أَجْمَلَ مَكَانٍ فِي البَيْتِ.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بَيْتَنَا صَغِيرٌ وَبَارِدٌ فِي الشِّتَاءِ، غَيْرَ أَنِّي لَا أَتَخَيَّلُ نَفْسِي فِي مَكَانٍ آخَرَ. وَلَوْ أَصْبَحَ عِنْدِي بَيْتٌ فِي المُسْتَقْبَلِ، لَجَعَلْتُ مَطْبَخَهُ كَبِيرًا مِثْلَ مَطْبَخِ أُمِّي، لِأَنَّ البَيْتَ يَبْدَأُ مِنْ حَوْلِ المَائِدَةِ.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عُمْرُهُ أَكْثَرُ مِنْ مِئَةِ سَنَةٍ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غُرْفَتِي فَفِي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تَكُنِ الحَدِيقَةُ جَمِيلَةً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أَصْبَحَ … لَجَعَلْتُ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ea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city or countryside?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يَحْلُمُ كَثِيرٌ مِنَ النَّاسِ بِبَيْتٍ هَادِئٍ فِي الرِّيفِ، تُحِيطُ بِهِ الأَشْجَارُ، وَلَا يُسْمَعُ فِيهِ إِلَّا صَوْتُ العَصَافِيرِ، بَيْنَمَا يُفَضِّلُ آخَرُونَ شَقَّةً فِي قَلْبِ المَدِينَةِ، قَرِيبَةً مِنَ العَمَلِ وَالمَدَارِسِ وَالمَحَلَّاتِ.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أَغْلَبُ النَّاسِ يَسْكُنُونَ فِي القُرَى، وَكَانَتْ بُيُوتُهُمْ وَاسِعَةً وَفِيهَا فِنَاءٌ تَجْتَمِعُ فِيهِ العَائِلَةُ، أَمَّا اليَوْمَ فَيَنْتَقِلُ الشَّبَابُ إِلَى المُدُنِ بَحْثًا عَنِ العَمَلِ، فَيَسْكُنُونَ فِي شُقَقٍ صَغِيرَةٍ وَغَالِيَةٍ، وَلَا يَعْرِفُونَ أَحْيَانًا أَسْمَاءَ جِيرَانِهِمْ.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لَقَدْ جَرَّبْتُ الحَيَاتَيْنِ؛ فَفِي العُطْلَةِ الصَّيْفِيَّةِ قَضَيْتُ شَهْرًا فِي مَزْرَعَةِ خَالِي، فَكُنْتُ أَسْتَيْقِظُ مَعَ الشَّمْسِ، وَأُسَاعِدُهُ فِي الحَقْلِ وَفِي إِطْعَامِ الدَّجَاجِ، وَأَنَامُ مُبَكِّرًا بِدُونِ هَاتِفٍ. شَعَرْتُ بِالرَّاحَةِ، لٰكِنِّي اشْتَقْتُ إِلَى أَصْدِقَائِي وَإِلَى المَكْتَبَةِ القَرِيبَةِ مِنْ بَيْتِنَا.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الرِّيفَ أَهْدَأُ وَأَنْظَفُ، غَيْرَ أَنَّ المَدِينَةَ تُقَدِّمُ فُرَصًا لِلتَّعْلِيمِ وَالعَمَلِ لَا تُوجَدُ فِي القُرَى. وَلَوْ وَصَلَتِ الخِدْمَاتُ الجَيِّدَةُ إِلَى الأَرْيَافِ، لَبَقِيَ كَثِيرٌ مِنَ الشَّبَابِ فِي قُرَاهُمْ، وَلَخَفَّ الازْدِحَامُ فِي المُدُنِ.</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يُسْمَعُ فِيهِ إِلَّا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اليَوْمَ فَيَنْتَقِلُ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فَكُنْتُ أَسْتَيْقِظُ</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وَصَلَتِ … لَبَقِيَ</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of rooms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yūjadu / tūjadu and two prepositions + genitive.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TB-L05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TB-L04 · Writing Workshop — My Home, Rooms and Garden</dc:title>
  <dc:subject>PptxGenJS Presentation</dc:subject>
  <dc:creator>Al Madina Online School · Arabic Department</dc:creator>
  <cp:lastModifiedBy>Al Madina Online School · Arabic Department</cp:lastModifiedBy>
  <cp:revision>1</cp:revision>
  <dcterms:created xsi:type="dcterms:W3CDTF">2026-10-11T08:56:41Z</dcterms:created>
  <dcterms:modified xsi:type="dcterms:W3CDTF">2026-10-11T08:56:41Z</dcterms:modified>
</cp:coreProperties>
</file>