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B, Lesson 7 (Clothes, Accessories and Shopping, TB-L07), using that lesson’s language (comparatives (arkhaṣu min); prices and numbers; hādhā / hādhihi; object pronouns (ujarribuhu)).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broken plurals: قُمْصَانٌ · فَسَاتِينُ · أَحْذِيَةٌ · مَعَاطِفُ. Gender drives agreement: قَمِيصٌ أَبْيَضُ (m.) · تَنُّورَةٌ سَوْدَاءُ (f.).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object pronouns: أُجَرِّبُهُ (the shirt) · أُجَرِّبُهَا (the dress) · سَآخُذُهُ. Comparatives do not change for gender: هٰذِهِ أَرْخَصُ مِنْ تِلْكَ. Prices 11–99 take a singular accusative noun: خَمْسَةٌ وَعِشْرُونَ دِينَارًا.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in a clothes shop.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تُرِيدِينَ · مَقَاسُكِ · تَفَضَّلِي · تَدْفَعِينَ.
Core: suttra is feminine → sawdāʾ, zarqāʾ ghāmiqa, ujarribuhā, hiya. Sizes: ṣaghīr · mutawassiṭ · kabīr.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comparing two items.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تُرِيدِينَ.
Task 1: hādhā (near) vs dhālika (far). Task 2: a comparative with bi- + amount. Task 3: the CANDIDATE asks (ayyuhumā). Note jawāribu (diptote) after ʿindī.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returning an item.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اشْتَرَيْتِهِ · تُرِيدِينَ · نُقُودَكِ · سَتَقُولِينَ · لِخَالَتِكِ — she may return a بُلُوزَةٌ: لِأَنَّهَا ضَيِّقَةٌ.
Develop: an + subjunctive (an urjiʿa), object pronouns on past verbs (ishtaraythu), a preference + reason, a question, a future with -hā.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radio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غَيَّرْتِ عَادَاتِكِ · كُنْتِ مُدِيرَةَ شَرِكَةٍ.
Stretch: two reasons, al-mushkila anna … mimmā, kuntu + present vs ammā … fa-, a concession with a comparative,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comparison or a past purchase.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B · EXAM PRACTICE  ·  TB-L07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TB-L07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Clothes and Shopping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المَلَابِسُ وَالتَّسَوُّقُ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buy, try on, compare and return clothes — size, colour, material, price — with comparatives, demonstratives and object pronouns.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Advanced Topic B · Personal and Social Life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B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B › TB-L07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CLOTHES AND ACCESSORIES (SG.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What are you wearing?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تَلْبَسُ؟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قَمِيصٌ · بِنْطَالٌ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shirt · trousers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qa-mī-ṣun · bin-ṭā-lun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قُمْصَانٌ · بَنَاطِيلُ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فُسْتَانٌ · تَنُّورَةٌ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dress · a skirt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fus-tā-nun · tan-nū-ra-tun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فَسَاتِينُ · تَنَانِيرُ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حِذَاءٌ</a:t>
            </a:r>
            <a:endParaRPr lang="ar-SA" sz="30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pair of shoes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ḥi-dhā-ʾun</a:t>
            </a:r>
            <a:endParaRPr lang="en-US" sz="1350" dirty="0"/>
          </a:p>
        </p:txBody>
      </p:sp>
      <p:sp>
        <p:nvSpPr>
          <p:cNvPr id="48" name="Shape 45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أَحْذِيَةٌ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حِذَاءٌ</a:t>
            </a:r>
            <a:endParaRPr lang="ar-SA" sz="1500" dirty="0"/>
          </a:p>
        </p:txBody>
      </p:sp>
      <p:sp>
        <p:nvSpPr>
          <p:cNvPr id="54" name="Shape 51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1" name="Text 58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مِعْطَفٌ · سُتْرَةٌ</a:t>
            </a:r>
            <a:endParaRPr lang="ar-SA" sz="3000" dirty="0"/>
          </a:p>
        </p:txBody>
      </p:sp>
      <p:sp>
        <p:nvSpPr>
          <p:cNvPr id="62" name="Text 59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coat · a jacket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miʿ-ṭa-fun · sut-ra-tun</a:t>
            </a:r>
            <a:endParaRPr lang="en-US" sz="1350" dirty="0"/>
          </a:p>
        </p:txBody>
      </p:sp>
      <p:sp>
        <p:nvSpPr>
          <p:cNvPr id="63" name="Shape 60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8284464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مَعَاطِفُ · سُتَرٌ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4782312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4782312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accessories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قُبَّعَةٌ · نَظَّارَةٌ شَمْسِيَّةٌ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hat · sunglasses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qub-ba-ʿa-tun · naẓ-ẓā-ra-tun sham-siy-ya-tun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4462272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قُبَّعَاتٌ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960120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60120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my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مَقَاسٌ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size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ma-qā-sun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مَقَاسِي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مَقَاسَاتٌ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مَقَاسٌ</a:t>
            </a:r>
            <a:endParaRPr lang="ar-SA" sz="1500" dirty="0"/>
          </a:p>
        </p:txBody>
      </p:sp>
      <p:sp>
        <p:nvSpPr>
          <p:cNvPr id="96" name="Text 9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IN THE SHOP: THIS, IT, CHEAPER, HOW MUCH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Can I try it on?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أُجَرِّبَهُ؟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object pronoun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أُجَرِّبُهُ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try it on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u-jar-ri-bu-hu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can I?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أُجَرِّبَهُ؟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أُجَرِّبُهَا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demonstratives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· هٰذِهِ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this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hā-dhā · hā-dhi-hi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that f.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تِلْكَ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that m.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ذٰلِكَ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comparatives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أَرْخَصُ مِنْ · أَغْلَى مِنْ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cheaper than · dearer than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ar-kha-ṣu min · agh-lā min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smaller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أَصْغَرُ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bigger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price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بِكَمْ …؟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much is …?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bi-kam …?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بِكَمْ هٰذِهِ؟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بِكَمْ هٰذَا؟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too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ضَيِّقٌ · وَاسِعٌ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tight · loose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ḍay-yi-qun · wā-si-ʿun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too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ضَيِّقٌ جِدًّا عَلَيَّ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ضَيِّقَةٌ · وَاسِعَةٌ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 · he · we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أُرْجِعُ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return (an item)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ur-ji-ʿu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نُرْجِعُ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يُرْجِعُ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أَرْجَعْتُ</a:t>
            </a:r>
            <a:endParaRPr lang="ar-SA" sz="135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IN A CLOTHES 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Buying a jacket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أَشْتَرِي سُتْرَةً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أَبْحَثُ عَنْ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are looking for.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كَيْفَ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سُتْرَةً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colour.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لَوْنٍ تُرِيدُ؟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مَقَاسِي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size.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مَقَاسُكَ؟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أُجَرِّبَهَا؟ بِكَمْ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to try it on, then ask the price.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تَفَضَّلْ، هٰذِهِ السُّتْرَةُ الزَّرْقَاءُ.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بِالبِطَاقَةِ / نَقْدًا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تَدْفَعُ؟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shop assistant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COMPARING TWO ITEMS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Which trainers?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حِذَاءٍ رِيَاضِيٍّ؟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بِكَمْ هٰذَا؟ وَبِكَمْ ذٰلِكَ؟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the price of both.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هٰذَا الحِذَاءُ الأَبْيَضُ، وَذٰلِكَ الحِذَاءُ الأَحْمَرُ.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الأَحْمَرُ أَرْخَصُ مِنْ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the prices.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الأَبْيَضُ بِسِتِّينَ، وَالأَحْمَرُ بِخَمْسَةٍ وَأَرْبَعِينَ.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أَفْضَلُ لِلْجَرْيِ؟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which is better for running.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الأَبْيَضَ أَخَفُّ وَأَقْوَى.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 سَآخُذُ … لِأَنَّ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Decide and give a reason.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الأَبْيَضُ بِالتَّأْكِيدِ.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… / لَا، شُكْرًا، عِنْدِي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جَوَارِبَ أَيْضًا؟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a shop assistant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RETURNING AN ITEM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Returning a present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أُرْجِعُ هَدِيَّةً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أُرْجِعَ … لِأَنَّهُ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want to return and why.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اشْتَرَتْهُ … قَبْلَ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(past + someone else bought it).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اشْتَرَيْتَهُ؟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and explain.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مَقَاسًا أَكْبَرَ أَمْ نُقُودَكَ؟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عِنْدَكُمْ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another colour or item.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لِلْأَسَفِ لَيْسَ عِنْدَنَا مَقَاسٌ أَكْبَرُ بِهٰذَا اللَّوْنِ.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سَأَشْكُرُهَا … وَسَأَقُولُ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سَتَقُولُ لِخَالَتِكَ؟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customer-service assistant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RADIO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Fast fashion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المُوضَةُ السَّرِيعَةُ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… وَلِأَنَّ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reasons.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يَشْتَرِي الشَّبَابُ مَلَابِسَ كَثِيرَةً؟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المُشْكِلَةُ أَنَّ … مِمَّا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an effect.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المُشْكِلَةُ فِي ذٰلِكَ؟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أَمَّا الآنَ فَأَشْتَرِي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change (past → present).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غَيَّرْتَ عَادَاتِكَ؟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المَلَابِسَ الجَيِّدَةَ غَالِيَةٌ!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…، لَصَنَعْتُ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مُدِيرَ شَرِكَةِ مَلَابِسَ، مَاذَا تُغَيِّرُ؟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guest  ·  The examiner is: a radio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asked for an item, a size and a colour, and asked the price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compared two items (arkhaṣu min) and used an object pronoun (-hu / -hā)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أَبْحَثُ عَنْ سُتْرَةٍ لِلشِّتَاءِ، مِنْ فَضْلِكَ.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looking for a winter jacket, please.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كَيْفَ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سُتْرَةً سَوْدَاءَ أَوْ زَرْقَاءَ غَامِقَةً.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would like a black or dark blue jacket.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لَوْنٍ تُرِيدُ؟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مَقَاسِي مُتَوَسِّطٌ.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size is medium.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مَقَاسُكَ؟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أُجَرِّبَهَا؟ وَبِكَمْ هِيَ؟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I try it on? And how much is it?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تَفَضَّلْ، هٰذِهِ السُّتْرَةُ الزَّرْقَاءُ.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سَأَدْفَعُ بِالبِطَاقَةِ، مِنْ فَضْلِكَ.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pay by card, please.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تَدْفَعُ؟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بِكَمْ هٰذَا الأَبْيَضُ؟ وَبِكَمْ ذٰلِكَ الأَحْمَرُ؟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much is this white one? And that red one?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هٰذَا الحِذَاءُ الأَبْيَضُ، وَذٰلِكَ الحِذَاءُ الأَحْمَرُ.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الأَحْمَرُ أَرْخَصُ مِنَ الأَبْيَضِ بِخَمْسَةَ عَشَرَ دِينَارًا.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red one is fifteen dinars cheaper than the white one.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الأَبْيَضُ بِسِتِّينَ، وَالأَحْمَرُ بِخَمْسَةٍ وَأَرْبَعِينَ.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أَفْضَلُ لِلْجَرْيِ؟ لِأَنِّي أَجْرِي كُلَّ صَبَاحٍ.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of the two is better for running? Because I run every morning.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الأَبْيَضَ أَخَفُّ وَأَقْوَى.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 سَآخُذُ الأَبْيَضَ، لِأَنَّ الجَوْدَةَ أَهَمُّ مِنَ السِّعْرِ.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Then I’ll take the white ones, because quality matters more than price.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الأَبْيَضُ بِالتَّأْكِيدِ.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شُكْرًا، عِنْدِي جَوَارِبُ كَثِيرَةٌ فِي البَيْتِ.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 thanks, I have lots of socks at home.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جَوَارِبَ أَيْضًا؟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أُرْجِعَ هٰذَا القَمِيصَ، لِأَنَّهُ ضَيِّقٌ جِدًّا عَلَيَّ.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return this shirt, because it is much too tight on me.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المُشْكِلَةُ؟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اشْتَرَتْهُ لِي خَالَتِي هَدِيَّةً قَبْلَ أُسْبُوعٍ، وَهٰذَا هُوَ الإِيصَالُ.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aunt bought it for me as a present a week ago, and here is the receipt.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اشْتَرَيْتَهُ؟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مَقَاسًا أَكْبَرَ، لِأَنَّ اللَّوْنَ يُعْجِبُنِي كَثِيرًا.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prefer a bigger size, because I really like the colour.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مَقَاسًا أَكْبَرَ أَمْ نُقُودَكَ؟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عِنْدَكُمْ هٰذَا القَمِيصُ نَفْسُهُ بِاللَّوْنِ الأَخْضَرِ؟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have this same shirt in green?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لِلْأَسَفِ لَيْسَ عِنْدَنَا مَقَاسٌ أَكْبَرُ بِهٰذَا اللَّوْنِ.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سَأَشْكُرُهَا عَلَى الهَدِيَّةِ، وَسَأَلْبَسُ القَمِيصَ الجَدِيدَ عِنْدَمَا أَزُورُهَا.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thank her for the present and wear the new shirt when I visit her.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سَتَقُولُ لِخَالَتِكَ؟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رَخِيصَةٌ جِدًّا، وَلِأَنَّ وَسَائِلَ التَّوَاصُلِ تَعْرِضُ مُوضَةً جَدِيدَةً كُلَّ أُسْبُوعٍ.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they are very cheap, and because social media shows a new trend every week.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يَشْتَرِي الشَّبَابُ مَلَابِسَ كَثِيرَةً؟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المُشْكِلَةُ أَنَّنَا نَرْمِي المَلَابِسَ بَعْدَ أَشْهُرٍ قَلِيلَةٍ، مِمَّا يَمْلَأُ الأَرْضَ بِالنُّفَايَاتِ.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problem is we throw clothes away after a few months, which fills the earth with waste.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المُشْكِلَةُ فِي ذٰلِكَ؟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أَشْتَرِي قَمِيصًا كُلَّ أُسْبُوعٍ، أَمَّا الآنَ فَأَشْتَرِي أَقَلَّ وَأَخْتَارُ المَلَابِسَ المُسْتَعْمَلَةَ أَحْيَانًا.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buy a shirt every week; now I buy less and sometimes choose second-hand clothes.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غَيَّرْتَ عَادَاتِكَ؟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أَغْلَى، غَيْرَ أَنَّهَا تَبْقَى سَنَوَاتٍ، فَهِيَ فِي النِّهَايَةِ أَرْخَصُ.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they are dearer, but they last for years, so in the end they are cheaper.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المَلَابِسَ الجَيِّدَةَ غَالِيَةٌ!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مُدِيرَ شَرِكَةٍ، لَصَنَعْتُ مَلَابِسَ مِنْ مَوَادَّ مُعَادَةِ التَّدْوِيرِ، وَلَأَصْلَحْتُ المَلَابِسَ القَدِيمَةَ مَجَّانًا.</a:t>
            </a:r>
            <a:endParaRPr lang="ar-SA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ran a clothing company, I would make clothes from recycled materials and repair old clothes for free.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مُدِيرَ شَرِكَةِ مَلَابِسَ، مَاذَا تُغَيِّرُ؟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reasons, mimmā, a personal change,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مَلَابِسِي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أَلْبَسُ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you wearing now?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تَلْبَسُ الآنَ؟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your favourite clothes?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مَلَابِسُكَ المُفَضَّلَةُ؟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أَشْتَرِيهَا مِنْ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buy your clothes?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تَشْتَرِي مَلَابِسَكَ؟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shopping?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التَّسَوُّقَ؟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أَلْبَسُ … جَدِيدًا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wear at Eid?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تَلْبَسُ فِي الأَعْيَادِ؟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التَّسَوُّقُ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اشْتَرَيْتُ … بِسَبْعِينَ … وَكَانَ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last thing you bought.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آخِرَ شَيْءٍ اشْتَرَيْتَهُ.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 … أَمَّا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Shops or online?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التَّسَوُّقَ فِي المَحَلَّاتِ أَمْ عَلَى الإِنْتَرْنِتِ؟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students wear uniform?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يَلْبَسَ الطُّلَّابُ زِيًّا مَدْرَسِيًّا؟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أَلْبَسُ … مَعَ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wear to a party?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تَلْبَسُ فِي حَفْلَةٍ؟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سَأَشْتَرِي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you buy for the next Eid?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سَتَشْتَرِي لِلْعِيدِ القَادِمِ؟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prices, comparisons, an object pronoun, a reason and the future.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المُوضَةُ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حَدٍّ مَا، فَمَثَلًا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clothes reflect personality?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تَعْكِسُ المَلَابِسُ شَخْصِيَّةَ الإِنْسَانِ؟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أُمِّي … أَمَّا اليَوْمَ فَنَشْتَرِي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fashion changed since your parents’ day?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تَغَيَّرَتِ المُوضَةُ مُنْذُ أَيَّامِ وَالِدَيْكَ؟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second-hand clothes a good idea?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المَلَابِسُ المُسْتَعْمَلَةُ فِكْرَةٌ جَيِّدَةٌ؟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اشْتَرَيْتُ … عَلَى الإِنْتَرْنِتِ، فَلَمَّا وَصَلَ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bad shopping experience.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تَجْرِبَةَ تَسَوُّقٍ سَيِّئَةً.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أَعْطَوْنِي …، لَاشْتَرَيْتُ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were given £100 to shop, how would you spend it?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أَعْطَوْكَ مِئَةَ جُنَيْهٍ لِلتَّسَوُّقِ، كَيْفَ تُنْفِقُهَا؟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relative clause, kāna + present vs ammā … fa-, a concession, lammā …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أَلْبَسُ قَمِيصًا أَبْيَضَ وَبِنْطَالًا أَسْوَدَ.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wearing a white shirt and black trousers.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تَلْبَسُ الآنَ؟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المَلَابِسَ الرِّيَاضِيَّةَ، لِأَنَّهَا مُرِيحَةٌ.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sportswear, because it is comfortable.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مَلَابِسُكَ المُفَضَّلَةُ؟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أَشْتَرِيهَا مِنَ المَرْكَزِ التِّجَارِيِّ مَعَ أُمِّي.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buy them at the shopping centre with my mum.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تَشْتَرِي مَلَابِسَكَ؟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لَا أُحِبُّهُ كَثِيرًا، لِأَنَّهُ مُتْعِبٌ.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don’t like it much, because it is tiring.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التَّسَوُّقَ؟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أَلْبَسُ ثَوْبًا جَدِيدًا أَبْيَضَ، وَحِذَاءً أَسْوَدَ.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wear a new white thobe and black shoes.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تَلْبَسُ فِي الأَعْيَادِ؟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colour that agrees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اشْتَرَيْتُ مِعْطَفًا رَمَادِيًّا بِسَبْعِينَ جُنَيْهًا، وَكَانَ أَرْخَصَ مِمَّا تَوَقَّعْتُ بِسَبَبِ التَّخْفِيضَاتِ.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bought a grey coat for seventy pounds — cheaper than I expected because of the sales.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آخِرَ شَيْءٍ اشْتَرَيْتَهُ.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المَحَلَّاتِ، لِأَنِّي أُجَرِّبُ المَلَابِسَ قَبْلَ أَنْ أَشْتَرِيَهَا، أَمَّا الإِنْتَرْنِتُ فَأَسْرَعُ لٰكِنَّهُ مُخَاطَرَةٌ.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shops, because I try clothes on before buying; online is quicker but a risk.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التَّسَوُّقَ فِي المَحَلَّاتِ أَمْ عَلَى الإِنْتَرْنِتِ؟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 الزِّيَّ يَجْعَلُ الجَمِيعَ مُتَسَاوِينَ، وَلَا يُفَكِّرُ أَحَدٌ فِي المُوضَةِ.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because uniform makes everyone equal, and nobody thinks about fashion.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يَلْبَسَ الطُّلَّابُ زِيًّا مَدْرَسِيًّا؟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أَلْبَسُ فُسْتَانًا طَوِيلًا أَخْضَرَ، مَعَ حِذَاءٍ ذَهَبِيٍّ وَحَقِيبَةٍ صَغِيرَةٍ.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wear a long green dress with gold shoes and a small bag.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تَلْبَسُ فِي حَفْلَةٍ؟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سَأَشْتَرِي حِذَاءً جَدِيدًا، لِأَنَّ حِذَائِيَ القَدِيمَ أَصْبَحَ ضَيِّقًا عَلَيَّ.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buy new shoes, because my old ones have become too tight.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سَتَشْتَرِي لِلْعِيدِ القَادِمِ؟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Description + price + comparison + reason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حَدٍّ مَا، فَمَثَلًا الشَّخْصُ الَّذِي يَلْبَسُ أَلْوَانًا زَاهِيَةً يَكُونُ غَالِبًا جَرِيئًا وَمَرِحًا.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some extent — someone who wears bright colours, for example, is often bold and cheerful.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تَعْكِسُ المَلَابِسُ شَخْصِيَّةَ الإِنْسَانِ؟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أُمِّي تَخِيطُ مَلَابِسَهَا بِنَفْسِهَا، أَمَّا اليَوْمَ فَنَشْتَرِي كُلَّ شَيْءٍ جَاهِزًا وَرَخِيصًا.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mother used to sew her own clothes; today we buy everything ready-made and cheap.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تَغَيَّرَتِ المُوضَةُ مُنْذُ أَيَّامِ وَالِدَيْكَ؟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بَعْضَ النَّاسِ يَخْجَلُونَ مِنْهَا، غَيْرَ أَنَّهَا تُوَفِّرُ المَالَ وَتَحْمِي البِيئَةَ مَعًا.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some people are embarrassed by them, but they save money and protect the environment at once.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المَلَابِسُ المُسْتَعْمَلَةُ فِكْرَةٌ جَيِّدَةٌ؟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alladhī yalbasu, past vs present, ṣaḥīḥun anna … ghayra anna, lammā,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اشْتَرَيْتُ حِذَاءً عَلَى الإِنْتَرْنِتِ، فَلَمَّا وَصَلَ وَجَدْتُهُ أَصْغَرَ بِمَقَاسَيْنِ، وَاسْتَغْرَقَ إِرْجَاعُهُ شَهْرًا كَامِلًا.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bought shoes online; when they arrived they were two sizes too small, and returning them took a whole month.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تَجْرِبَةَ تَسَوُّقٍ سَيِّئَةً.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أَعْطَوْنِي مِئَةَ جُنَيْهٍ، لَاشْتَرَيْتُ مِعْطَفًا جَيِّدًا وَاحِدًا بَدَلًا مِنْ خَمْسَةِ قُمْصَانٍ رَخِيصَةٍ.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given £100, I would buy one good coat instead of five cheap shirts.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أَعْطَوْكَ مِئَةَ جُنَيْهٍ لِلتَّسَوُّقِ، كَيْفَ تُنْفِقُهَا؟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alladhī yalbasu, past vs present, ṣaḥīḥun anna … ghayra anna, lammā,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asked for a size, a colour and the price.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Colours agreed with the clothes (m. / f.).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two items with arkhaṣu min / aghlā min.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-hu / -hā (ujarribuhu, sa-ākhudhuhā).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concession, ammā … fa-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TB-L07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TB-L07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TB-L07 · Speaking Workshop — Clothes and Shopping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2026-10-11T09:07:20Z</dcterms:created>
  <dcterms:modified xsi:type="dcterms:W3CDTF">2026-10-11T09:07:20Z</dcterms:modified>
</cp:coreProperties>
</file>