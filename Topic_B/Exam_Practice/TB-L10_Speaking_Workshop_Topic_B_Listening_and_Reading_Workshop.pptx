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10 (Topic B mixed practice — new neighbours, TB-L10), using that lesson’s language (mixed Topic B: profiles, family, description, home, hobbies, invitations; reference (-hu / -hā / -hum) and agreement).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reading and listening skill: follow the pronouns. عِنْدَهُ (he has) · عِنْدَهَا (she has) · عِنْدَهُمْ (they have). Ask yourself after every -hu / -hā / -hum: who is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to a family use the plural: أَهْلًا وَسَهْلًا بِكُمْ · تَفَضَّلُوا. Plurals of people: جِيرَانٌ · لُطَفَاءُ · مُرَحِّبُونَ.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meeting the new neighbour.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مَعَكِ · تُحِبِّينَ — if the neighbour has a daughter: ابْنَتِي عُمْرُهَا … وَتُحِبُّ ….
Core: TB-L01 (introduce yourself), L02 (family), L04 (location), L08 (hobbies) in one card. Plural greeting bikum.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helping them move in.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لِأَنَّكِ جِئْتِ · رَأْيُكِ · تُرِيدِينَ · تَعَالَيْ.
Core+: L05 furniture with -hā (naḍaʿuhā, naḥmiluhā), L04 floors, L06 colours as nouns, a relative clause (alladhī aṣlaḥa), L09 polite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telling your parent.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رَأَيْتِ · سَاعَدْتِهِمْ · مَا رَأْيُكِ (to a mother).
Develop: pronoun tracking (shaʿruhu, ibnatuhum, maṭbakhahum, sāʿadtahum), yabdū + accusative, laysa … baʿdu, sequencing.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community radio show.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حَيِّكِ · نَظَّمْتِ.
Stretch: huwa alladhī, kāna + present vs ammā … fa-, a past story with ʿindamā … fa-, a dual verb (lā yaḍurrāni), law … la- with a relative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mixing Topic B.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Mixed Topic B: New Neighbours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الجِيرَانُ الجُدُدُ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 using all of Topic B: meet and describe new neighbours, their family, home and hobbies, and invite them — tracking who “he / she / they” refers to.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WHO IS WHO? (HE · SHE · THEY)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Tracking the people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هُوَ؟ مَنْ هِيَ؟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neighbour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jā-run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جِيرَانٌ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انْتَقَلُوا إِلَى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they moved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an-ta-qa-lū i-lā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انْتَقَلْنَا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انْتَقَلَتْ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انْتَقَلَ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impressions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يَبْدُو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seems / looks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yab-dū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تَبْدُو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reference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عِنْدَهُمْ …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they have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ʿin-da-hum …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عِنْدَهَا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reference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أَوْلَادُهُمْ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their children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aw-lā-du-hum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أَوْلَادُهَا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أَوْلَادُهُ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مُرَحِّبٌ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welcoming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mu-raḥ-ḥi-bun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مُرَحِّبُونَ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مُرَحِّبَةٌ</a:t>
            </a:r>
            <a:endParaRPr lang="ar-SA" sz="150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مُرَحِّبٌ</a:t>
            </a:r>
            <a:endParaRPr lang="ar-SA" sz="150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WELCOMING AND DESCRIBING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Welcome to the street!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بِكُمْ!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greeting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بِكُمْ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welcome (to you all)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ah-lan wa-sah-lan bi-kum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بِكِ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past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نَتَعَرَّفُ عَلَى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get to know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na-ta-ʿar-ra-fu ʿa-lā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تَعَرَّفْنَا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أَتَعَرَّفُ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· they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يُشْبِهُ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looks like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yush-bi-hu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يُشْبِهُونَ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تُشْبِهُ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kind, nice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la-ṭī-fun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لُطَفَاءُ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help · can I help?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مُسَاعَدَةٌ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help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mu-sā-ʿa-da-tun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can I help?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أُسَاعِدُكُمْ؟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help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أُسَاعِدُ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polite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تَفَضَّلُوا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please come in (pl.)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ta-faḍ-ḍa-lū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تَفَضَّلِي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MEETING THE NEW NEIGHBOUR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Welcoming the new neighbour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جَارٌ جَدِيدٌ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بِكُمْ! 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 them and introduce yourself.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مَرْحَبًا، نَحْنُ الجِيرَانُ الجُدُدُ.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مَعَ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is in your family.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يَسْكُنُ مَعَكَ؟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المَسْجِدُ … بِجَانِبِ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it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مَسْجِدٌ قَرِيبٌ؟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نَسْتَطِيعُ أَنْ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and he could do together.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ابْنِي عُمْرُهُ أَرْبَعَ عَشْرَةَ سَنَةً، وَيُحِبُّ كُرَةَ القَدَمِ.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هٰذَا الشَّارِعَ؟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your new neighbour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HELPING THEM MOVE 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Helping with the furniture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نُسَاعِدُ الجِيرَانَ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نَضَعُهَا فِي … أَمَامَ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where to put it.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لِأَنَّكَ جِئْتَ! أَيْنَ نَضَعُ هٰذِهِ الكَنَبَةَ؟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ثَقِيلَةٌ … نَحْمِلُهَا إِلَى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where, and that it is heavy.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 الخِزَانَةُ الكَبِيرَةُ؟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اللَّوْنُ … لٰكِنَّ … أَفْضَلُ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on the colour.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لَوْنِ الجُدْرَانِ؟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 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the problem is and offer help.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الثَّلَّاجَةُ لَا تَعْمَلُ!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 / شُكْرًا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politely.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تَعَالَ نَشْرَبِ الشَّايَ!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helpful neighbour  ·  The examiner is: the new neighbour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TELLING YOUR PARENT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“What are the new neighbours like?”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الجِيرَانُ الجُدُدُ؟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هُمْ … : أَبٌ وَأُمٌّ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and who they are.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رَأَيْتَ الجِيرَانَ الجُدُدَ؟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… وَشَعْرُهُ … وَيَبْدُو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him (looks + personality).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 الأَبِ؟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ابْنَتُهُمُ الكُبْرَى … تُحِبُّ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one child and a hobby.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وَالأَوْلَادُ؟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نَدْعُوَهُمْ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an idea with a reason.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مَاذَا نَفْعَلُ لِنُرَحِّبَ بِهِمْ؟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أَوَّلًا … ثُمَّ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sequence).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سَاعَدْتَهُمُ اليَوْمَ؟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your parent, just home from work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COMMUNITY RADIO SHOW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What makes a good neighbourhood?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الحَيُّ الجَيِّدُ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الجَارُ الجَيِّدُ هُوَ الَّذِي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qualities with a relative clause.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الجَارِ الجَيِّدِ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أَمَّا اليَوْمَ فَكَثِيرٌ مِنَّا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يَعْرِفُ النَّاسُ جِيرَانَهُمُ اليَوْمَ؟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عِنْدَمَا … فَتَعَشَّيْنَا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past story.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حَيِّكَ.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الخُصُوصِيَّةَ مُهِمَّةٌ أَيْضًا!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…، لَأَقَمْتُ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حَدَثًا لِحَيِّكَ، مَاذَا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resident  ·  The examiner is: a community-radio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people (family, looks, home) with the right pronouns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track of he / she / they and gave an impression with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بِكُمْ! أَنَا يُوسُفُ، وَأَسْكُنُ فِي البَيْتِ رَقْمِ عَشَرَةٍ.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Welcome! I’m Yusuf, and I live at number ten.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مَرْحَبًا، نَحْنُ الجِيرَانُ الجُدُدُ.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مَعَ أَبِي وَأُمِّي وَأُخْتِي الصَّغِيرَةِ.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with my dad, my mum and my little sister.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يَسْكُنُ مَعَكَ؟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المَسْجِدُ فِي آخِرِ الشَّارِعِ، بِجَانِبِ المَخْبَزِ.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mosque is at the end of the street, next to the bakery.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مَسْجِدٌ قَرِيبٌ؟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نَسْتَطِيعُ أَنْ نَلْعَبَ مَعًا فِي الحَدِيقَةِ يَوْمَ السَّبْتِ.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We can play together in the park on Saturday.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ابْنِي عُمْرُهُ أَرْبَعَ عَشْرَةَ سَنَةً، وَيُحِبُّ كُرَةَ القَدَمِ.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هَادِئٌ، وَالجِيرَانُ لُطَفَاءُ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 is quiet and the neighbours are very kind.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هٰذَا الشَّارِعَ؟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نَضَعُهَا فِي غُرْفَةِ الجُلُوسِ، أَمَامَ التِّلْفَازِ.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Let’s put it in the living room, in front of the TV.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لِأَنَّكَ جِئْتَ! أَيْنَ نَضَعُ هٰذِهِ الكَنَبَةَ؟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ثَقِيلَةٌ جِدًّا! نَحْمِلُهَا مَعًا إِلَى غُرْفَةِ النَّوْمِ فِي الطَّابِقِ الأَوَّلِ.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very heavy! Let’s carry it together to the bedroom on the first floor.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 الخِزَانَةُ الكَبِيرَةُ؟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اللَّوْنُ الأَصْفَرُ جَمِيلٌ، لٰكِنَّ الأَبْيَضَ أَفْضَلُ لِغُرْفَةٍ صَغِيرَةٍ.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yellow is nice, but white is better for a small room.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لَوْنِ الجُدْرَانِ؟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بِالضَّبْطِ؟ هَلْ تُرِيدُ رَقْمَ الفَنِّيِّ الَّذِي أَصْلَحَ ثَلَّاجَتَنَا؟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exactly is the problem? Do you want the number of the technician who fixed our fridge?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الثَّلَّاجَةُ لَا تَعْمَلُ!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سُرُورٍ، شُكْرًا جَزِيلًا!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pleasure, thank you very much!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تَعَالَ نَشْرَبِ الشَّايَ!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هُمْ خَمْسَةٌ: أَبٌ وَأُمٌّ وَثَلَاثَةُ أَوْلَادٍ، وَجَاؤُوا مِنَ المَغْرِبِ.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there are five of them: a father, a mother and three children; they came from Morocco.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رَأَيْتَ الجِيرَانَ الجُدُدَ؟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طَوِيلٌ، وَشَعْرُهُ رَمَادِيٌّ، وَيَبْدُو هَادِئًا وَمُرَحِّبًا.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tall with grey hair, and seems calm and welcoming.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 الأَبِ؟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ابْنَتُهُمُ الكُبْرَى فِي عُمْرِي، وَتُحِبُّ الرَّسْمَ، وَسَتَدْرُسُ فِي مَدْرَسَتِي.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Their eldest daughter is my age; she loves drawing and will study at my school.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وَالأَوْلَادُ؟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نَدْعُوَهُمْ إِلَى العَشَاءِ يَوْمَ الجُمُعَةِ، لِأَنَّ مَطْبَخَهُمْ لَيْسَ جَاهِزًا بَعْدُ؟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about inviting them to dinner on Friday, because their kitchen isn’t ready yet?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مَاذَا نَفْعَلُ لِنُرَحِّبَ بِهِمْ؟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أَوَّلًا حَمَلْتُ الصَّنَادِيقَ مَعَ الأَبِ، ثُمَّ رَكَّبْتُ سَرِيرَ الوَلَدِ الصَّغِيرِ.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first I carried boxes with the father, then I put together the little boy’s bed.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سَاعَدْتَهُمُ اليَوْمَ؟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الجَارُ الجَيِّدُ هُوَ الَّذِي يَحْتَرِمُ خُصُوصِيَّتَكَ، وَيُسَاعِدُكَ عِنْدَمَا تَحْتَاجُ إِلَيْهِ.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good neighbour is one who respects your privacy and helps you when you need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الجَارِ الجَيِّدِ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الجِيرَانُ يَتَبَادَلُونَ الطَّعَامَ وَالزِّيَارَاتِ، أَمَّا اليَوْمَ فَكَثِيرٌ مِنَّا لَا يَعْرِفُ اسْمَ جَارِهِ.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Neighbours used to exchange food and visits; today many of us don’t know our neighbour’s name.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يَعْرِفُ النَّاسُ جِيرَانَهُمُ اليَوْمَ؟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المَاضِي، عِنْدَمَا انْقَطَعَتِ الكَهْرَبَاءُ، دَعَتْنَا جَارَتُنَا العَجُوزُ إِلَى بَيْتِهَا، فَتَعَشَّيْنَا عَلَى ضَوْءِ الشُّمُوعِ.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winter, when the power went off, our elderly neighbour invited us to her home and we had dinner by candlelight.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حَيِّكَ.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لِكُلِّ أُسْرَةٍ خُصُوصِيَّتَهَا، غَيْرَ أَنَّ التَّحِيَّةَ وَالسُّؤَالَ عَنِ الجَارِ لَا يَضُرَّانِ أَحَدًا.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every family has its privacy, but greeting and asking after a neighbour harm no one.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الخُصُوصِيَّةَ مُهِمَّةٌ أَيْضًا!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حَدَثًا، لَأَقَمْتُ غَدَاءً فِي الشَّارِعِ، يُحْضِرُ فِيهِ كُلُّ بَيْتٍ طَبَقًا مِنْ بَلَدِهِ.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organised an event, I would hold a street lunch where every house brings a dish from its country.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حَدَثًا لِحَيِّكَ، مَاذَا يَكُونُ؟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relative clause, past vs present, a story, ṣaḥīḥun anna … ghayra anna and law … la- — all of Topic B.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وَجِيرَانِي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جِيرَانُنَا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are your neighbours?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جِيرَانُكَ؟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جَارُنَا / جَارَتُنَا … هُوَ / هِيَ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one of your neighbours.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أَحَدَ جِيرَانِكَ.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بَيْتُنَا … وَبَابُهُ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your house?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بَيْتِكُمْ؟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نَلْعَبُ … / نَذْهَبُ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with friends in your area?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مَعَ أَصْدِقَائِكَ فِي الحَيِّ؟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دَعَوْنَاهُمْ إِلَى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invited your neighbours home?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دَعَوْتَ جِيرَانَكَ إِلَى بَيْتِكُمْ؟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حَيِّي وَالنَّاسُ فِيهِ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شَارِعِي … فِيهِ … البُيُوتُ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street and its houses.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شَارِعَكَ وَبُيُوتَهُ.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اسْمُهُ … وَهُوَ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one of your neighbours your friend? Describe them.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صَدِيقٌ مِنْ جِيرَانِكَ؟ صِفْهُ.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welcome new neighbours?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رَحَّبْتُمْ بِجِيرَانٍ جُدُدٍ؟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لٰكِنِّي لَا أُحِبُّ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like and dislike about your area?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تُحِبُّهُ وَمَا الَّذِي لَا تُحِبُّهُ فِي حَيِّكَ؟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أَسْكُنَ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want to live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تَسْكُنَ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sequencing, a dual adjective (al-qarībatayn) and a reason.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الجِيرَةُ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فَمَهْمَا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does the proverb say “the neighbour before the house”?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يَقُولُ المَثَلُ «الجَارُ قَبْلَ الدَّارِ»؟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big cities make people lonelier?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المُدُنُ الكَبِيرَةُ تَجْعَلُ النَّاسَ أَكْثَرَ وَحْدَةً؟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الجِيرَانُ … أَمَّا اليَوْمَ فَتُغْلِقُ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were neighbour relations like in your grandparents’ 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العَلَاقَةُ بَيْنَ الجِيرَانِ فِي أَيَّامِ أَجْدَادِكَ؟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جَارُنَا … الَّذِي … عَلَّمَنِي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neighbour who influenced your life.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جَارًا أَثَّرَ فِي حَيَاتِكَ.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انْتَقَلْتُ …، لَطَرَقْتُ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moved to a new country, how would you get to know your neighbours?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انْتَقَلْتَ إِلَى بَلَدٍ جَدِيدٍ، كَيْفَ تَتَعَرَّفُ عَلَى جِيرَانِكَ؟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mahmā, a concession, kāna + present vs ammā … fa-, alladhī kāna,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جِيرَانُنَا أُسْرَةٌ بَاكِسْتَانِيَّةٌ، عِنْدَهُمْ وَلَدَانِ.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neighbours are a Pakistani family; they have two boys.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جِيرَانُكَ؟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جَارَتُنَا عَجُوزٌ لَطِيفَةٌ، وَشَعْرُهَا أَبْيَضُ.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neighbour is a kind old lady with white hair.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أَحَدَ جِيرَانِكَ.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بَيْتُنَا أَبْيَضُ، وَبَابُهُ أَزْرَقُ.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house is white, and its door is blue.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بَيْتِكُمْ؟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نَلْعَبُ كُرَةَ السَّلَّةِ فِي الحَدِيقَةِ بَعْدَ المَدْرَسَةِ.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play basketball in the park after school.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مَعَ أَصْدِقَائِكَ فِي الحَيِّ؟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دَعَوْنَاهُمْ إِلَى الإِفْطَارِ فِي رَمَضَانَ.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invited them to iftar in Ramadan.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دَعَوْتَ جِيرَانَكَ إِلَى بَيْتِكُمْ؟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pronoun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شَارِعِي طَوِيلٌ وَهَادِئٌ، فِيهِ عِشْرُونَ بَيْتًا، وَالبُيُوتُ قَدِيمَةٌ وَمَصْنُوعَةٌ مِنَ الطُّوبِ الأَحْمَرِ.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street is long and quiet, with twenty houses — old ones, made of red brick.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شَارِعَكَ وَبُيُوتَهُ.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ابْنُ جِيرَانِنَا اسْمُهُ عَلِيٌّ، وَهُوَ مَرِحٌ، وَنَلْعَبُ أَلْعَابَ الفِيدْيُو مَعًا أَحْيَانًا.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our neighbours’ son is called Ali; he’s funny, and we sometimes play video games together.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صَدِيقٌ مِنْ جِيرَانِكَ؟ صِفْهُ.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أَخَذْنَا لَهُمْ كَعْكَةً، ثُمَّ سَاعَدْنَاهُمْ فِي نَقْلِ الأَثَاثِ.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 took them a cake, then helped them move the furniture.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رَحَّبْتُمْ بِجِيرَانٍ جُدُدٍ؟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الحَدِيقَةَ وَالمَكْتَبَةَ القَرِيبَتَيْنِ، لٰكِنِّي لَا أُحِبُّ الضَّجِيجَ فِي اللَّيْلِ.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the nearby park and library, but I don’t like the noise at night.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تُحِبُّهُ وَمَا الَّذِي لَا تُحِبُّهُ فِي حَيِّكَ؟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أَسْكُنَ فِي حَيٍّ قَرِيبٍ مِنْ أُسْرَتِي، لِأَنِّي أُرِيدُ أَنْ أَزُورَهُمْ كُلَّ أُسْبُوعٍ.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live in an area near my family, because I want to visit them every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تَسْكُنَ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pronouns + reason + sequence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الجَارَ السَّيِّئَ يُفْسِدُ أَجْمَلَ بَيْتٍ، فَمَهْمَا كَانَ البَيْتُ وَاسِعًا، لَا تَرْتَاحُ إِذَا كَانَتْ بَيْنَكَ وَبَيْنَ جَارِكَ مَشَاكِلُ.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a bad neighbour spoils the finest house — however spacious it is, you can’t relax if you have problems with your neighbour.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يَقُولُ المَثَلُ «الجَارُ قَبْلَ الدَّارِ»؟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النَّاسَ فِي المُدُنِ مَشْغُولُونَ، غَيْرَ أَنَّ المَسَاجِدَ وَالنَّوَادِيَ تَجْمَعُهُمْ إِذَا أَرَادُوا.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city people are busy, but mosques and clubs bring them together if they want.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المُدُنُ الكَبِيرَةُ تَجْعَلُ النَّاسَ أَكْثَرَ وَحْدَةً؟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الجِيرَانُ يُرَبُّونَ الأَطْفَالَ مَعًا، فَكُلُّ أُمٍّ فِي الحَيِّ أُمٌّ لِلْجَمِيعِ، أَمَّا اليَوْمَ فَتُغْلِقُ كُلُّ أُسْرَةٍ بَابَهَا.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Neighbours used to raise children together — every mother was everyone’s mother; today each family closes its door.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العَلَاقَةُ بَيْنَ الجِيرَانِ فِي أَيَّامِ أَجْدَادِكَ؟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proverb explained, ṣaḥīḥun anna … ghayra anna, past vs present, alladhī,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جَارُنَا الأُسْتَاذُ حَسَنٌ، الَّذِي كَانَ مُعَلِّمًا قَبْلَ تَقَاعُدِهِ، عَلَّمَنِي الشِّطْرَنْجَ وَحُبَّ الكُتُبِ.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neighbour Mr Hassan, who was a teacher before retiring, taught me chess and a love of books.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جَارًا أَثَّرَ فِي حَيَاتِكَ.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انْتَقَلْتُ إِلَى بَلَدٍ جَدِيدٍ، لَطَرَقْتُ أَبْوَابَ جِيرَانِي، وَلَقَدَّمْتُ لَهُمْ حَلَوِيَّاتٍ مِنْ بَلَدِي.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moved to a new country, I would knock on my neighbours’ doors and offer them sweets from my country.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انْتَقَلْتَ إِلَى بَلَدٍ جَدِيدٍ، كَيْفَ تَتَعَرَّفُ عَلَى جِيرَانِكَ؟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proverb explained, ṣaḥīḥun anna … ghayra anna, past vs present, alladhī,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people, homes and hobbies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the plural to a family (bikum, tafaḍḍalū).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tracked he / she / they (-hu, -hā, -hum)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an impression (yabdū …) with a reason.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past and present, conceded or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TB-L10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TB-L10 · Speaking Workshop — Mixed Topic B: New Neighbours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2026-10-11T09:18:24Z</dcterms:created>
  <dcterms:modified xsi:type="dcterms:W3CDTF">2026-10-11T09:18:24Z</dcterms:modified>
</cp:coreProperties>
</file>