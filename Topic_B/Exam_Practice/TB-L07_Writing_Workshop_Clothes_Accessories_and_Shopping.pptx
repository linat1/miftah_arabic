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7 (Clothes, Accessories and Shopping, TB-L07).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suttra is feminine → zarqāʾ ghāmiqa, wāḥida, aḥtājuhā.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مَعَ مَنْ (with whom) · لِمَاذَا (why) · مَاذَا (what) · هَلْ … أَمْ (… or …) · مَتَى (when) — bullet 3: lam tashtarihi = you did NOT buy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uniform with colours that agree, laysa + accusative, a comparative, a past purchase with a price, an opinion and two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lam akun + present, dūna an, ammā … fa-, uffaḍḍilu … ʿalā, qabla an, a concession, lammā, lam astaṭiʿ, a superlative-style comparative and law … la-.
ENGLISH SUMMARY (read aloud or paste in the chat for Core students): As a child I didn’t care about clothes — Mum chose everything and I wore it without complaint; as for now, I have my own taste: calm colours like navy, grey and olive green, comfy cotton → shopping every two months or so; I prefer shops to online because I like trying items on; it is true the mall is dearer than the market, but the quality is usually better → a lesson last winter: an online jacket looked great in the photo, but when it arrived it was thin and a completely different colour, and I couldn’t return it; since then I read buyers’ reviews and check the size first → I’ll buy fewer, better clothes; “if I had more time, I would learn sewing from my grandmother, to mend my clothes myself instead of throwing them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a superlative comparison, kāna + present (feminine plural yuṣliḥna), ammā … fa-, mimmā, a class initiative, badalan min an, a concession and a conditional.
ENGLISH SUMMARY (read aloud or paste in the chat for Core students): Clothes are cheaper than ever — a shirt for the price of a coffee — and shops show new trends weekly, so young people feel their clothes are old after a few months, even in perfect condition → in the past families bought new clothes only for Eid; mothers mended torn clothes and passed them to younger children; as for today, we throw clothes away easily, filling landfills and polluting water → last year my class ran a “swap market”: each student brought unworn clothes and took others free; over a hundred students joined and we swapped hundreds of items instead of throwing them away, then gave the rest to a charity → it is true fast fashion lets everyone wear new clothes, but the environment pays the real price; “if each of us bought one good item instead of three cheap ones, waste would fall greatly”.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Clothes and Shopping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المَلَابِسُ وَالتَّسَوُّقُ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click-and-collect order form, write an email about a shopping trip, and write an extended piece about your clothes and shopping or about fast fashion.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TB-L07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shopping trip.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colours agree with each item; prices with numbers (bi-ʿishrīna junayhan); comparatives with min; -hu for masculine items, -hā for feminine items AND for “clothes” (al-malābis → albasuhā).</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جَرَّبْتُهَا، لٰكِنَّهَا كَانَتْ ضَيِّقَةً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tried it on, but it was tight</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كَانَتْ أَغْلَى مِنْ كُلِّ المَلَابِسِ الأُخْرَى</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 was dearer than all the other clothes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أُجَرِّبُ القِطْعَةَ قَبْلَ أَنْ أَشْتَرِيَهَا</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try the item on before I buy it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 click-and-collect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طَلَبُ شِرَاءٍ عَلَى الإِنْتَرْنِتِ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Item</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القِطْعَةُ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Size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المَقَاسُ</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Quantity</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العَدَدُ</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Store to collect from</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المَحَلُّ الَّذِي تَسْتَلِمُ مِنْهُ</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material</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المَادَّةُ المُفَضَّلَةُ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need it</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تَحْتَاجُهَا؟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-hā (aḥtājuhā).</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Online click-and-collect order: model answers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Adam Ali</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آدَمُ عَلِيٌّ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winter jacket</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سُتْرَةٌ شَتَوِيَّةٌ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القِطْعَةُ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dark blue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زَرْقَاءُ غَامِقَةٌ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اللَّوْنُ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medium</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مُتَوَسِّطٌ</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المَقَاسُ</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وَاحِدَةٌ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العَدَدُ</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city-centre store</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مَحَلُّ وَسَطِ المَدِينَةِ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المَحَلُّ الَّذِي تَسْتَلِمُ مِنْهُ</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wool</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الصُّوفُ</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المَادَّةُ المُفَضَّلَةُ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need it because my old jacket has become too small for me.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أَحْتَاجُهَا لِأَنَّ سُتْرَتِيَ القَدِيمَةَ أَصْبَحَتْ صَغِيرَةً عَلَيَّ.</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تَحْتَاجُهَا؟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 shopping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رِحْلَةِ تَسَوُّقٍ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went clothes shopping yesterday. Write an email in Arabic to your friend of about 80–90 words. You must include: • where you went, with whom and why • what you bought (colours and prices) • something you tried on but did not buy, and why • whether you prefer shops or online shopping, and when you will wear your new clothes.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Prices and a comparative.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An object pronoun (-hu / -hā).</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إِلَى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to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 … بِعِشْرِينَ جُنَيْهًا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 for twenty pounds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جَرَّبْتُ … لٰكِنَّهَا كَانَتْ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tried on … but it was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سَأَلْبَسُهَا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wear them 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went clothes shopping yesterday: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ذَهَبْتَ لِتَشْتَرِيَ مَلَابِسَ أَمْسِ. اكْتُبْ رِسَالَةً إِلَى صَدِيقِكَ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with whom and why</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ذَهَبْتَ؟ وَمَعَ مَنْ؟ وَلِمَاذَا؟</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bought (colours, prices)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اشْتَرَيْتَ؟ (الأَلْوَانُ وَالأَسْعَارُ)</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you tried on but didn’t buy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جَرَّبْتَ وَلَمْ تَشْتَرِهِ؟ وَلِمَاذَا؟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Shops or online; when you will wear them</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تُفَضِّلُ المَحَلَّاتِ أَمِ الإِنْتَرْنِتَ؟ وَمَتَى سَتَلْبَسُ مَلَابِسَكَ الجَدِيدَةَ؟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went to … with …, because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ذَهَبْتُ إِلَى ______ مَعَ ______ ، لِأَنَّ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bought a … …, and it cost … pounds.</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اشْتَرَيْتُ ______ ______ ، وَكَانَ ثَمَنُهُ ______ جُنَيْهًا.</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tried on …, but it was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جَرَّبْتُ ______ ، لٰكِنَّهَا كَانَتْ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prefer … because … I will wear them at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______ لِأَنَّ ______ . سَأَلْبَسُهَا فِي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يُوسُفُ،</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أَمْسِ ذَهَبْتُ إِلَى المَرْكَزِ التِّجَارِيِّ مَعَ أَبِي، لِأَنَّ عِنْدِي حَفْلَةً فِي نِهَايَةِ الأُسْبُوعِ. اشْتَرَيْتُ قَمِيصًا أَبْيَضَ وَبِنْطَالًا أَزْرَقَ غَامِقًا. جَرَّبْتُ سُتْرَةً سَوْدَاءَ أَيْضًا، لٰكِنَّهَا كَانَتْ ضَيِّقَةً. القَمِيصُ بِعِشْرِينَ جُنَيْهًا، وَالبِنْطَالُ بِثَلَاثِينَ. البِنْطَالُ أَغْلَى مِنَ القَمِيصِ، لٰكِنَّهُ جَمِيلٌ جِدًّا. أُفَضِّلُ التَّسَوُّقَ فِي المَحَلَّاتِ، لِأَنِّي أُجَرِّبُ المَلَابِسَ. سَأَلْبَسُهَا فِي الحَفْلَةِ يَوْمَ السَّبْتِ.</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Yusuf, how are you? Yesterday I went to the shopping centre with my dad, because I have a party at the weekend. I bought a white shirt and dark blue trousers. I tried on a black jacket too, but it was tight. The shirt was twenty pounds and the trousers thirty. The trousers are dearer than the shirt, but very nice. I prefer shopping in shops, because I can try clothes on. I will wear them at the party on Saturday. Goodbye,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قَمِيصًا أَبْيَضَ</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لٰكِنَّهَا كَانَتْ ضَيِّقَةً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أَغْلَى مِنَ القَمِيصِ</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سَأَلْبَسُهَا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يُوسُفُ،</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فَقَدْ قَضَيْتُ صَبَاحَ أَمْسِ فِي المَرْكَزِ التِّجَارِيِّ أَبْحَثُ عَنْ مَلَابِسَ لِحَفْلَةِ زِفَافِ ابْنِ عَمِّي. اشْتَرَيْتُ قَمِيصًا أَبْيَضَ مِنَ القُطْنِ، وَبِنْطَالًا كُحْلِيًّا أَنِيقًا، وَرَبْطَةَ عُنُقٍ حَمْرَاءَ اخْتَارَتْهَا أُخْتِي. جَرَّبْتُ أَيْضًا سُتْرَةً جِلْدِيَّةً أَعْجَبَتْنِي كَثِيرًا، غَيْرَ أَنَّهَا كَانَتْ أَغْلَى مِنْ كُلِّ المَلَابِسِ الأُخْرَى مَعًا، فَتَرَكْتُهَا. فِي رَأْيِي، المَحَلَّاتُ أَفْضَلُ مِنَ الإِنْتَرْنِتِ، لِأَنَّنِي أَسْتَطِيعُ أَنْ أُجَرِّبَ المَلَابِسَ وَأَلْمِسَ القُمَاشَ قَبْلَ أَنْ أَدْفَعَ. سَأَلْبَسُهَا كُلَّهَا فِي الزِّفَافِ يَوْمَ الجُمُعَةِ، وَسَأَلْتَقِطُ صُوَرًا كَثِيرَةً، وَإِذَا أَعْجَبَتْكَ، فَسَأُرْسِلُ لَكَ اسْمَ المَحَلِّ!</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آدَمُ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Yusuf, greetings. I spent yesterday morning at the shopping centre looking for clothes for my cousin’s wedding. I bought a white cotton shirt, smart navy trousers, and a red tie my sister chose. I also tried on a leather jacket I really liked, but it was dearer than all the other clothes put together, so I left it. In my opinion shops are better than online, because I can try clothes on and feel the fabric before paying. I will wear them all at the wedding on Friday and take lots of photos, and if you like them, I’ll send you the shop’s name! Best wishes,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رَبْطَةَ عُنُقٍ حَمْرَاءَ اخْتَارَتْهَا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أَغْلَى مِنْ كُلِّ المَلَابِسِ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قَبْلَ أَنْ أَدْفَعَ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أَعْجَبَتْكَ، فَسَأُرْسِلُ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clothes and shopping</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مَلَابِسِي وَالتَّسَوُّقُ</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usually wear · where and how you shop · a purchase you won’t forget · your opinion and future habits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مَاذَا تَلْبَسُ عَادَةً؟ · أَيْنَ وَكَيْفَ تَتَسَوَّقُ؟ · تَجْرِبَةُ شِرَاءٍ لَا تَنْسَاهَا · رَأْيُكَ وَعَادَاتُكَ فِي المُسْتَقْبَلِ</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Fast fashion: who pays the price?</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المُوضَةُ السَّرِيعَةُ: مَنْ يَدْفَعُ الثَّمَنَ؟</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clothes have become cheap · past and present · an initiative or experience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لِمَاذَا أَصْبَحَتِ المَلَابِسُ رَخِيصَةً؟ · المَاضِي وَالحَاضِرُ · مُبَادَرَةٌ أَوْ تَجْرِبَةٌ · رَأْيُكَ وَاقْتِرَاحُكَ</a:t>
            </a:r>
            <a:endParaRPr lang="ar-SA" sz="15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you wear — at home, at school, at Eid: colours that agree.</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Shopping — where, how often, with whom; a comparative (arkhaṣu min); Stretch: uffaḍḍilu … ʿalā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purchase: ishtaraytu, jarrabtu, wajadtuhā …; lammā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السُّوقُ أَرْخَصُ مِنَ المَرْكَزِ التِّجَارِيِّ.</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the market is cheaper than the shopping centre.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جَرَّبْتُ ثَلَاثَةَ مَعَاطِفَ، وَاخْتَرْتُ الأَسْوَدَ.</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tried on three coats and chose the black one.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سَأَشْتَرِي مَلَابِسَ أَقَلَّ وَأَفْضَلَ.</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buy fewer, better clothes.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أُحِبُّ المَلَابِسَ المُرِيحَةَ. فِي البَيْتِ أَلْبَسُ قَمِيصًا رِيَاضِيًّا وَبِنْطَالًا وَاسِعًا. فِي المَدْرَسَةِ أَلْبَسُ الزِّيَّ المَدْرَسِيَّ: قَمِيصًا أَبْيَضَ، وَبِنْطَالًا رَمَادِيًّا، وَسُتْرَةً زَرْقَاءَ. لَا أُحِبُّ الزِّيَّ كَثِيرًا، لِأَنَّهُ لَيْسَ مُرِيحًا، وَلِأَنَّ لَوْنَهُ مُمِلٌّ.</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أَذْهَبُ لِلتَّسَوُّقِ مَرَّةً فِي الشَّهْرِ مَعَ أُمِّي. نَذْهَبُ إِلَى المَرْكَزِ التِّجَارِيِّ فِي وَسَطِ المَدِينَةِ. المَحَلَّاتُ هُنَاكَ كَثِيرَةٌ، لٰكِنَّهَا غَالِيَةٌ. السُّوقُ الشَّعْبِيُّ أَرْخَصُ مِنَ المَرْكَزِ التِّجَارِيِّ، وَفِيهِ مَلَابِسُ جَمِيلَةٌ أَيْضًا. أُحِبُّ السُّوقَ، لِأَنَّهُ مُزْدَحِمٌ وَمُمْتِعٌ، وَفِيهِ مَطَاعِمُ صَغِيرَةٌ.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الشَّهْرِ المَاضِي اشْتَرَيْتُ مِعْطَفًا جَدِيدًا لِلشِّتَاءِ. جَرَّبْتُ ثَلَاثَةَ مَعَاطِفَ، وَاخْتَرْتُ مِعْطَفًا أَسْوَدَ طَوِيلًا. كَانَ بِسِتِّينَ جُنَيْهًا. أُحِبُّهُ كَثِيرًا، لِأَنَّهُ دَافِئٌ وَجَمِيلٌ، وَأَلْبَسُهُ كُلَّ يَوْمٍ إِلَى المَدْرَسَةِ.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لَا يَجِبُ أَنْ نَشْتَرِيَ مَلَابِسَ كَثِيرَةً. فِي المُسْتَقْبَلِ سَأَشْتَرِي مَلَابِسَ أَقَلَّ، لٰكِنْ أَفْضَلَ، وَسَأُعْطِي مَلَابِسِيَ القَدِيمَةَ لِلْفُقَرَاءِ.</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comfy clothes: a sports top and loose trousers at home; uniform at school — white shirt, grey trousers, blue jacket; I don’t like uniform much because it isn’t comfortable and its colour is boring → shopping once a month with Mum at the city-centre mall: many shops but expensive; the local market is cheaper and has nice clothes too; I love it — busy, fun, with little restaurants → last month a new winter coat: tried three, chose a long black one for sixty pounds; I love it — warm and nice, and I wear it to school every day → we shouldn’t buy too many clothes; in future I’ll buy fewer but better ones and give my old clothes to the poor.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سُتْرَةً زَرْقَاءَ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أَرْخَصُ مِنَ المَرْكَزِ</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جَرَّبْتُ ثَلَاثَةَ مَعَاطِفَ</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سَأُعْطِي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لَمْ أَكُنْ أَهْتَمُّ بِالمَلَابِسِ عِنْدَمَا كُنْتُ صَغِيرًا؛ فَقَدْ كَانَتْ أُمِّي تَخْتَارُ لِي كُلَّ شَيْءٍ، وَكُنْتُ أَلْبَسُ مَا تَشْتَرِيهِ دُونَ أَنْ أَعْتَرِضَ. أَمَّا الآنَ فَأَصْبَحَ لِي ذَوْقٌ خَاصٌّ: أُفَضِّلُ الأَلْوَانَ الهَادِئَةَ كَالأَزْرَقِ الغَامِقِ وَالرَّمَادِيِّ وَالأَخْضَرِ الزَّيْتُونِيِّ، وَالمَلَابِسَ القُطْنِيَّةَ المُرِيحَةَ.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أَذْهَبُ لِلتَّسَوُّقِ مَرَّةً كُلَّ شَهْرَيْنِ تَقْرِيبًا، وَأُفَضِّلُ المَحَلَّاتِ عَلَى الإِنْتَرْنِتِ، لِأَنِّي أُحِبُّ أَنْ أُجَرِّبَ القِطْعَةَ قَبْلَ أَنْ أَشْتَرِيَهَا. وَصَحِيحٌ أَنَّ المَرْكَزَ التِّجَارِيَّ أَغْلَى مِنَ السُّوقِ الشَّعْبِيِّ، غَيْرَ أَنَّ الجَوْدَةَ فِيهِ أَفْضَلُ عَادَةً.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فِي الشِّتَاءِ المَاضِي تَعَلَّمْتُ دَرْسًا مُهِمًّا؛ اشْتَرَيْتُ مِنَ الإِنْتَرْنِتِ سُتْرَةً بَدَتْ رَائِعَةً فِي الصُّورَةِ، فَلَمَّا وَصَلَتْ وَجَدْتُهَا رَقِيقَةً وَلَوْنُهَا مُخْتَلِفٌ تَمَامًا، وَلَمْ أَسْتَطِعْ أَنْ أُرْجِعَهَا. مُنْذُ ذٰلِكَ اليَوْمِ لَا أَشْتَرِي شَيْئًا قَبْلَ أَنْ أَقْرَأَ آرَاءَ المُشْتَرِينَ وَأَتَأَكَّدَ مِنَ المَقَاسِ.</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فِي المُسْتَقْبَلِ سَأَشْتَرِي مَلَابِسَ أَقَلَّ وَأَجْوَدَ، وَلَوْ كَانَ عِنْدِي وَقْتٌ أَكْثَرُ، لَتَعَلَّمْتُ الخِيَاطَةَ مِنْ جَدَّتِي، لِأُصْلِحَ مَلَابِسِي بِنَفْسِي بَدَلًا مِنْ أَنْ أَرْمِيَهَا.</a:t>
            </a:r>
            <a:endParaRPr lang="ar-SA" sz="19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أَكُنْ أَهْتَمُّ</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أُفَضِّلُ المَحَلَّاتِ عَلَى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فَلَمَّا وَصَلَتْ وَجَدْتُهَا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كَانَ … لَتَعَلَّمْتُ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Q3 (</a:t>
            </a:r>
            <a:pPr algn="l" indent="0" marL="0">
              <a:buNone/>
            </a:pPr>
            <a:r>
              <a:rPr lang="ar-SA" altLang="en-US" sz="3400" b="1" dirty="0">
                <a:solidFill>
                  <a:srgbClr val="1B3B6F"/>
                </a:solidFill>
                <a:latin typeface="Amiri" pitchFamily="2" charset="-78"/>
                <a:ea typeface="Amiri" pitchFamily="2" charset="-78"/>
                <a:cs typeface="Amiri" pitchFamily="2" charset="-78"/>
              </a:rPr>
              <a:t>ب</a:t>
            </a:r>
            <a:pPr algn="l" indent="0" marL="0">
              <a:buNone/>
            </a:pPr>
            <a:r>
              <a:rPr lang="en-US" sz="2600" b="1" dirty="0">
                <a:solidFill>
                  <a:srgbClr val="1B3B6F"/>
                </a:solidFill>
                <a:latin typeface="Cambria" pitchFamily="34" charset="0"/>
                <a:cs typeface="Amiri" pitchFamily="2" charset="-78"/>
              </a:rPr>
              <a:t>) full-mark model: fast fashion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أَصْبَحَتِ المَلَابِسُ اليَوْمَ أَرْخَصَ مِنْ أَيِّ وَقْتٍ مَضَى، فَيُمْكِنُ أَنْ تَشْتَرِيَ قَمِيصًا بِثَمَنِ فِنْجَانِ قَهْوَةٍ. وَتَعْرِضُ المَحَلَّاتُ مُوضَةً جَدِيدَةً كُلَّ أُسْبُوعٍ، فَيَشْعُرُ الشَّبَابُ بِأَنَّ مَلَابِسَهُمْ أَصْبَحَتْ قَدِيمَةً بَعْدَ أَشْهُرٍ قَلِيلَةٍ، حَتَّى لَوْ كَانَتْ فِي حَالَةٍ مُمْتَازَةٍ.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المَاضِي كَانَتِ الأُسَرُ تَشْتَرِي مَلَابِسَ جَدِيدَةً فِي الأَعْيَادِ فَقَطْ، وَكَانَتِ الأُمَّهَاتُ يُصْلِحْنَ المَلَابِسَ المُمَزَّقَةَ، وَيُعْطِينَهَا لِلْأَطْفَالِ الأَصْغَرِ، أَمَّا اليَوْمَ فَنَرْمِي المَلَابِسَ بِسُهُولَةٍ، مِمَّا يَمْلَأُ مَكَبَّاتِ النُّفَايَاتِ وَيُلَوِّثُ المِيَاهَ.</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السَّنَةِ المَاضِيَةِ نَظَّمَ صَفِّي «سُوقَ تَبَادُلٍ»؛ أَحْضَرَ كُلُّ طَالِبٍ مَلَابِسَ لَا يَلْبَسُهَا، وَأَخَذَ مَكَانَهَا مَلَابِسَ أُخْرَى مَجَّانًا. شَارَكَ أَكْثَرُ مِنْ مِئَةِ طَالِبٍ، وَتَبَادَلْنَا مِئَاتِ القِطَعِ بَدَلًا مِنْ أَنْ نَرْمِيَهَا، ثُمَّ أَعْطَيْنَا مَا بَقِيَ لِجَمْعِيَّةٍ خَيْرِيَّةٍ.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المُوضَةَ السَّرِيعَةَ تُتِيحُ لِلْجَمِيعِ أَنْ يَلْبَسُوا مَلَابِسَ جَدِيدَةً، غَيْرَ أَنَّ ثَمَنَهَا الحَقِيقِيَّ تَدْفَعُهُ البِيئَةُ. وَلَوِ اشْتَرَى كُلُّ وَاحِدٍ مِنَّا قِطْعَةً وَاحِدَةً جَيِّدَةً بَدَلًا مِنْ ثَلَاثٍ رَخِيصَةٍ، لَقَلَّتِ النُّفَايَاتُ كَثِيرًا.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أَرْخَصَ مِنْ أَيِّ وَقْتٍ مَضَى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كَانَتِ الأُمَّهَاتُ يُصْلِحْنَ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يَمْلَأُ</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اشْتَرَى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colour and size agree with the item.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prices, a comparative and -hu / -hā.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lammā,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TB-L08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TB-L07 · Writing Workshop — Clothes and Shopping</dc:title>
  <dc:subject>PptxGenJS Presentation</dc:subject>
  <dc:creator>Al Madina Online School · Arabic Department</dc:creator>
  <cp:lastModifiedBy>Al Madina Online School · Arabic Department</cp:lastModifiedBy>
  <cp:revision>1</cp:revision>
  <dcterms:created xsi:type="dcterms:W3CDTF">2026-10-11T09:07:21Z</dcterms:created>
  <dcterms:modified xsi:type="dcterms:W3CDTF">2026-10-11T09:07:21Z</dcterms:modified>
</cp:coreProperties>
</file>