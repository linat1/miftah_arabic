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11 (Topic B mixed practice — all about me, TB-L11), using that lesson’s language (cohesion (linking words); mixed tenses; developing answers; accuracy editing).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glue of a top answer: li-anna (because) · li-dhālika (so) · lākinna / ghayra anna (but) · ammā … fa- (as for) · bi-l-iḍāfa ilā dhālika (also) · mathalan (for example). Aim for three different ones in every long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development formula: NOW (present) + THEN (kuntu + present) + NEXT (sa- / atamannā an) + WHY (li-anna) + EXAMPLE (mathalan). Stretch adds a concession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summer-camp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عَرِّفِينَا بِنَفْسِكِ · أُسْرَتِكِ · شَخْصِيَّتَكِ · هِوَايَاتُكِ · تُرِيدِينَ أَنْ تَأْتِي — she answers اجْتِمَاعِيَّةٌ وَمُنَظَّمَةٌ.
Core: TB-L01 (identity), L02 (family), L03 (personality), L08 (hobbies) — one full sentence each. Then push for li-anna in task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host-family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بَيْتَكِ · تُشَارِكِينَ غُرْفَتَكِ · تُحِبِّينَ · فِي عُمْرِكِ · سَتُحْضِرِينَ مَعَكِ.
Core+: TB-L04 (home), L05 (sharing a room, -hā), ammā … fa-, two questions about a third person (-hu), the future with li-anna.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developing answers.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مَدِينَتَكِ · تَغَيَّرْتِ · كُنْتُ خَجُولَةً · حَيَاتِكِ · فَعَلْتِ · خُطَطُكِ.
Develop: this card trains the development formula — each answer needs a reason, an example, a contrast or a sequence. The examiner may add: “لِمَاذَا؟ / مَثَلًا؟”.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youth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وَالِدَيْكِ · تَعَلَّمْتِهِ · كَتَبْتِ — and in her letter: لَا تَنْسَيْ أُسْرَتَكِ، وَلَا تَتْرُكِي هِوَايَاتِكِ.
Stretch: bi-l-iḍāfa ilā anna, a concession with lam + jussive, wa-huwa ṭālib (ḥāl), an example, laysa … bal, law … la- with negative imperatives and mahmā.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question, from every part of Topic B.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linked sentences in two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TB-L11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TB-L11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Mixed Topic B: All About Me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هٰذَا أَنَا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 on all of Topic B: develop personal answers with detail, reasons, comparisons and three time frames, and link them smoothly (lākinna, li-dhālika, ammā … fa-, bi-l-iḍāfa ilā).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TB-L11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LINKING WORDS (COHESION)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Joining your ideas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أَدَوَاتُ الرَّبْطِ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reason · result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· لِذٰلِكَ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· so, therefore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li-ʾan-na · li-dhā-li-ka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· غَيْرَ أَنَّ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but · however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lā-kin-na · ghay-ra an-na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contrast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أَمَّا أَنَا فَأُحِبُّ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as for me, I like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am-mā a-nā fa-ʾu-ḥib-bu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adding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بِالإِضَافَةِ إِلَى ذٰلِكَ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addition to that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bil-ʾi-ḍā-fa-ti i-lā dhā-li-ka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example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example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ma-tha-lan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opinion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my opinion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raʾ-yī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feel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أَنَّ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think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</a:t>
            </a:r>
            <a:endParaRPr lang="ar-SA" sz="1350" dirty="0"/>
          </a:p>
        </p:txBody>
      </p:sp>
      <p:sp>
        <p:nvSpPr>
          <p:cNvPr id="75" name="Text 7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THREE TIME FRAMES AND RANGE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Then, now, next — and “if”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المَاضِي وَالحَاضِرُ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كُنْتُ صَغِيرًا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when I was small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ʿin-da-mā kun-tu ṣa-ghī-ran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صَغِيرَةً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المُسْتَقْبَلِ سَأَدْرُسُ …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future I will study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fī al-mus-taq-ba-li sa-ʾad-ru-su …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plan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أُخَطِّطُ لِلسَّفَرِ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hope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Shape 40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960120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60120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9" name="Text 46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أَكْثَرُ … مِنْ</a:t>
            </a:r>
            <a:endParaRPr lang="ar-SA" sz="3000" dirty="0"/>
          </a:p>
        </p:txBody>
      </p:sp>
      <p:sp>
        <p:nvSpPr>
          <p:cNvPr id="50" name="Text 47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more …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ak-tha-ru … min</a:t>
            </a:r>
            <a:endParaRPr lang="en-US" sz="1350" dirty="0"/>
          </a:p>
        </p:txBody>
      </p:sp>
      <p:sp>
        <p:nvSpPr>
          <p:cNvPr id="51" name="Shape 48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best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أَفْضَلُ …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better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أَفْضَلُ مِنْ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concession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782312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4782312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conditional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لَسَافَرْتُ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if I were … I would travel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law kun-tu … la-sā-far-tu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editing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أَتَأَكَّدُ مِنْ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check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a-ta-ʾak-ka-du min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يَتَأَكَّدُ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تَأَكَّدْتُ</a:t>
            </a:r>
            <a:endParaRPr lang="ar-SA" sz="1350" dirty="0"/>
          </a:p>
        </p:txBody>
      </p:sp>
      <p:sp>
        <p:nvSpPr>
          <p:cNvPr id="90" name="Text 8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SUMMER-CAMP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Interview for a summer camp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مُقَابَلَةٌ لِلْمُخَيَّمِ الصَّيْفِيِّ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عُمْرِي … أَسْكُنُ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name, age and where you live.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عَرِّفْنَا بِنَفْسِكَ.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… أَبِي … وَأُمِّي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family briefly.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أُسْرَتِكَ؟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شَخْصِيَّتَكَ.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وَأُمَارِسُ … مَرَّتَيْنِ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hobbies and how often.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هِوَايَاتُكَ؟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تَأْتِيَ إِلَى المُخَيَّمِ؟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camp leader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HOST-FAMILY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Talking to your host family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الأُسْرَةِ المُضِيفَةِ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… فِيهِ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 with two details.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بَيْتَكَ.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لَا،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تُشَارِكُ غُرْفَتَكَ مَعَ أَحَدٍ؟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لٰكِنِّي لَا آكُلُ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like and don’t eat, politely.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تُحِبُّ أَنْ تَأْكُلَ؟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اسْمُهُ؟ وَمَاذَا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him.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عِنْدَنَا ابْنٌ فِي عُمْرِكَ.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سَأُحْضِرُ 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سَتُحْضِرُ مَعَكَ مِنْ بِرِيطَانِيَا؟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exchange student  ·  The examiner is: your host parent on a video call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DEVELOPING ANSWERS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Say more! (developing every answer)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أَكْثَرَ!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 … مَثَلًا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NOW + WHY + EXAMPLE.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مَدِينَتَكَ؟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فَأَتَكَلَّمُ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THEN + NOW.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تَغَيَّرْتَ فِي السَّنَوَاتِ الأَخِيرَةِ؟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… أَكْثَرُ مِنْ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comparison and a reason.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أَهَمُّ شَخْصٍ فِي حَيَاتِكَ؟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وَأَخِيرًا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with a sequenced past story.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… لِأَنَّ … وَلِذٰلِكَ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reason).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خُطَطُكَ لِلْمُسْتَقْبَلِ؟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candidate  ·  The examiner is: the examiner (pushes for more)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Being young today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 تَكُونَ شَابًّا اليَوْمَ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لِأَنَّ … بِالإِضَافَةِ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view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شَيْءٍ فِي حَيَاةِ الشَّبَابِ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Compare, with a concession.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كَانَتْ حَيَاةُ وَالِدَيْكَ أَسْهَلَ؟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مَثَلًا … فَأَسْتَطِيعُ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your life.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الأُسْرَةِ فِي مُسَاعَدَةِ الشَّبَابِ؟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تَعَلَّمْتُ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Tell a short story and a lesson.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 مِنْ تَجْرِبَةٍ صَعْبَةٍ؟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كَتَبْتُ …، لَقُلْتُ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كَتَبْتَ رِسَالَةً لِنَفْسِكَ بَعْدَ عَشْرِ سَنَوَاتٍ، مَاذَا تَقُولُ؟</a:t>
            </a:r>
            <a:endParaRPr lang="ar-SA" sz="16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with full sentences about self, family, home or hobbies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linking words and two time frames in one answer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عُمَرُ، وَعُمْرِي خَمْسَ عَشْرَةَ سَنَةً، وَأَسْكُنُ فِي بَرْمِنْغْهَامَ.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Omar, I am fifteen and I live in Birmingham.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عَرِّفْنَا بِنَفْسِكَ.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خَمْسَةُ أَشْخَاصٍ؛ أَبِي مُهَنْدِسٌ، وَأُمِّي مُعَلِّمَةٌ، وَعِنْدِي أُخْتَانِ.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five of us: my dad is an engineer, my mum a teacher, and I have two sisters.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فِي أُسْرَتِكَ؟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اجْتِمَاعِيٌّ وَمُنَظَّمٌ، وَأُحِبُّ العَمَلَ مَعَ الآخَرِينَ.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sociable and organised, and I like working with others.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شَخْصِيَّتَكَ.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السِّبَاحَةَ وَالطَّبْخَ، وَأَسْبَحُ مَرَّتَيْنِ فِي الأُسْبُوعِ.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swimming and cooking, and I swim twice a week.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هِوَايَاتُكَ؟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أُرِيدُ أَنْ أَتَعَرَّفَ عَلَى أَصْدِقَاءَ جُدُدٍ، وَأَنْ أُحَسِّنَ لُغَتِي العَرَبِيَّةَ.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 want to make new friends and improve my Arabic.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تَأْتِيَ إِلَى المُخَيَّمِ؟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نَسْكُنُ فِي بَيْتٍ صَغِيرٍ، فِيهِ ثَلَاثُ غُرَفِ نَوْمٍ وَحَدِيقَةٌ.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live in a small house with three bedrooms and a garden.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بَيْتَكَ.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أُشَارِكُهَا مَعَ أَخِي، لِأَنَّ البَيْتَ لَيْسَ كَبِيرًا.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share it with my brother, because the house isn’t big.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تُشَارِكُ غُرْفَتَكَ مَعَ أَحَدٍ؟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كُلَّ شَيْءٍ تَقْرِيبًا، لٰكِنِّي لَا آكُلُ الفُطْرَ، أَمَّا الحَلَوِيَّاتُ فَأُحِبُّهَا جِدًّا!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eat almost everything, but I don’t eat mushrooms; as for sweets, I love them!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تُحِبُّ أَنْ تَأْكُلَ؟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مَا اسْمُهُ؟ وَمَاذَا يُحِبُّ أَنْ يَفْعَلَ فِي وَقْتِ فَرَاغِهِ؟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Great! What’s his name? And what does he like doing in his free time?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عِنْدَنَا ابْنٌ فِي عُمْرِكَ.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سَأُحْضِرُ لَكُمْ شَايًا إِنْجِلِيزِيًّا وَكَعْكًا اسْكُتْلَنْدِيًّا، لِأَنَّ أُمِّي تَقُولُ إِنَّهُ أَفْضَلُ هَدِيَّةٍ.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bring you English tea and Scottish shortbread, because my mum says it’s the best present.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سَتُحْضِرُ مَعَكَ مِنْ بِرِيطَانِيَا؟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لِأَنَّهَا مُتَنَوِّعَةٌ؛ مَثَلًا فِي شَارِعِنَا وَحْدَهُ جِيرَانٌ مِنْ عَشَرَةِ بُلْدَانٍ.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diverse — in our street alone there are neighbours from ten countries.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مَدِينَتَكَ؟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خَجُولًا جِدًّا، أَمَّا الآنَ فَأَتَكَلَّمُ أَمَامَ الصَّفِّ بِثِقَةٍ، لِأَنِّي انْضَمَمْتُ إِلَى نَادِي المُنَاظَرَاتِ.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be very shy; now I speak confidently in front of the class, because I joined the debating club.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تَغَيَّرْتَ فِي السَّنَوَاتِ الأَخِيرَةِ؟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جَدِّي، لِأَنَّهُ يَفْهَمُنِي أَكْثَرَ مِنْ أَيِّ شَخْصٍ آخَرَ، وَلِذٰلِكَ أَزُورُهُ كُلَّ أُسْبُوعٍ.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grandfather, because he understands me more than anyone else, so I visit him every week.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أَهَمُّ شَخْصٍ فِي حَيَاتِكَ؟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لَعِبْتُ مُبَارَاةً، ثُمَّ زُرْتُ جَدِّي، وَأَخِيرًا شَاهَدْتُ فِيلْمًا مَعَ أُسْرَتِي.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played a match, then visited my grandfather, and finally watched a film with my family.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أَتَمَنَّى أَنْ أَدْرُسَ الطِّبَّ، لِأَنِّي أُحِبُّ أَنْ أُسَاعِدَ النَّاسَ، وَلِذٰلِكَ أَدْرُسُ العُلُومَ بِجِدٍّ الآنَ.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hope to study medicine because I love helping people, so I am studying science hard now.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خُطَطُكَ لِلْمُسْتَقْبَلِ؟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أَنَّهُ الضَّغْطُ، لِأَنَّ الامْتِحَانَاتِ كَثِيرَةٌ، بِالإِضَافَةِ إِلَى أَنَّ وَسَائِلَ التَّوَاصُلِ تَجْعَلُنَا نُقَارِنُ أَنْفُسَنَا بِالآخَرِينَ.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it is pressure: there are many exams, and in addition social media makes us compare ourselves with others.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شَيْءٍ فِي حَيَاةِ الشَّبَابِ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أَنَّهُمْ لَمْ يَعْرِفُوا ضَغْطَ الإِنْتَرْنِتِ، غَيْرَ أَنَّ حَيَاتَهُمْ كَانَتْ أَصْعَبَ مَادِّيًّا، فَأَبِي كَانَ يَعْمَلُ وَهُوَ طَالِبٌ.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didn’t know internet pressure, but their life was harder financially — my father worked while still a student.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كَانَتْ حَيَاةُ وَالِدَيْكَ أَسْهَلَ؟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أُسْرَتِي مَثَلًا نَأْكُلُ العَشَاءَ مَعًا بِلَا هَوَاتِفَ، فَأَسْتَطِيعُ أَنْ أَتَحَدَّثَ عَنْ مَشَاكِلِي بِحُرِّيَّةٍ.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my family, for example, we eat dinner together without phones, so I can talk about my problems freely.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دَوْرُ الأُسْرَةِ فِي مُسَاعَدَةِ الشَّبَابِ؟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رَسَبْتُ فِي امْتِحَانِ السِّبَاحَةِ أَوَّلَ مَرَّةٍ، تَعَلَّمْتُ أَنَّ الفَشَلَ لَيْسَ النِّهَايَةَ، بَلْ بِدَايَةُ التَّحَسُّنِ.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failed my swimming test the first time, I learned failure isn’t the end but the start of improvement.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تَعَلَّمْتَهُ مِنْ تَجْرِبَةٍ صَعْبَةٍ؟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كَتَبْتُ رِسَالَةً لِنَفْسِي، لَقُلْتُ لَهَا: لَا تَنْسَ أُسْرَتَكَ، وَلَا تَتْرُكْ هِوَايَاتِكَ مَهْمَا انْشَغَلْتَ.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wrote a letter to myself, I would say: don’t forget your family, and don’t give up your hobbies however busy you get.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كَتَبْتَ رِسَالَةً لِنَفْسِكَ بَعْدَ عَشْرِ سَنَوَاتٍ، مَاذَا تَقُولُ؟</a:t>
            </a:r>
            <a:endParaRPr lang="ar-SA" sz="15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 + addition, a concession, a family example, a lesson (taʿallamtu anna), law … la- — the whole Topic B toolkit.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وَشَعْرِي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صَدِيقَتِي المُفَضَّلَةُ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is your best friend?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صَدِيقُكَ المُفَضَّلُ؟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… فِيهَا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room.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wear at Eid?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تَلْبَسِينَ فِي العِيدِ؟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… / أَلْعَبُ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in your free time?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(models here are a girl’s answers).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تَعَرَّفْتُ عَلَيْهِ عِنْدَمَا … وَمُنْذُ ذٰلِكَ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meet your best friend?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تَعَرَّفْتَ عَلَى صَدِيقِكَ المُفَضَّلِ؟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أُشْبِهُ … فِي … أَمَّا شَخْصِيَّتِي فَتُشْبِهُ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look like anyone in your family?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… لِأَنَّ … لِذٰلِكَ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would you change in your home?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تُرِيدُ أَنْ تُغَيِّرَهُ فِي بَيْتِكَ؟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هَدِيَّةٍ … كَانَتْ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best present you have received.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أَجْمَلَ هَدِيَّةٍ أَخَذْتَهَا.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سَأُرَاجِعُ … ثُمَّ … بِالإِضَافَةِ إِلَى ذٰلِكَ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you spend the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سَتَقْضِي العُطْلَةَ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link every answer — ʿindamā, mundhu, ammā … fa-, li-anna, li-dhālika, bi-l-iḍāfa ilā dhālika.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الشَّبَابُ وَالحَيَاةُ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friends more important than family at your age?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الأَصْدِقَاءُ أَهَمُّ مِنَ الأُسْرَةِ فِي سِنِّكَ؟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مَا؛ فَمَثَلًا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our clothes and rooms express our identity?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تُعَبِّرُ مَلَابِسُنَا وَغُرَفُنَا عَنْ هُوِيَّتِنَا؟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… أَمَّا جِيلُنَا فَيَصْنَعُ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generation’s hobbies differ from your parents’?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هِوَايَاتُ جِيلِكَ عَنْ هِوَايَاتِ جِيلِ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تَغَيَّرْتُ، فَأَصْبَحْتُ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experience changed your personality?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التَّجْرِبَةُ الَّتِي غَيَّرَتْ شَخْصِيَّتَكَ؟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 …، لَاخْتَرْتُ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could live a day in someone else’s life, who would you choose?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تَعِيشَ يَوْمًا فِي حَيَاةِ شَخْصٍ آخَرَ، مَنْ تَخْتَارُ؟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an example, dual verbs (yalʿabāni), ʿindamā … fa-aṣbaḥtu, a comparative, law … la- with likay.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طَوِيلَةٌ، وَشَعْرِي أَسْوَدُ، وَأَنَا مَرِحَةٌ وَنَشِيطَةٌ.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tall with black hair, and I am cheerful and active.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صَدِيقَتِي المُفَضَّلَةُ اسْمُهَا هِبَةُ، وَهِيَ فِي صَفِّي.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best friend is called Hiba; she is in my class.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صَدِيقُكَ المُفَضَّلُ؟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صَغِيرَةٌ وَوَرْدِيَّةٌ، فِيهَا سَرِيرٌ وَمَكْتَبٌ.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small and pink, with a bed and a desk.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غُرْفَتَكَ.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أَلْبَسُ فُسْتَانًا جَدِيدًا أَخْضَرَ.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wear a new green dress.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تَلْبَسِينَ فِي العِيدِ؟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أَقْرَأُ الرِّوَايَاتِ، وَأَلْعَبُ كُرَةَ الطَّائِرَةِ يَوْمَ السَّبْتِ.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read novels, and play volleyball on Saturdays.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تَعَرَّفْتُ عَلَيْهِ عِنْدَمَا جَلَسْنَا مَعًا فِي الصَّفِّ الأَوَّلِ، وَمُنْذُ ذٰلِكَ اليَوْمِ لَا نَفْتَرِقُ.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met him when we sat together in Year 1, and since that day we have been inseparable.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تَعَرَّفْتَ عَلَى صَدِيقِكَ المُفَضَّلِ؟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أُشْبِهُ أُمِّي فِي شَكْلِي، أَمَّا شَخْصِيَّتِي فَتُشْبِهُ شَخْصِيَّةَ أَبِي، لِأَنِّي هَادِئٌ مِثْلَهُ.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look like my mum, but my personality is like my dad’s, because I am calm like him.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تُشْبِهُ أَحَدًا فِي أُسْرَتِكَ؟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غُرْفَةً خَاصَّةً بِي، لِأَنِّي أَدْرُسُ لِلِامْتِحَانَاتِ، وَأَخِي يُحِبُّ المُوسِيقَى الصَّاخِبَةَ!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my own room, because I’m studying for exams and my brother loves loud music!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الَّذِي تُرِيدُ أَنْ تُغَيِّرَهُ فِي بَيْتِكَ؟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أَجْمَلُ هَدِيَّةٍ كَانَتْ دَرَّاجَةً حَمْرَاءَ مِنْ جَدِّي، لِأَنَّهُ اشْتَرَاهَا بِمَالٍ وَفَّرَهُ شُهُورًا.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present was a red bike from my grandfather, because he bought it with money he saved for months.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أَجْمَلَ هَدِيَّةٍ أَخَذْتَهَا.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سَأُرَاجِعُ دُرُوسِي، ثُمَّ سَنَزُورُ خَالَتِي، وَبِالإِضَافَةِ إِلَى ذٰلِكَ سَأَبْدَأُ دَرْسَ طَبْخٍ.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I’ll revise, then we’ll visit my aunt, and in addition I’ll start a cooking class.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سَتَقْضِي العُطْلَةَ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Two time frames + three linking words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أَنَّنَا نَقْضِي وَقْتًا أَطْوَلَ مَعَ الأَصْدِقَاءِ، غَيْرَ أَنَّ الأُسْرَةَ هِيَ الَّتِي تَبْقَى عِنْدَمَا تَصْعُبُ الأُمُورُ.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we spend more time with friends, but family is what remains when things get hard.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الأَصْدِقَاءُ أَهَمُّ مِنَ الأُسْرَةِ فِي سِنِّكَ؟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إِلَى حَدٍّ مَا؛ فَغُرْفَتِي مَثَلًا مَلِيئَةٌ بِالكُتُبِ وَالخَرَائِطِ، وَهٰذَا يَقُولُ عَنِّي إِنِّي أَحْلُمُ بِالسَّفَرِ.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some extent — my room, for example, is full of books and maps, which says I dream of travelling.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تُعَبِّرُ مَلَابِسُنَا وَغُرَفُنَا عَنْ هُوِيَّتِنَا؟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وَالِدَايَ يَلْعَبَانِ فِي الشَّارِعِ وَيَقْرَآنِ المَجَلَّاتِ، أَمَّا جِيلُنَا فَيَصْنَعُ الفِيدْيُوهَاتِ وَيَلْعَبُ مَعَ أَصْدِقَاءَ فِي بُلْدَانٍ أُخْرَى.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parents played in the street and read magazines; our generation makes videos and plays with friends in other countries.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تَخْتَلِفُ هِوَايَاتُ جِيلِكَ عَنْ هِوَايَاتِ جِيلِ وَالِدَيْكَ؟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 with duals, a life lesson,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تَطَوَّعْتُ فِي دَارٍ لِلْمُسِنِّينَ، تَغَيَّرَتْ نَظْرَتِي إِلَى الحَيَاةِ، فَأَصْبَحْتُ أَصْبَرَ وَأَكْثَرَ امْتِنَانًا.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volunteered in a care home, my view of life changed and I became more patient and grateful.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التَّجْرِبَةُ الَّتِي غَيَّرَتْ شَخْصِيَّتَكَ؟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لَاخْتَرْتُ يَوْمًا فِي حَيَاةِ أُمِّي، لِكَيْ أَفْهَمَ كَيْفَ تَعْمَلُ وَتَطْبُخُ وَتَهْتَمُّ بِنَا فِي وَقْتٍ وَاحِدٍ!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could, I would choose a day in my mother’s life, to understand how she works, cooks and looks after us all at once!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اسْتَطَعْتَ أَنْ تَعِيشَ يَوْمًا فِي حَيَاةِ شَخْصٍ آخَرَ، مَنْ تَخْتَارُ؟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past vs present with duals, a life lesson,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TB-L11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TB-L11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about myself, family, home and hobbies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adjectives agreed with me (m. / f.).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three linking words in one answer.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concession, ammā … fa-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TB-L11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TB-L11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TB-L11 · Speaking Workshop — Mixed Topic B: All About Me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2026-10-11T09:21:58Z</dcterms:created>
  <dcterms:modified xsi:type="dcterms:W3CDTF">2026-10-11T09:21:58Z</dcterms:modified>
</cp:coreProperties>
</file>