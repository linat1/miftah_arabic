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1 (Identity and Personal Profiles, TB-L01).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Boxes 5 and 7: a girl writes the feminine (biriṭāniyya, maraḥa).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 (what) · كَمْ (how many) · مَتَى (when) · أَيْنَ (where) · أَيَّ (which) · صِفِي (describe) — bullet 4 ends with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(117 words). Core model: clear nominal sentences, nisba agreement, a past paragraph with a relative clause, an opinion and two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idhā … fa-, kāna + present, lam ansa, ammā … fa-, a vivid past paragraph, a concession and law … la-.
ENGLISH SUMMARY (read aloud or paste in the chat for Core students): If someone asks “who are you?”, I can’t answer in one word: Adam, 16, a London secondary student — but my story began in the alleys of old Fez → born there, came to Britain at four; Grandma spoke Darija to me every evening on the phone, so I never forgot my language; as for my school friends, they taught me London slang and a love of cricket! — so I grew up with two languages and customs from two worlds → last summer, back in Fez for the first time in years: at home and a stranger at once — warm welcome, but they laughed at my English accent and called me “the Englishman” all trip → it is true living between two cultures is sometimes confusing, but it made me more open; I want to study Arabic at university; “if I became a teacher, I would teach my students that identity is a bridge, not a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a question to the reader, kāna + present vs ammā … fa-, a ḥāl (wa-hum yaḥmilūna), a personal example, a concession and a conditional.
ENGLISH SUMMARY (read aloud or paste in the chat for Core students): Millions of young people live between two cultures — one language at home, another at school, festivals from both — and ask “where do I belong?” → in the past people spent their whole life in their birthplace, so identity was clear; as for today, families move between countries and children grow up with more than one culture, sometimes more than one passport → I was born in Britain to an Egyptian father and a Pakistani mother; at first I felt I belonged nowhere, but at my school’s culture day, serving dishes from both countries, I found this diversity is a treasure — dozens of students came asking about both countries → it is true a double identity can confuse, but it opens doors to learning and friendship; “if every student learned about classmates’ cultures, our schools would be more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Identity and Personal Profiles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course registration form, write an email introducing yourself to a pen friend, and write an extended piece about who you are or about living between two cultures.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TB-L01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introducing yourself.</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the gender of every adjective and nisba that describes you; numbers + sana (khamsa ʿashrata sanatan); no verb “to be” in the present.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وُلِدْتُ فِي … وَجِئْنَا إِلَى … عِنْدَمَا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was born in … and we came to … when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أَشْعُرُ أَنِّي بِرِيطَانِيَّةٌ وَصُومَالِيَّةٌ مَعًا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feel I am British and Somali at the same time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يَقُولُ أَصْدِقَائِي إِنِّي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friends say that I am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Arabic summer-course registration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التَّسْجِيلُ فِي الدَّوْرَةِ الصَّيْفِيَّةِ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and surname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الأَوَّلُ وَاسْمُ العَائِلَةِ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of birth</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المِيلَادِ</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 you speak</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 الَّتِي تَتَكَلَّمُهَا</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adjectives that describe you</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صِفَتَانِ تَصِفَانِكَ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are learning Arabic</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تَتَعَلَّمُ العَرَبِيَّةَ؟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likay + verb in -a.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Arabic summer-course registration: model answers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Hassan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مَرْيَمُ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الأَوَّلُ وَاسْمُ العَائِلَةِ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June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الخَامِسُ مِنْ يُونْيُو</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المِيلَادِ</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Mogadishu</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مُقَدِيشُو</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المِيلَادِ</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and Somali</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وَالصُّومَالِيَّةُ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اللُّغَاتُ الَّتِي تَتَكَلَّمُهَا</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cheerful and patient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مَرِحَةٌ وَصَبُورَةٌ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صِفَتَانِ تَصِفَانِكَ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am learning Arabic so that I can understand the Qur’an and travel to Arab countries.</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أَتَعَلَّمُ العَرَبِيَّةَ لِكَيْ أَفْهَمَ القُرْآنَ وَأُسَافِرَ إِلَى البُلْدَانِ العَرَبِيَّةِ.</a:t>
            </a:r>
            <a:endParaRPr lang="ar-SA" sz="14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تَتَعَلَّمُ العَرَبِيَّةَ؟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Question 2: introduce yourself to a pen friend</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تَعَارُفٍ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You have a new Arabic-speaking pen friend. Write an email in Arabic of about 80–90 words. You must include: • your name, age and birthday • where you live and your nationality • the languages you speak • your personality, and a plan to meet in the future.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gender for every adjective.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future sentence (sa-).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وَعُمْرِي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بِرِيطَانِيَّةٌ وَأَصْلِي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British and my family is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وَأَتَعَلَّمُ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and I am learning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يَقُولُ أَصْدِقَائِي إِنِّي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friends say I am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have a new pen friend: write to her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عِنْدَكِ صَدِيقَةٌ جَدِيدَةٌ بِالمُرَاسَلَةِ. اكْتُبِي لَهَا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age, birthday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اسْمُكِ؟ وَكَمْ عُمْرُكِ؟ وَمَتَى عِيدُ مِيلَادِكِ؟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live; nationality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تَسْكُنِينَ؟ وَمَا جِنْسِيَّتُكِ؟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 you speak</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لُغَاتٍ تَتَكَلَّمِينَ؟</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personality; a plan to meet</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شَخْصِيَّتَكِ. وَمَتَى سَتَلْتَقِيَانِ؟</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 I am … My birthday is on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______ ، وَعُمْرِي ______ . عِيدُ مِيلَادِي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 I am …, and my family is from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______ . أَنَا ______ ، وَأَصْلِي مِنْ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speak … and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______ وَ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 and … In future I will visit you in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______ وَ ______ . فِي المُسْتَقْبَلِ سَأَزُورُكِ فِي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سَارَةُ،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أَنَا صَدِيقَتُكِ الجَدِيدَةُ مِنْ بِرِيطَانِيَا. اسْمِي مَرْيَمُ، وَعُمْرِي خَمْسَ عَشْرَةَ سَنَةً. عِيدُ مِيلَادِي فِي الخَامِسِ مِنْ يُونْيُو. أَسْكُنُ فِي مَدِينَةِ لِيسْتَرَ مَعَ أُسْرَتِي. أَنَا بِرِيطَانِيَّةٌ، وَأَصْلِي مِنَ الصُّومَالِ. أَتَكَلَّمُ الإِنْجِلِيزِيَّةَ وَالصُّومَالِيَّةَ، وَأَتَعَلَّمُ العَرَبِيَّةَ فِي المَدْرَسَةِ. أَنَا طَالِبَةٌ مَرِحَةٌ وَنَشِيطَةٌ، وَأُحِبُّ القِرَاءَةَ. فِي المُسْتَقْبَلِ سَأَزُورُكِ فِي عَمَّانَ. وَأَنْتِ، كَمْ عُمْرُكِ؟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Sara, I am your new friend from Britain. My name is Maryam and I am fifteen. My birthday is on the fifth of June. I live in Leicester with my family. I am British, and my family is from Somalia. I speak English and Somali, and I am learning Arabic at school. I am a cheerful, active student and I love reading. In the future I will visit you in Amman. And you — how old are you?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عُمْرِي خَمْسَ عَشْرَةَ سَنَةً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بِرِيطَانِيَّةٌ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أَتَكَلَّمُ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سَأَزُورُكِ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سَارَةُ،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فَأَنَا سَعِيدَةٌ جِدًّا لِأَنَّنَا سَنَكُونُ صَدِيقَتَيْنِ بِالمُرَاسَلَةِ. اسْمِي مَرْيَمُ، وَعُمْرِي خَمْسَ عَشْرَةَ سَنَةً، وَأَسْكُنُ مَعَ وَالِدَيَّ وَأَخَوَيَّ فِي لِيسْتَرَ، وَهِيَ مَدِينَةٌ مُتَنَوِّعَةٌ فِي وَسَطِ إِنْجِلْتِرَا. وُلِدْتُ فِي مُقَدِيشُو، وَجِئْنَا إِلَى بِرِيطَانِيَا عِنْدَمَا كَانَ عُمْرِي ثَلَاثَ سَنَوَاتٍ، لِذٰلِكَ أَشْعُرُ أَنِّي بِرِيطَانِيَّةٌ وَصُومَالِيَّةٌ مَعًا. أَتَكَلَّمُ الإِنْجِلِيزِيَّةَ بِطَلَاقَةٍ، وَالصُّومَالِيَّةَ فِي البَيْتِ، وَبَدَأْتُ أَتَعَلَّمُ العَرَبِيَّةَ قَبْلَ سَنَتَيْنِ. يَقُولُ أَصْدِقَائِي إِنِّي مَرِحَةٌ وَصَبُورَةٌ، وَأُحِبُّ القِرَاءَةَ وَالسِّبَاحَةَ. إِذَا زُرْتُ الأُرْدُنَّ فِي الصَّيْفِ، فَسَأَتَّصِلُ بِكِ لِنَلْتَقِيَ. حَدِّثِينِي عَنْ نَفْسِكِ!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Sara, greetings. I am very happy that we will be pen friends. My name is Maryam, I am fifteen, and I live with my parents and two brothers in Leicester, a diverse city in the middle of England. I was born in Mogadishu and we came to Britain when I was three, so I feel I am British and Somali at the same time. I speak English fluently and Somali at home, and I started learning Arabic two years ago. My friends say I am cheerful and patient, and I love reading and swimming. If I visit Jordan in the summer, I will call you so we can meet. Tell me about yourself! With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وَالِدَيَّ وَأَخَوَيَّ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وَجِئْنَا … عِنْدَمَا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أَشْعُرُ أَنِّي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زُرْتُ … فَسَأَتَّصِلُ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am I?</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أَنَا؟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personal details · your origins and languages · an important memory or event · your personality and dreams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مَعْلُومَاتُكَ الشَّخْصِيَّةُ · أَصْلُكَ وَلُغَاتُكَ · ذِكْرَى أَوْ حَدَثٌ مُهِمٌّ فِي حَيَاتِكَ · شَخْصِيَّتُكَ وَأَحْلَامُكَ</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Young people between two cultures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الشَّبَابُ بَيْنَ ثَقَافَتَيْنِ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young people live between two cultures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كَيْفَ يَعِيشُ الشَّبَابُ بَيْنَ ثَقَافَتَيْنِ؟ · المَاضِي وَالحَاضِرُ · تَجْرِبَةٌ شَخْصِيَّةٌ · رَأْيُكَ وَاقْتِرَاحُكَ</a:t>
            </a:r>
            <a:endParaRPr lang="ar-SA" sz="15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name, age, school, home, nationality: nominal sentences, the right gender.</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Origins + languages — aṣlī min …, atakallamu …; Stretch: ammā … fa-.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wulidtu, jiʾnā … ʿindamā kāna ʿumrī …; a visit or memory.</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Personality + future — anā …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أَنَا طَالِبٌ فِي السَّنَةِ الحَادِيَةَ عَشْرَةَ.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am a student in Year 11.</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وُلِدْتُ فِي فَاسَ، وَجِئْنَا إِلَى لَنْدَنَ.</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was born in Fez, and we came to London.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سَأَدْرُسُ الهَنْدَسَةَ فِي الجَامِعَةِ.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study engineering at university.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اسْمِي آدَمُ، وَعُمْرِي سِتَّ عَشْرَةَ سَنَةً. أَنَا طَالِبٌ فِي السَّنَةِ الحَادِيَةَ عَشْرَةَ. أَسْكُنُ فِي لَنْدَنَ مَعَ أَبِي وَأُمِّي وَأُخْتِي الصَّغِيرَةِ. بَيْتُنَا قَرِيبٌ مِنَ المَدْرَسَةِ وَالمَسْجِدِ، فَأَمْشِي إِلَى المَدْرَسَةِ كُلَّ يَوْمٍ.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بِرِيطَانِيٌّ، وَأَصْلِي مِنَ المَغْرِبِ. أَتَكَلَّمُ الإِنْجِلِيزِيَّةَ جَيِّدًا، وَأَتَكَلَّمُ الدَّارِجَةَ مَعَ جَدَّتِي. أَدْرُسُ العَرَبِيَّةَ الفُصْحَى فِي المَدْرَسَةِ، وَهِيَ صَعْبَةٌ لٰكِنَّهَا جَمِيلَةٌ.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وُلِدْتُ فِي مَدِينَةِ فَاسَ، وَجِئْنَا إِلَى لَنْدَنَ عِنْدَمَا كَانَ عُمْرِي أَرْبَعَ سَنَوَاتٍ. فِي الصَّيْفِ المَاضِي زُرْتُ فَاسَ مَعَ أُسْرَتِي، وَرَأَيْتُ البَيْتَ الَّذِي وُلِدْتُ فِيهِ. كَانَتِ الزِّيَارَةُ رَائِعَةً، وَتَعَرَّفْتُ إِلَى أَوْلَادِ عَمِّي، وَلَعِبْنَا مَعًا فِي الحَدِيقَةِ كُلَّ مَسَاءٍ.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شَخْصٌ هَادِئٌ وَمُجْتَهِدٌ، وَأُحِبُّ كُرَةَ القَدَمِ وَالرَّسْمَ، وَعِنْدِي أَصْدِقَاءُ مِنْ بُلْدَانٍ كَثِيرَةٍ. فِي رَأْيِي، أَنَا مَغْرِبِيٌّ وَبِرِيطَانِيٌّ مَعًا. فِي المُسْتَقْبَلِ سَأَدْرُسُ الهَنْدَسَةَ فِي الجَامِعَةِ، وَسَأَزُورُ المَغْرِبَ كُلَّ سَنَةٍ.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Adam, 16, Year 11; lives in London with Mum, Dad and little sister, near school and the mosque, so he walks to school → British with Moroccan roots; good English, Darija with Grandma, Standard Arabic at school (hard but beautiful) → born in Fez, came to London aged four; last summer visited Fez and saw the house he was born in; met his cousins and played in the garden every evening → calm and hard-working, loves football and drawing, has friends from many countries; feels Moroccan and British together; will study engineering and visit Morocco every year.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طَالِبٌ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أَصْلِي مِنَ المَغْرِبِ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وُلِدْتُ فِي مَدِينَةِ فَاسَ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إِذَا سَأَلَنِي أَحَدٌ «مَنْ أَنْتَ؟» فَلَا أَسْتَطِيعُ أَنْ أُجِيبَ بِكَلِمَةٍ وَاحِدَةٍ. اسْمِي آدَمُ، وَعُمْرِي سِتَّ عَشْرَةَ سَنَةً، وَأَنَا طَالِبٌ فِي مَدْرَسَةٍ ثَانَوِيَّةٍ فِي لَنْدَنَ، لٰكِنَّ قِصَّتِي بَدَأَتْ بَعِيدًا مِنْ هُنَا، فِي أَزِقَّةِ فَاسَ القَدِيمَةِ.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وُلِدْتُ هُنَاكَ، وَجِئْنَا إِلَى بِرِيطَانِيَا عِنْدَمَا كَانَ عُمْرِي أَرْبَعَ سَنَوَاتٍ. كَانَتْ جَدَّتِي تُكَلِّمُنِي بِالدَّارِجَةِ كُلَّ مَسَاءٍ عَلَى الهَاتِفِ، فَلَمْ أَنْسَ لُغَتِي، أَمَّا أَصْدِقَائِي فِي المَدْرَسَةِ فَعَلَّمُونِي لَهْجَةَ لَنْدَنَ وَحُبَّ الكْرِيكِيتِ! وَهٰكَذَا كَبِرْتُ بِلُغَتَيْنِ وَعَادَاتٍ مِنْ عَالَمَيْنِ.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الصَّيْفِ المَاضِي زُرْتُ فَاسَ لِأَوَّلِ مَرَّةٍ مُنْذُ سَنَوَاتٍ، فَشَعَرْتُ أَنِّي فِي بَيْتِي وَغَرِيبٌ فِي الوَقْتِ نَفْسِهِ؛ فَالنَّاسُ رَحَّبُوا بِي بِحَرَارَةٍ، لٰكِنَّهُمْ ضَحِكُوا مِنْ لَهْجَتِيَ الإِنْجِلِيزِيَّةِ، وَسَمَّوْنِي «الإِنْجِلِيزِيَّ» طُولَ الرِّحْلَةِ.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العَيْشَ بَيْنَ ثَقَافَتَيْنِ مُرْبِكٌ أَحْيَانًا، غَيْرَ أَنَّهُ جَعَلَنِي أَكْثَرَ انْفِتَاحًا وَتَفَهُّمًا لِلْآخَرِينَ. فِي المُسْتَقْبَلِ أُرِيدُ أَنْ أَدْرُسَ العَرَبِيَّةَ فِي الجَامِعَةِ، وَلَوْ أَصْبَحْتُ مُعَلِّمًا، لَعَلَّمْتُ طُلَّابِي أَنَّ الهُوِيَّةَ جِسْرٌ لَا جِدَارٌ.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سَأَلَنِي … فَلَا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جَدَّتِي تُكَلِّمُنِي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أَصْدِقَائِي … فَعَلَّمُونِي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أَصْبَحْتُ … لَعَلَّمْتُ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ea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between two cultures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يَعِيشُ مَلَايِينُ الشَّبَابِ اليَوْمَ بَيْنَ ثَقَافَتَيْنِ؛ فَهُمْ يَتَكَلَّمُونَ لُغَةً فِي البَيْتِ، وَلُغَةً أُخْرَى فِي المَدْرَسَةِ، وَيَحْتَفِلُونَ بِأَعْيَادٍ مِنْ ثَقَافَتَيْنِ مُخْتَلِفَتَيْنِ. وَيَسْأَلُ كَثِيرٌ مِنْهُمْ: إِلَى أَيِّ مَكَانٍ أَنْتَمِي؟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النَّاسُ يَقْضُونَ حَيَاتَهُمْ كُلَّهَا فِي المَدِينَةِ الَّتِي وُلِدُوا فِيهَا، فَكَانَتْ هُوِيَّتُهُمْ وَاضِحَةً، أَمَّا اليَوْمَ فَتَنْتَقِلُ الأُسَرُ بَيْنَ البُلْدَانِ، وَيَكْبُرُ الأَطْفَالُ وَهُمْ يَحْمِلُونَ أَكْثَرَ مِنْ ثَقَافَةٍ، وَأَحْيَانًا أَكْثَرَ مِنْ جَوَازِ سَفَرٍ.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أَنَا مِثَالٌ عَلَى ذٰلِكَ؛ وُلِدْتُ فِي بِرِيطَانِيَا لِأَبٍ مِصْرِيٍّ وَأُمٍّ بَاكِسْتَانِيَّةٍ. فِي البِدَايَةِ كُنْتُ أَشْعُرُ أَنِّي لَا أَنْتَمِي إِلَى أَيِّ مَكَانٍ، لٰكِنْ عِنْدَمَا شَارَكْتُ فِي يَوْمٍ ثَقَافِيٍّ فِي مَدْرَسَتِي، وَقَدَّمْتُ أَطْبَاقًا مِنَ البَلَدَيْنِ، اكْتَشَفْتُ أَنَّ هٰذَا التَّنَوُّعَ كَنْزٌ، فَقَدْ جَاءَ عَشَرَاتُ الطُّلَّابِ يَسْأَلُونَ عَنْ بَلَدَيَّ وَعَادَاتِهِمَا.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الهُوِيَّةَ المُزْدَوِجَةَ قَدْ تُسَبِّبُ حَيْرَةً، غَيْرَ أَنَّهَا تَفْتَحُ أَبْوَابًا كَثِيرَةً لِلتَّعَلُّمِ وَالصَّدَاقَةِ. وَلَوْ تَعَلَّمَ كُلُّ طَالِبٍ شَيْئًا عَنْ ثَقَافَاتِ زُمَلَائِهِ، لَأَصْبَحَتْ مَدَارِسُنَا أَكْثَرَ احْتِرَامًا وَتَفَاهُمًا.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يَتَكَلَّمُونَ لُغَةً … وَلُغَةً أُخْرَى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فَتَنْتَقِلُ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وُلِدْتُ … لِأَبٍ مِصْرِيٍّ وَأُمٍّ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تَعَلَّمَ … لَأَصْبَحَتْ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age written correctly (… sanatan).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every adjective agrees with me (m. / f.).</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TB-L02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TB-L01 · Writing Workshop — Identity and Personal Profiles</dc:title>
  <dc:subject>PptxGenJS Presentation</dc:subject>
  <dc:creator>Al Madina Online School · Arabic Department</dc:creator>
  <cp:lastModifiedBy>Al Madina Online School · Arabic Department</cp:lastModifiedBy>
  <cp:revision>1</cp:revision>
  <dcterms:created xsi:type="dcterms:W3CDTF">2026-10-11T08:46:36Z</dcterms:created>
  <dcterms:modified xsi:type="dcterms:W3CDTF">2026-10-11T08:46:36Z</dcterms:modified>
</cp:coreProperties>
</file>