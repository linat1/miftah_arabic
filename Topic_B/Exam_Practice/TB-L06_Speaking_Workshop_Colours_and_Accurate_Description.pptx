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6 (Colours and Accurate Description, TB-L06), using that lesson’s language (colour forms (aḥmar · ḥamrāʾ · ḥumr); regular colours (-iyy); non-human plural agreement).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basic colours follow afʿal (m.) · faʿlāʾ (f.) · fuʿl (human pl.): قَمِيصٌ أَحْمَرُ · سَيَّارَةٌ حَمْرَاءُ. They never take tanwīn: أَحْمَرُ (not أَحْمَرٌ). Non-human plurals take the feminine singular: أَزْهَارٌ حَمْرَاءُ.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colours from nouns are regular: بُنِّيٌّ / بُنِّيَّةٌ (from coffee bean) · وَرْدِيٌّ (from rose). Shades follow the colour: أَزْرَقُ فَاتِحٌ · حَقِيبَةٌ زَرْقَاءُ غَامِقَةٌ.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at the airport.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تَنْزِلِينَ — the bag stays feminine: هِيَ زَرْقَاءُ.
Core: ḥaqība is feminine → zarqāʾ, kabīra, maṣnūʿa. Masculine items: shirīṭ aṣfar, ḥidhāʾ aswad. No tanwīn on afʿal / faʿlāʾ.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choosing paint.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أَنْ تَدْهَنِي · غُرْفَتِكِ.
Task 2: laun is masculine → akhḍar fātiḥ (accusative here). Task 5: as-satāʾir (non-human pl.) → bayḍāʾ. Task 4: the CANDIDATE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an art gallery.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أَيْنَ أَنْتِ · صِفِيهَا · تُعْجِبُكِ · رَأَيْتِ.
Develop: agreement with each noun (baḥr azraq, samāʾ burtuqāliyya, qawārib bayḍāʾ — non-human pl.), qubbaʿa ḥamrāʾ, positions, an opinion, a past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design-school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لَوْنُكِ · لَكِ · عَمِلْتِهِ · صَمَّمْتِ · مَدْرَسَتِكِ.
Stretch: colours as nouns (al-akhḍar), baynamā, a purpose (li-talfita), a concession with anna … wa-anna, law … la- with accusative colours (azraqa wa-dhahabiyyan).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shade, pattern or material.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Colours and Accurate Description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الأَلْوَانُ وَالوَصْفُ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objects, clothes, places and pictures precisely — size, shape, colour and material — with colour forms that agree (aḥmar / ḥamrāʾ) and non-human plurals.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THE SIX “IRREGULAR” COLOURS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Red: aḥmar · ḥamrāʾ · ḥumr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أَلْوَانُ أَفْعَلَ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afʿal · faʿlāʾ · fuʿl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أَحْمَرُ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aḥ-ma-ru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حُمْرٌ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حَمْرَاءُ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أَحْمَرُ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أَزْرَقُ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blue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az-ra-qu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زُرْقٌ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زَرْقَاءُ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أَزْرَقُ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أَخْضَرُ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green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akh-ḍa-ru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خُضْرٌ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خَضْرَاءُ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أَخْضَرُ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أَبْيَضُ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white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ab-ya-ḍu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بِيضٌ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بَيْضَاءُ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أَبْيَضُ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أَسْوَدُ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black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as-wa-du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سُودٌ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سَوْدَاءُ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أَسْوَدُ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أَصْفَرُ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yellow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aṣ-fa-ru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صُفْرٌ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صَفْرَاءُ</a:t>
            </a:r>
            <a:endParaRPr lang="ar-SA" sz="150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أَصْفَرُ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REGULAR COLOURS, SHADES, PATTERNS, MATERIALS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Light blue, striped, made of wool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الدِّقَّةُ فِي الوَصْفِ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regular: -iyy / -iyya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بُنِّيٌّ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brown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bun-niy-yun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بُنِّيَّةٌ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بُنِّيَّةٌ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بُنِّيٌّ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regular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رَمَادِيٌّ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grey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ra-mā-diy-yun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رَمَادِيَّةٌ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رَمَادِيٌّ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regular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بُرْتُقَالِيٌّ · وَرْدِيٌّ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orange · pink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bur-tu-qā-liy-yun · war-diy-yun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بُرْتُقَالِيَّةٌ · وَرْدِيَّةٌ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shade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فَاتِحٌ · غَامِقٌ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light · dark (shade)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fā-ti-ḥun · ghā-mi-qun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فَاتِحَةٌ · غَامِقَةٌ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مُخَطَّطٌ · مُنَقَّطٌ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striped · spotted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mu-khaṭ-ṭa-ṭun · mu-naq-qa-ṭun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مُخَطَّطَةٌ · مُنَقَّطَةٌ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material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مَصْنُوعٌ مِنْ …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made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maṣ-nū-ʿun min …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مَصْنُوعَةٌ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مَصْنُوعَةٌ</a:t>
            </a:r>
            <a:endParaRPr lang="ar-SA" sz="150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AT THE AIRPORT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My suitcase is lost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حَقِيبَتِي ضَائِعَةٌ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حَقِيبَتِي لَمْ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suitcase did not arrive.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زَرْقَاءُ / حَمْرَاءُ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its colour (feminine).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… وَمَصْنُوعَةٌ مِنْ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its size and material.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هِيَ كَبِيرَةٌ أَمْ صَغِيرَةٌ؟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فِيهَا … وَ…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things inside, with colours.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يُوجَدُ فِيهَا؟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أَنْزِلُ فِي فُنْدُقِ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تَنْزِلُ فِي المَدِينَةِ؟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the lost-luggage officer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CHOOSING PAINT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Choosing colours for your room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مَحَلِّ الدِّهَانِ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أَدْهَنَ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to paint.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تَدْهَنَ؟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لَوْنًا أَخْضَرَ فَاتِحًا /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 colour with a shade.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لَوْنٍ لِلْجُدْرَانِ؟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البَابُ أَبْيَضُ،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 different colour and give a reason.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وَالبَابُ؟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عُلْبَةً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many tins you need.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هٰذِهِ العُلْبَةُ بِعِشْرِينَ دِينَارًا.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الأَثَاثُ … وَالسَّتَائِرُ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(plural agreement).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الأَثَاثِ فِي غُرْفَتِكَ؟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paint-shop assistant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AN ART GALLERY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Describing a painting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مَعْرِضِ الفُنُونِ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فِي … مَعَ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are and with whom.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اللَّوْحَةِ … وَ… وَ…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picture with three colours.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صِفْهَا لِي.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عَلَى اليَمِينِ … وَفِي الوَسَطِ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things are in the picture.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وَأَيْنَ الأَشْخَاصُ؟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لِأَنَّ الأَلْوَانَ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with a reason.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تُعْجِبُكَ؟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رَأَيْتُ … كَانَتْ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رَأَيْتَ قَبْلَ ذٰلِكَ؟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on a school trip  ·  The examiner is: a friend on a video call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DESIGN-SCHOOL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Colours and their meanings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لِلْأَلْوَانِ مَعَانٍ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لَوْنِيَ المُفَضَّلُ … لِأَنَّهُ يُذَكِّرُنِي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a colour and its meaning.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لَوْنُكَ المُفَضَّلُ؟ وَمَاذَا يَعْنِي لَكَ؟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فَمَثَلًا … بَيْنَمَا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cultures with an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لِلْأَلْوَانِ المَعْنَى نَفْسُهُ فِي كُلِّ الثَّقَافَاتِ؟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صَمَّمْتُ … وَاخْتَرْتُ خَلْفِيَّةً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project precisely.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تَصْمِيمًا عَمِلْتَهُ.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أَلَيْسَتِ الأَلْوَانُ مَسْأَلَةَ ذَوْقٍ فَقَطْ؟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صَمَّمْتُ …، لَجَعَلْتُهُ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صَمَّمْتَ عَلَمًا لِمَدْرَسَتِكَ،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applicant for a design course  ·  The examiner is: the course tutor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objects with colours that agree (m. / f.)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added a shade, a pattern or a material, and used non-human plural agreement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حَقِيبَتِي لَمْ تَصِلْ مَعَ الطَّائِرَةِ مِنْ لَنْدَنَ.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suitcase didn’t arrive on the plane from London.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زَرْقَاءُ غَامِقَةٌ، وَعَلَيْهَا شَرِيطٌ أَصْفَرُ.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dark blue, with a yellow ribbon on it.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هِيَ كَبِيرَةٌ، وَمَصْنُوعَةٌ مِنَ البْلَاسْتِيكِ القَوِيِّ.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big, and made of hard plastic.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هِيَ كَبِيرَةٌ أَمْ صَغِيرَةٌ؟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فِيهَا مَلَابِسِي، وَحِذَاءٌ أَسْوَدُ، وَهَدِيَّةٌ لِأُمِّي.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clothes, a pair of black shoes and a present for my mum.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يُوجَدُ فِيهَا؟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أَنْزِلُ فِي فُنْدُقِ النِّيلِ، فِي وَسَطِ المَدِينَةِ.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staying at the Nile Hotel, in the city centre.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تَنْزِلُ فِي المَدِينَةِ؟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أَدْهَنَ جُدْرَانَ غُرْفَتِي، وَبَابَهَا.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paint my bedroom walls and its door.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تَدْهَنَ؟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لَوْنًا أَخْضَرَ فَاتِحًا، لِأَنَّهُ هَادِئٌ.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a light green, because it is calming.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لَوْنٍ لِلْجُدْرَانِ؟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البَابُ أَبْيَضُ، لِأَنَّ الأَبْيَضَ يَجْعَلُ الغُرْفَةَ أَوْسَعَ.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White for the door, because white makes the room look bigger.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وَالبَابُ؟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عُلْبَةً أَحْتَاجُ لِغُرْفَةٍ صَغِيرَةٍ؟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tins do I need for a small room?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هٰذِهِ العُلْبَةُ بِعِشْرِينَ دِينَارًا.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الأَثَاثُ بُنِّيٌّ، وَالسَّتَائِرُ بَيْضَاءُ، وَالسَّجَّادَةُ رَمَادِيَّةٌ.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furniture is brown, the curtains are white and the rug is grey.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الأَثَاثِ فِي غُرْفَتِكَ؟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فِي مَعْرِضِ الفُنُونِ مَعَ صَفِّي، وَأَمَامِي لَوْحَةٌ رَائِعَةٌ.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in the art gallery with my class, and in front of me there is a wonderful painting.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اللَّوْحَةِ بَحْرٌ أَزْرَقُ، وَسَمَاءٌ بُرْتُقَالِيَّةٌ، وَقَوَارِبُ صَغِيرَةٌ بَيْضَاءُ.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blue sea, an orange sky and small white boats.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صِفْهَا لِي.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عَلَى اليَمِينِ صَيَّادٌ يَلْبَسُ قُبَّعَةً حَمْرَاءَ، وَفِي الوَسَطِ أَطْفَالٌ يَلْعَبُونَ عَلَى الرَّمْلِ.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the right a fisherman in a red hat; in the middle children playing on the sand.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وَأَيْنَ الأَشْخَاصُ؟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كَثِيرًا، لِأَنَّ الأَلْوَانَ دَافِئَةٌ، وَتُذَكِّرُنِي بِعُطْلَتِنَا فِي تُونِسَ.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 lot — the colours are warm and remind me of our holiday in Tunisia.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تُعْجِبُكَ؟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رَأَيْتُ تِمْثَالًا ضَخْمًا مِنَ الرُّخَامِ الأَبْيَضِ، وَكَانَتْ فِيهِ تَفَاصِيلُ دَقِيقَةٌ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a huge white marble statue, with very fine details.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رَأَيْتَ قَبْلَ ذٰلِكَ؟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لَوْنِيَ المُفَضَّلُ الأَخْضَرُ، لِأَنَّهُ يُذَكِّرُنِي بِحَدِيقَةِ جَدِّي، وَيَعْنِي لِيَ الهُدُوءَ وَالحَيَاةَ.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colour is green, because it reminds me of my grandfather’s garden; it means calm and life to 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لَوْنُكَ المُفَضَّلُ؟ وَمَاذَا يَعْنِي لَكَ؟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فَمَثَلًا يَلْبَسُ النَّاسُ الأَبْيَضَ فِي الأَعْرَاسِ فِي أُورُوبَّا، بَيْنَمَا يَرْتَبِطُ الأَبْيَضُ بِالحُزْنِ فِي بَعْضِ بُلْدَانِ آسْيَا.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— in Europe people wear white at weddings, whereas in some Asian countries white is linked to mourning.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لِلْأَلْوَانِ المَعْنَى نَفْسُهُ فِي كُلِّ الثَّقَافَاتِ؟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صَمَّمْتُ مُلْصَقًا لِحَمْلَةٍ بِيئِيَّةٍ، وَاخْتَرْتُ خَلْفِيَّةً خَضْرَاءَ غَامِقَةً وَكِتَابَةً صَفْرَاءَ لِتَلْفِتَ النَّظَرَ.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designed a poster for an environmental campaign, choosing a dark green background and yellow lettering to catch the eye.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تَصْمِيمًا عَمِلْتَهُ.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الذَّوْقَ شَخْصِيٌّ، غَيْرَ أَنَّ الدِّرَاسَاتِ تُظْهِرُ أَنَّ الأَزْرَقَ يُهَدِّئُ، وَأَنَّ الأَحْمَرَ يَزِيدُ الشَّهِيَّةَ.</a:t>
            </a:r>
            <a:endParaRPr lang="ar-SA" sz="16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taste is personal, but studies show blue calms and red increases appetite.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أَلَيْسَتِ الأَلْوَانُ مَسْأَلَةَ ذَوْقٍ فَقَطْ؟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صَمَّمْتُ عَلَمًا لِمَدْرَسَتِي، لَجَعَلْتُهُ أَزْرَقَ وَذَهَبِيًّا، وَلَوَضَعْتُ فِي وَسَطِهِ كِتَابًا مَفْتُوحًا.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designed a flag for my school, I would make it blue and gold, with an open book in the middle.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صَمَّمْتَ عَلَمًا لِمَدْرَسَتِكَ، كَيْفَ يَكُونُ؟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meanings, a cultural comparison (baynamā), a precise past description,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أَلْوَانِي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لَوْنِيَ المُفَضَّلُ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colour?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لَوْنُكَ المُفَضَّلُ؟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حَقِيبَتِي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your school bag?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حَقِيبَتِكَ المَدْرَسِيَّةِ؟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القَمِيصُ … وَالبِنْطَالُ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the school uniform?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الزِّيِّ المَدْرَسِيِّ؟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سَيَّارَتُنَا … 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family car.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سَيَّارَةَ أُسْرَتِكَ.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العَلَمِ … وَ…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colours are in your country’s flag?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الأَلْوَانُ فِي عَلَمِ بَلَدِكَ؟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الوَصْفُ الدَّقِيقُ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أَلْبَسُ … وَ… مَصْنُوعٌ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clothes today precisely.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مَلَابِسَكَ اليَوْمَ بِدِقَّةٍ.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… فِيهِ … وَ…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place you love through its colours.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مَكَانًا تُحِبُّهُ بِأَلْوَانِهِ.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أَخْتَارُ … لِأَنَّ … / لَا،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choose clothes for their colour?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تَخْتَارُ مَلَابِسَكَ بِسَبَبِ اللَّوْنِ؟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أَخَذْتُ … لَوْنُهَا … وَهِيَ مَصْنُوعَةٌ مِنْ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lovely present you received.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هَدِيَّةً جَمِيلَةً أَخَذْتَهَا.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سَأَدْهَنُهَا بِاللَّوْنِ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will you paint your room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بِأَيِّ لَوْنٍ سَتَدْهَنُ غُرْفَتَكَ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colours with shades, patterns and materials, plural agreement, a reason and the future.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الأَلْوَانُ وَالحَيَاةُ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فَالأَزْرَقُ مَثَلًا … أَمَّا الأَحْمَرُ فَيُشْعِرُنِي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colours affect our feelings?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تُؤَثِّرُ الأَلْوَانُ فِي مَشَاعِرِنَا؟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 … مَثَلًا عِنْدَمَا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is accurate description important?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تُعْتَبَرُ الدِّقَّةُ فِي الوَصْفِ مُهِمَّةً؟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modern cities less colourful than old ones?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المُدُنُ الحَدِيثَةُ أَقَلُّ أَلْوَانًا مِنَ القَدِيمَةِ؟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رَأَيْتُ … كَانَتِ السَّمَاءُ … وَ…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natural scene you will never forget.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مَنْظَرًا طَبِيعِيًّا لَا تَنْسَاهُ.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عِشْتُ …، لَافْتَقَدْتُ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lived in a world without colour, what would you miss most?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عِشْتَ فِي عَالَمٍ بِلَا أَلْوَانٍ، مَاذَا تَفْتَقِدُ أَكْثَرَ؟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ammā … fa-, examples, a concession, a past description with kāna + accusative colours,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لَوْنِيَ المُفَضَّلُ الأَزْرَقُ، مِثْلَ لَوْنِ البَحْرِ.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colour is blue, like the sea.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لَوْنُكَ المُفَضَّلُ؟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حَقِيبَتِي سَوْدَاءُ وَرَمَادِيَّةٌ.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bag is black and grey.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حَقِيبَتِكَ المَدْرَسِيَّةِ؟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القَمِيصُ أَبْيَضُ، وَالبِنْطَالُ أَزْرَقُ غَامِقٌ.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shirt is white, and the trousers are dark blue.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الزِّيِّ المَدْرَسِيِّ؟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سَيَّارَتُنَا كَبِيرَةٌ وَحَمْرَاءُ، وَهِيَ قَدِيمَةٌ قَلِيلًا.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car is big and red, and a little old.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سَيَّارَةَ أُسْرَتِكَ.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العَلَمِ البِرِيطَانِيِّ أَحْمَرُ وَأَبْيَضُ وَأَزْرَقُ.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British flag has red, white and blue.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الأَلْوَانُ فِي عَلَمِ بَلَدِكَ؟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colour that agrees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أَلْبَسُ قَمِيصًا أَزْرَقَ فَاتِحًا مُخَطَّطًا، وَبِنْطَالًا رَمَادِيًّا مَصْنُوعًا مِنَ القُطْنِ.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wearing a light blue striped shirt and grey cotton trousers.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مَلَابِسَكَ اليَوْمَ بِدِقَّةٍ.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سُوقَ التَّوَابِلِ فِي القُدْسِ، فِيهِ أَكْيَاسٌ حَمْرَاءُ وَصَفْرَاءُ وَبُرْتُقَالِيَّةٌ، وَرَائِحَتُهُ رَائِعَةٌ.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love the spice market in Jerusalem — red, yellow and orange sacks, and a wonderful smell.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مَكَانًا تُحِبُّهُ بِأَلْوَانِهِ.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أَخْتَارُ الأَلْوَانَ الغَامِقَةَ فِي الشِّتَاءِ، وَالأَلْوَانَ الفَاتِحَةَ فِي الصَّيْفِ، لِأَنَّهَا أَبْرَدُ.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choose dark colours in winter and light colours in summer, because they are cooler.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تَخْتَارُ مَلَابِسَكَ بِسَبَبِ اللَّوْنِ؟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أَخَذْتُ مِنْ خَالَتِي سَاعَةً فِضِّيَّةً، وَهِيَ مَصْنُوعَةٌ مِنَ المَعْدِنِ، وَفِيهَا أَرْقَامٌ عَرَبِيَّةٌ.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aunt gave me a silver watch, made of metal, with Arabic numerals.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هَدِيَّةً جَمِيلَةً أَخَذْتَهَا.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سَأَدْهَنُهَا بِاللَّوْنِ الأَصْفَرِ الفَاتِحِ، لِأَنَّهُ يَجْعَلُ الغُرْفَةَ مُشْرِقَةً حَتَّى فِي الشِّتَاءِ.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paint it light yellow, because it makes the room bright even in winter.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بِأَيِّ لَوْنٍ سَتَدْهَنُ غُرْفَتَكَ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Precise description + reason + agreement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فَالأَزْرَقُ مَثَلًا يُشْعِرُنِي بِالهُدُوءِ، أَمَّا الأَحْمَرُ فَيُشْعِرُنِي بِالحَمَاسِ، وَلِذٰلِكَ تَخْتَارُهُ المَطَاعِمُ.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blue, for example, calms me, whereas red excites me, which is why restaurants choose it.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تُؤَثِّرُ الأَلْوَانُ فِي مَشَاعِرِنَا؟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 الوَصْفَ الدَّقِيقَ يُسَاعِدُ الآخَرِينَ، مَثَلًا عِنْدَمَا يَضِيعُ طِفْلٌ، تَحْتَاجُ الشُّرْطَةُ إِلَى لَوْنِ مَلَابِسِهِ بِالضَّبْطِ.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precise description helps others — when a child is lost, for example, the police need the exact colour of his clothes.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تُعْتَبَرُ الدِّقَّةُ فِي الوَصْفِ مُهِمَّةً؟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المَبَانِيَ الحَدِيثَةَ رَمَادِيَّةٌ فِي الغَالِبِ، غَيْرَ أَنَّ بَعْضَ المُدُنِ تَرْسُمُ لَوْحَاتٍ مُلَوَّنَةً عَلَى جُدْرَانِهَا.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modern buildings are mostly grey, but some cities paint colourful murals on their walls.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المُدُنُ الحَدِيثَةُ أَقَلُّ أَلْوَانًا مِنَ القَدِيمَةِ؟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colours as nouns, ammā … fa-, a concession, kānat as-samāʾu ḥamrāʾa,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رَأَيْتُ غُرُوبَ الشَّمْسِ فِي الصَّحْرَاءِ؛ كَانَتِ السَّمَاءُ حَمْرَاءَ ثُمَّ بَنَفْسَجِيَّةً، وَالرِّمَالُ ذَهَبِيَّةً.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a desert sunset: the sky was red, then purple, and the sand golden.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مَنْظَرًا طَبِيعِيًّا لَا تَنْسَاهُ.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عِشْتُ فِي عَالَمٍ بِلَا أَلْوَانٍ، لَافْتَقَدْتُ خُضْرَةَ الأَشْجَارِ فِي الرَّبِيعِ أَكْثَرَ مِنْ أَيِّ شَيْءٍ.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lived in a world without colour, I would miss the green of the trees in spring more than anything.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عِشْتَ فِي عَالَمٍ بِلَا أَلْوَانٍ، مَاذَا تَفْتَقِدُ أَكْثَرَ؟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colours as nouns, ammā … fa-, a concession, kānat as-samāʾu ḥamrāʾa,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colours that agree: aḥmar (m.) / ḥamrāʾ (f.).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size and colour in full sentences.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a shade, pattern or material.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feminine singular for non-human plurals.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compared, conceded or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TB-L06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TB-L06 · Speaking Workshop — Colours and Accurate Description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2026-10-11T09:03:46Z</dcterms:created>
  <dcterms:modified xsi:type="dcterms:W3CDTF">2026-10-11T09:03:46Z</dcterms:modified>
</cp:coreProperties>
</file>