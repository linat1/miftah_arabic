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the Final Revision series (Topics A–E), Lesson 3 (Final Revision — Places, Environment and the Digital World, FR-L03).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3: thalāthu layālin (3–10 + genitive plural). Box 7: agreement — ghurfatun hādiʾatun.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يَقَعُ (where is it → فِي شَمَالِ …) · صِفْ (describe!) · رَأَيْتَهَا (you saw it — PAST) · مَاذَا فَعَلْتُمْ (what did you do) · خِطَطُكَ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(71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(81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(115 words). Core model: all of Topic C — location with a compass point (L01), yūjadu / tūjadu + muqābila (L08), weather with ammā … fa- (L03), cause → effect with mimmā (L04), a past action with a number (L05), past vs present comparatives and an obligation (L05, 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(135 words). Full-mark model: reported speech with inna + kānat and colour agreement (ramādiyyatan, sawdāʾa), ammā al-yawma fa-, idh + two passives (ughliqat, buniyat), a relative clause, ghayra anna + bi-sababi + mā zāla + mimmā yuʾaddī ilā, li-dhālika, idhā … fa-sa- and law … la-mā (negative).
ENGLISH SUMMARY (read aloud or paste in the chat for Core students): Grandpa says when he arrived in Manchester fifty years ago, the sky was grey with factory smoke and the rivers black; today I watch ducks swim in the canal near our house and cycle along its bank every morning → the city changed a lot in half a century: old factories closed, some became museums and offices, and tram lines were built linking districts to the centre, cutting the number of cars → but challenges remain: because of growing traffic the air near big roads is still polluted, causing asthma in children; so I joined the eco-club and helped plant a hundred trees in our area and a campaign persuading parents to switch off engines outside school → the future is in our hands: if we use public transport and bikes, our city will become cleaner and quieter; “if grandpa saw it in twenty years, he wouldn’t recognise it, it would be so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(133 words). Full-mark model for the Stretch title: a comparative hook with a relative clause, wa-maʿa dhālika, hal … am, ka- + three examples with allatī, two present passives + mimmā yakhluqu, baʿda an + a relative clause with fīhi, badalan min, lā … wa-lā, and idhā + past passive … fa-sa-.
ENGLISH SUMMARY (read aloud or paste in the chat for Core students): We carry devices more powerful than the computers that took man to the moon, yet our planet’s problems grow every year — does technology save or harm the environment? → it offers great solutions: solar power, electric cars, apps that measure home water and electricity use, helping families save; yet devices are made from rare, costly metals and thrown away after two or three years, creating mountains of e-waste, mostly sent to poor countries → I changed my habits after a documentary about a dump in Ghana where children burn old devices: I repaired my phone instead of replacing it, and persuaded my family to recycle old devices instead of binning them → technology is a tool — neither saviour nor enemy; “if devices are made to last, they will become part of the solution, not the problem we live with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FINAL REVISION · EXAM PRACTICE  ·  FR-L03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FR-L03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Places, Environment and the Digital World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500" b="1" dirty="0">
                <a:solidFill>
                  <a:srgbClr val="D4AF37"/>
                </a:solidFill>
                <a:latin typeface="Amiri" pitchFamily="2" charset="-78"/>
                <a:ea typeface="Amiri" pitchFamily="2" charset="-78"/>
                <a:cs typeface="Amiri" pitchFamily="2" charset="-78"/>
              </a:rPr>
              <a:t>وَرْشَةُ الكِتَابَةِ — الأَمَاكِنُ وَالبِيئَةُ وَالعَالَمُ الرَّقْمِيُّ</a:t>
            </a:r>
            <a:endParaRPr lang="ar-SA" sz="35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Final-revision Paper 4 practice on Topic C: fill in a hotel-booking form, write an email about a school trip to a national park and an environmental problem you saw, and write an extended piece about your town past, present and future or about whether technology saves or harms the planet. Exam skills: plan cause → effect → solution, and check numbers and agreement.</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FR-L03 · Final Revision · Advanced Topics A–E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Topics A–E · exam ready</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Final Revision › FR-L03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a trip to a national park.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EXAM CHECK (2 min): every bullet answered? greeting and closing? Then check Topic C accuracy — taqaʿu for a feminine place (al-madīna, al-minṭaqa), non-human plurals take the feminine singular (jibālun ʿāliyatun), numbers 3–10 + plural, 11+ + singular (ʿishrīna kīsan), bi-sababi + noun vs li-anna + sentence, and passives (turikat, zuriʿat, buniyat).</a:t>
            </a:r>
            <a:endParaRPr lang="en-US" sz="115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تَقَعُ المِنْطَقَةُ فِي شَمَالِ غَرْبِ إِنْجِلْتِرَا</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area is in the north-west of England</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رَأَيْنَا قِمَامَةً كَثِيرَةً بِسَبَبِ السُّيَّاحِ، لِذٰلِكَ جَمَعْنَا …</a:t>
            </a:r>
            <a:endParaRPr lang="ar-SA" sz="21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saw lots of litter because of tourists, so we collected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يَجِبُ عَلَى البَلَدِيَّةِ أَنْ تُحَسِّنَ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council must improve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Hotel booking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حَجْزِ فُنْدُقٍ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Arrival date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الوُصُولِ</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nights</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اللَّيَالِي</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Room type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الغُرْفَةِ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will arrive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وَسِيلَةُ الوُصُولِ</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Phone number</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رَقْمُ الهَاتِفِ</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special request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طَلَبٌ خَاصٌّ</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chose this hotel</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اخْتَرْتَ هٰذَا الفُنْدُقَ؟</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box 2 is a date with an ordinal, box 3 a number + plural; the last box is a full sentence with li-anna.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Hotel booking form: model answers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Adil Mahmoud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عَادِلٌ مَحْمُودٌ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 July</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العَاشِرُ مِنْ يُولْيُو</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الوُصُولِ</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nights</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لَيَالٍ</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اللَّيَالِي</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double room</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لِشَخْصَيْنِ</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الغُرْفَةِ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by train</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بِالقِطَارِ</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وَسِيلَةُ الوُصُولِ</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07700 900123</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٠٧٧٠٠٩٠٠١٢٣</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رَقْمُ الهَاتِفِ</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quiet room away from the street</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غُرْفَةٌ هَادِئَةٌ بَعِيدَةٌ عَنِ الشَّارِعِ</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طَلَبٌ خَاصٌّ</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Because it uses solar power and is near the sea.</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اخْتَرْتُهُ لِأَنَّهُ يَسْتَخْدِمُ الطَّاقَةَ الشَّمْسِيَّةَ، وَيَقَعُ قُرْبَ البَحْرِ.</a:t>
            </a:r>
            <a:endParaRPr lang="ar-SA" sz="16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اخْتَرْتَ هٰذَا الفُنْدُقَ؟</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Question 2: our trip to the Lake District</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رِحْلَتُنَا إِلَى مِنْطَقَةِ البُحَيْرَاتِ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Write an email in Arabic to a friend of about 80–90 words. You must include: • where you went and where the place is • a description of the place and the weather • an environmental problem you saw and what you did • your opinion and your plans, and a question for your friend.</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taqaʿu fī + a compass point, and the weather.</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cause (bi-sababi) and a result (li-dhālika).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تَقَعُ المِنْطَقَةُ فِي شَمَالِ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area is in the north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فِيهَا جِبَالٌ عَالِيَةٌ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has high mountains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رَأَيْنَا … بِسَبَبِ … لِذٰلِكَ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saw … because of … so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سَأَعُودُ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summer I will return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a trip to a natural place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اكْتُبْ رِسَالَةً إِلَى صَدِيقِكَ عَنْ رِحْلَةٍ إِلَى مَكَانٍ طَبِيعِيٍّ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went; where it is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ذَهَبْتَ؟ وَأَيْنَ يَقَعُ المَكَانُ؟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place and the weather</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 المَكَانَ وَالطَّقْسَ.</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environmental problem; what you did</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المُشْكِلَةُ البِيئِيَّةُ الَّتِي رَأَيْتَهَا؟ وَمَاذَا فَعَلْتُمْ؟</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وَمَا خِطَطُكَ؟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spent … in … It is in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قَضَيْتُ … فِي ______ . تَقَعُ المِنْطَقَةُ فِي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has … and … The weather was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فِيهَا ______ وَ______ . كَانَ الجَوُّ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saw … because of …, so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رَأَيْنَا ______ بِسَبَبِ ______ ، لِذٰلِكَ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think … In summer I’ll return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أَظُنُّ أَنَّ ______ . فِي الصَّيْفِ سَأَعُودُ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See you.</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وَأَنْتَ، ______ ؟ إِلَى اللِّقَاءِ.</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طَارِقُ،</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كَيْفَ حَالُكَ؟ قَضَيْتُ عُطْلَةَ نِهَايَةِ الأُسْبُوعِ مَعَ المَدْرَسَةِ فِي مِنْطَقَةِ البُحَيْرَاتِ. تَقَعُ المِنْطَقَةُ فِي شَمَالِ غَرْبِ إِنْجِلْتِرَا، وَفِيهَا جِبَالٌ عَالِيَةٌ وَبُحَيْرَاتٌ صَافِيَةٌ. كَانَ الجَوُّ بَارِدًا وَمُمْطِرًا، لٰكِنَّنَا مَشَيْنَا عَشَرَةَ كِيلُومِتْرَاتٍ يَوْمَ السَّبْتِ! لِلْأَسَفِ رَأَيْنَا قِمَامَةً كَثِيرَةً قُرْبَ البُحَيْرَةِ، بِسَبَبِ السُّيَّاحِ. لِذٰلِكَ جَمَعْنَا البْلَاسْتِيكَ فِي أَكْيَاسٍ كَبِيرَةٍ. أَظُنُّ أَنَّ الرِّحْلَةَ كَانَتْ مُمْتِعَةً وَمُفِيدَةً. فِي الصَّيْفِ سَأَعُودُ إِلَى هُنَاكَ مَعَ عَائِلَتِي. وَأَنْتَ، هَلْ زُرْتَ مَكَانًا طَبِيعِيًّا جَمِيلًا؟</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إِلَى اللِّقَاءِ،</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عَادِلٌ</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Tariq, how are you? I spent the weekend with school in the Lake District. It’s in north-west England, with high mountains and clear lakes. It was cold and rainy, but we walked ten kilometres on Saturday! Sadly we saw lots of litter near the lake, because of tourists. So we collected the plastic in big bags. I think the trip was fun and useful. In the summer I’ll go back with my family. And you, have you visited a beautiful natural place? See you, Adil.”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تَقَعُ المِنْطَقَةُ فِي شَمَالِ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جِبَالٌ عَالِيَةٌ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السُّيَّاحِ</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لِذٰلِكَ جَمَعْنَا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عَزِيزِي طَارِقُ،</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عُدْتُ أَمْسِ مِنْ رِحْلَةٍ مَدْرَسِيَّةٍ إِلَى مِنْطَقَةِ البُحَيْرَاتِ، الَّتِي تَقَعُ فِي شَمَالِ غَرْبِ إِنْجِلْتِرَا، وَيَقْصِدُهَا مَلَايِينُ السُّيَّاحِ كُلَّ عَامٍ. صَحِيحٌ أَنَّ المَطَرَ لَمْ يَتَوَقَّفْ يَوْمَيْنِ كَامِلَيْنِ، غَيْرَ أَنَّ الجِبَالَ الخَضْرَاءَ وَالبُحَيْرَاتِ الصَّافِيَةَ كَانَتْ أَجْمَلَ مِنْ أَيِّ صُورَةٍ. وَمَا أَحْزَنَنِي أَنَّنَا وَجَدْنَا قِمَامَةً كَثِيرَةً تُرِكَتْ عَلَى الشَّاطِئِ، مِمَّا يُهَدِّدُ الطُّيُورَ وَالأَسْمَاكَ. لِذٰلِكَ قَضَيْنَا صَبَاحَ الأَحَدِ فِي تَنْظِيفِ المَكَانِ، فَجُمِعَ أَكْثَرُ مِنْ عِشْرِينَ كِيسًا مِنَ البْلَاسْتِيكِ! وَإِذَا وَافَقَ المُدِيرُ، فَسَنُنَظِّمُ حَمْلَةً مِثْلَهَا فِي حَدِيقَةِ مَدِينَتِنَا. هَلْ تُشَارِكُ مَعَنَا؟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عَادِلٌ</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Tariq, I got back yesterday from a school trip to the Lake District, in north-west England, visited by millions of tourists every year. It didn’t stop raining for two whole days, but the green mountains and clear lakes were more beautiful than any photo. What saddened me was finding lots of litter left on the shore, which threatens birds and fish. So we spent Sunday morning cleaning the place, and over twenty bags of plastic were collected! If the head agrees, we’ll organise a similar campaign in our town park. Will you join us? Best wishes, Adil.”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تَقَعُ … وَيَقْصِدُهَا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 … غَيْرَ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تُرِكَتْ … مِمَّا يُهَدِّدُ</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فَجُمِعَ أَكْثَرُ مِنْ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town: past, present and future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مَدِينَتِي: المَاضِي وَالحَاضِرُ وَالمُسْتَقْبَلُ</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your town is and what is there · the weather and life there · an environmental problem and what you did · how it has changed and how you want it in future</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أَيْنَ تَقَعُ مَدِينَتُكَ وَمَا فِيهَا · الطَّقْسُ وَالحَيَاةُ فِيهَا · مُشْكِلَةٌ بِيئِيَّةٌ وَمَا فَعَلْتَهُ · كَيْفَ تَغَيَّرَتْ وَكَيْفَ تُرِيدُهَا فِي المُسْتَقْبَلِ</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technology save or harm the environment?</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تُنْقِذُ التِّكْنُولُوجْيَا البِيئَةَ أَمْ تَضُرُّهَا؟</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solutions and risks · an example from your life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المَوْضُوعُ · الحُلُولُ وَالمَخَاطِرُ · مِثَالٌ مِنْ حَيَاتِكَ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Where — askunu fī …; taqaʿu al-madīnatu fī shamāli …; hiya madīnatun … mashhūratun bi- …</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is there + weather — fī ḥayyī yūjadu … wa-tūjadu …; al-jawwu fī ash-shitāʾi … ammā fī aṣ-ṣayfi fa-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Problem + action — akbaru mushkilatin … bi-sababi …, mimmā …; fī as-sanati al-māḍiya zaraʿnā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Change + future — kānat … ammā al-āna fa- …; yajibu ʿalā … an …; Stretch: passives, idhā … fa-sa-,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تُوجَدُ حَدِيقَةٌ كَبِيرَةٌ مُقَابِلَ بَيْتِي.</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place: a big park opposite my house.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تَلَوُّثُ الهَوَاءِ بِسَبَبِ السَّيَّارَاتِ، مِمَّا …</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cause → effect: pollution from cars …</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يَجِبُ عَلَى البَلَدِيَّةِ أَنْ تُحَسِّنَ الحَافِلَاتِ.</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solution: the council must improve buses.</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أَسْكُنُ فِي مَدِينَةِ مَانْشِسْتَرَ. تَقَعُ المَدِينَةُ فِي شَمَالِ غَرْبِ إِنْجِلْتِرَا، وَهِيَ مَدِينَةٌ كَبِيرَةٌ وَمَشْهُورَةٌ بِكُرَةِ القَدَمِ وَالمَطَرِ!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حَيِّي يُوجَدُ مَسْجِدٌ وَمَكْتَبَةٌ، وَتُوجَدُ حَدِيقَةٌ كَبِيرَةٌ مُقَابِلَ بَيْتِي. يُوجَدُ أَيْضًا سُوقٌ قَدِيمٌ، وَأَشْتَرِي مِنْهُ الفَوَاكِهَ يَوْمَ السَّبْتِ، لِأَنَّهَا أَرْخَصُ مِنَ المَحَلَّاتِ الكَبِيرَةِ. الجَوُّ فِي الشِّتَاءِ بَارِدٌ، وَتُمْطِرُ كَثِيرًا، أَمَّا فِي الصَّيْفِ فَالجَوُّ مُعْتَدِلٌ.</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لِلْأَسَفِ فِي المَدِينَةِ مَشَاكِلُ بِيئِيَّةٌ. أَكْبَرُ مُشْكِلَةٍ تَلَوُّثُ الهَوَاءِ بِسَبَبِ السَّيَّارَاتِ الكَثِيرَةِ، مِمَّا يُسَبِّبُ أَمْرَاضًا لِلنَّاسِ، خُصُوصًا لِلْأَطْفَالِ. فِي السَّنَةِ المَاضِيَةِ زَرَعْنَا مَعَ المَدْرَسَةِ ثَلَاثِينَ شَجَرَةً فِي الحَدِيقَةِ، وَنَظَّفْنَا الشَّارِعَ مِنَ القِمَامَةِ.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كَانَتِ المَدِينَةُ أَصْغَرَ فِي المَاضِي، أَمَّا الآنَ فَهِيَ أَكْبَرُ وَأَكْثَرُ ازْدِحَامًا. يَجِبُ عَلَى البَلَدِيَّةِ أَنْ تُحَسِّنَ الحَافِلَاتِ، وَيَجِبُ عَلَيْنَا أَنْ نَمْشِيَ أَكْثَرَ. فِي المُسْتَقْبَلِ أُرِيدُ أَنْ تَكُونَ مَدِينَتِي أَنْظَفَ وَأَكْثَرَ خُضْرَةً.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Manchester, in north-west England — big and famous for football and rain! → a mosque and a library, a big park opposite my house, an old market for fruit; cold, rainy winters and mild summers → air pollution from cars causes illness; last year we planted thirty trees with school → the city was smaller, now bigger and busier; the council must improve buses; I want it cleaner and greener.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تَقَعُ المَدِينَةُ فِي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تُوجَدُ حَدِيقَةٌ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بِسَبَبِ … مِمَّا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عَلَى البَلَدِيَّةِ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يَقُولُ جَدِّي إِنَّهُ حِينَ وَصَلَ إِلَى مَانْشِسْتَرَ قَبْلَ خَمْسِينَ عَامًا، كَانَتْ سَمَاؤُهَا رَمَادِيَّةً مِنْ دُخَانِ المَصَانِعِ، وَكَانَتْ أَنْهَارُهَا سَوْدَاءَ. أَمَّا اليَوْمَ، فَأَسْتَطِيعُ أَنْ أَرَى البَطَّ يَسْبَحُ فِي القَنَاةِ القَرِيبَةِ مِنْ بَيْتِنَا، وَأَرْكَبُ دَرَّاجَتِي عَلَى ضِفَّتِهَا كُلَّ صَبَاحٍ.</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فَقَدْ تَغَيَّرَتِ المَدِينَةُ كَثِيرًا خِلَالَ نِصْفِ قَرْنٍ؛ إِذْ أُغْلِقَتِ المَصَانِعُ القَدِيمَةُ، وَتَحَوَّلَ بَعْضُهَا إِلَى مَتَاحِفَ وَمَكَاتِبَ، وَبُنِيَتْ خُطُوطُ التِّرَامِ الَّتِي تَرْبِطُ الأَحْيَاءَ بِوَسَطِ المَدِينَةِ، مِمَّا قَلَّلَ عَدَدَ السَّيَّارَاتِ فِي الشَّوَارِعِ.</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التَّحَدِّيَاتِ لَمْ تَنْتَهِ؛ فَبِسَبَبِ الزِّحَامِ المُتَزَايِدِ، مَا زَالَ الهَوَاءُ مُلَوَّثًا قُرْبَ الطُّرُقِ الكَبِيرَةِ، مِمَّا يُؤَدِّي إِلَى أَمْرَاضِ الرَّبْوِ عِنْدَ الأَطْفَالِ. لِذٰلِكَ انْضَمَمْتُ إِلَى نَادِي البِيئَةِ، وَشَارَكْتُ فِي زِرَاعَةِ مِئَةِ شَجَرَةٍ فِي حَيِّنَا، وَفِي حَمْلَةٍ لِإِقْنَاعِ الآبَاءِ بِإِطْفَاءِ مُحَرِّكَاتِ سَيَّارَاتِهِمْ أَمَامَ المَدْرَسَةِ.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أَرَى أَنَّ المُسْتَقْبَلَ فِي أَيْدِينَا: فَإِذَا اسْتَخْدَمْنَا المُوَاصَلَاتِ العَامَّةَ وَالدَّرَّاجَاتِ، فَسَتُصْبِحُ مَدِينَتُنَا أَنْظَفَ وَأَهْدَأَ. وَلَوْ رَآهَا جَدِّي بَعْدَ عِشْرِينَ عَامًا، لَمَا عَرَفَهَا مِنْ شِدَّةِ خُضْرَتِهَا.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سَمَاؤُهَا رَمَادِيَّةً</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أُغْلِقَتْ … وَبُنِيَتْ</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يُؤَدِّي إِلَى</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رَآهَا … لَمَا عَرَفَهَا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Q3 (</a:t>
            </a:r>
            <a:pPr algn="l" indent="0" marL="0">
              <a:buNone/>
            </a:pPr>
            <a:r>
              <a:rPr lang="ar-SA" altLang="en-US" sz="2450" b="1" dirty="0">
                <a:solidFill>
                  <a:srgbClr val="1B3B6F"/>
                </a:solidFill>
                <a:latin typeface="Amiri" pitchFamily="2" charset="-78"/>
                <a:ea typeface="Amiri" pitchFamily="2" charset="-78"/>
                <a:cs typeface="Amiri" pitchFamily="2" charset="-78"/>
              </a:rPr>
              <a:t>ب</a:t>
            </a:r>
            <a:pPr algn="l" indent="0" marL="0">
              <a:buNone/>
            </a:pPr>
            <a:r>
              <a:rPr lang="en-US" sz="1900" b="1" dirty="0">
                <a:solidFill>
                  <a:srgbClr val="1B3B6F"/>
                </a:solidFill>
                <a:latin typeface="Cambria" pitchFamily="34" charset="0"/>
                <a:cs typeface="Amiri" pitchFamily="2" charset="-78"/>
              </a:rPr>
              <a:t>) full-mark model: technology and the planet</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نَحْمِلُ فِي جُيُوبِنَا أَجْهِزَةً أَقْوَى مِنَ الحَوَاسِيبِ الَّتِي أَوْصَلَتِ الإِنْسَانَ إِلَى القَمَرِ، وَمَعَ ذٰلِكَ تَزْدَادُ مَشَاكِلُ كَوْكَبِنَا كُلَّ عَامٍ. فَهَلْ تُنْقِذُ التِّكْنُولُوجْيَا البِيئَةَ أَمْ تَضُرُّهَا؟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تُقَدِّمُ التِّكْنُولُوجْيَا حُلُولًا رَائِعَةً، كَالطَّاقَةِ الشَّمْسِيَّةِ وَالسَّيَّارَاتِ الكَهْرَبَائِيَّةِ وَالتَّطْبِيقَاتِ الَّتِي تَقِيسُ اسْتِهْلَاكَ المَاءِ وَالكَهْرَبَاءِ فِي البُيُوتِ، فَتُسَاعِدُ العَائِلَاتِ عَلَى التَّوْفِيرِ. وَمِنْ نَاحِيَةٍ أُخْرَى، تُصْنَعُ الأَجْهِزَةُ مِنْ مَعَادِنَ نَادِرَةٍ وَغَالِيَةٍ، ثُمَّ تُرْمَى بَعْدَ سَنَتَيْنِ أَوْ ثَلَاثٍ، مِمَّا يَخْلُقُ جِبَالًا مِنَ النُّفَايَاتِ الإِلِكْتُرُونِيَّةِ، يُرْسَلُ أَغْلَبُهَا إِلَى دُوَلٍ فَقِيرَةٍ.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قَرَّرْتُ أَنْ أُغَيِّرَ عَادَاتِي بَعْدَ أَنْ شَاهَدْتُ فِيلْمًا وَثَائِقِيًّا عَنْ مَكَبٍّ فِي غَانَا يَحْرِقُ فِيهِ الأَطْفَالُ الأَجْهِزَةَ القَدِيمَةَ؛ فَأَصْلَحْتُ هَاتِفِي بَدَلًا مِنْ تَغْيِيرِهِ، وَأَقْنَعْتُ أُسْرَتِي بِأَنْ نُعِيدَ تَدْوِيرَ الأَجْهِزَةِ القَدِيمَةِ بَدَلًا مِنْ رَمْيِهَا فِي القِمَامَةِ.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لِذٰلِكَ أَرَى أَنَّ التِّكْنُولُوجْيَا أَدَاةٌ، لَا مُنْقِذٌ وَلَا عَدُوٌّ. فَإِذَا صُنِعَتِ الأَجْهِزَةُ لِتَعِيشَ طَوِيلًا، فَسَتُصْبِحُ جُزْءًا مِنَ الحَلِّ لَا مِنَ المُشْكِلَةِ الَّتِي نَعِيشُهَا اليَوْمَ.</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أَقْوَى مِنَ … الَّتِي</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تُصْنَعُ … ثُمَّ تُرْمَى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بَدَلًا مِنْ تَغْيِيرِهِ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مُنْقِذٌ وَلَا عَدُوٌّ</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FR-L03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Final Revision · Writing workshop · FR-L03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no empty boxes; a date and a number with the right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compass point, the weather, a cause and a result.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past, present and future of a place, with yūjadu / tūjadu.</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passives, a concession and a conditional; I checked my numbers.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FR-L03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FR-L04 · Exam practice · Speaking and writing workshops — the next Final Revision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FR-L03 · Writing Workshop — Places, Environment and the Digital World</dc:title>
  <dc:subject>PptxGenJS Presentation</dc:subject>
  <dc:creator>Al Madina Online School · Arabic Department</dc:creator>
  <cp:lastModifiedBy>Al Madina Online School · Arabic Department</cp:lastModifiedBy>
  <cp:revision>1</cp:revision>
  <dcterms:created xsi:type="dcterms:W3CDTF">2026-10-11T18:36:42Z</dcterms:created>
  <dcterms:modified xsi:type="dcterms:W3CDTF">2026-10-11T18:36:42Z</dcterms:modified>
</cp:coreProperties>
</file>