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the Final Revision series (Topics A–E), Lesson 4 (Final Revision — Education, Work and the International World, FR-L04), using that lesson’s language (Topics D and E revision: subjects and timetables; professions m. / f.; kuntu + present; sa- and aṭmaḥu ilā an; formal requests (awaddu an); nisba and languages; comparison with baynamā / ammā … fa-; conditionals (idhā … fa-sa-, law … la-)).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 revision map of Topics D and E. EXAM TIP: professions change for gender (مُهَنْدِسٌ / مُهَنْدِسَةٌ), and languages are feminine (اللُّغَةُ العَرَبِيَّةُ) — two quick accuracy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interviews need formal Arabic: يَسُرُّنِي أَنْ · أَوَدُّ أَنْ · حَضْرَتُكَ. Comparing cultures needs respect: بَيْنَمَا · غَالِبًا · مُخْتَلِفٌ لَا أَفْضَلُ. EXAM TIP: end a developed answer with a plan: إِذَا … فَسَـ…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careers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(model is f.; a boy: تَدْرُسُهَا · مَادَّتُكَ · تُرِيدُ · طَبِيبًا · تَتَكَلَّمُ).
Core: subjects (D · L03), li-annahā, a feminine profession (ṭabība, D · L06), hal astaṭīʿu an …? (D · L07), languages (E · L01–02). EXAM TIP: if the job is for a woman, add ـَةً: مُهَنْدِسَةً · مُعَلِّمَةً.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job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(model is f.; a boy: تَفَضَّلْ · مُوَظَّفِ · تَتَكَلَّمُهَا · تُنَاسِبُكَ · مُنَظَّمٌ وَصَبُورٌ · زُرْتَ).
Core+: formal register + awaddu an atqaddama (D · L09), languages with bi-ṭalāqa (E · L02), qualities + mathalan (D · L08), the CANDIDATE asks (kam sāʿatan …? kam ar-rātib?), a past visit + aʿjabanī (E · L04, L08).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an exchange in Jordan.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(model is f.; a boy: يَوْمُكَ · مَدْرَسَتِكَ · اسْتَعْدَدْتَ · سَتَدْرُسُ · تُقْبَلْ · صَدِيقِي).
Develop: times + thumma (D · L03), baynamā + kilā / fī al-madrasatayni (E · L09), a past sequence with kuntu + present (D · L04), sa- + aṭmaḥu ilā an (D · L10), idhā lam + passive jussive (uqbal) … fa-sawfa.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youth panel.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(model is f.; a boy: تَنْصَحُ · عِشْتَ · اسْتَطَعْتَ · تَعْمَلَ · تَخْتَارُ).
Stretch: a balanced thesis with dual agreement (jadīdatayni), linkers + alladhī (D · L08, E · L02), a past narrative with kuntu + ṣirtu + fa- (E · L08), a concession + anṣaḥu bi- (D · L04), law … la- + a relative clause and a number (E · L10).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linkers and two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FINAL REVISION · EXAM PRACTICE  ·  FR-L04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FR-L04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Education, Work and the International World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التَّعْلِيمُ وَالعَمَلُ وَالعَالَمُ الدُّوَلِيُّ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Final-revision Paper 3 practice on Topics D and E in breakout rooms: school and subjects, training and jobs, applications and interviews, career plans, languages, cultures, travel and global life. Exam skills: switch to formal Arabic in interviews (</a:t>
            </a:r>
            <a:pPr algn="l" indent="0" marL="0">
              <a:buNone/>
            </a:pPr>
            <a:r>
              <a:rPr lang="ar-SA" altLang="en-US" sz="14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يَسُرُّنِي</a:t>
            </a:r>
            <a:pPr algn="l" indent="0" marL="0">
              <a:buNone/>
            </a:pPr>
            <a:r>
              <a:rPr lang="en-US" sz="11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أَوَدُّ أَنْ</a:t>
            </a:r>
            <a:pPr algn="l" indent="0" marL="0">
              <a:buNone/>
            </a:pPr>
            <a:r>
              <a:rPr lang="en-US" sz="11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compare cultures with respect, and finish developed answers with a plan or a condition.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Final Revision · Advanced Topics A–E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Topics A–E · exam ready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Final Revision › FR-L04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TOPICS D AND E IN TWELVE STRUCTURES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School, work and the world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المِحْوَرَانِ الرَّابِعُ وَالخَامِسُ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 · L03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favourite subject is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mād-da-tī al-mu-faḍ-ḍa-la-tu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prefer … to …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عَلَى …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timetable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الجَدْوَلُ الدِّرَاسِيُّ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 · L04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· نَجَحْتُ فِي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revise · I passed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u-rā-ji-ʿu · na-jaḥ-tu fī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results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نَتَائِجُ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exams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امْتِحَانَاتٌ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 · L06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مُهَنْدِسٌ · مُهَنْدِسَةٌ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engineer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mu-han-di-sun · mu-han-di-sa-tun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teachers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مُعَلِّمُونَ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doctor (f.)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طَبِيبَةٌ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 · L07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خِبْرَةُ عَمَلٍ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work experience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khib-ra-tu ʿa-ma-lin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salary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رَاتِبٌ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colleagues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زُمَلَاءُ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 · L09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أَوَدُّ أَنْ أَتَقَدَّمَ لِوَظِيفَةٍ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would like to apply for a job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a-wad-du an a-ta-qad-da-ma li-wa-ẓī-fa-tin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interview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am pleased to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يَسُرُّنِي أَنْ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 · L10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aspire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aṭ-ma-ḥu i-lā an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university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الجَامِعَةُ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plan B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خُطَّةٌ بَدِيلَةٌ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Formal, comparative, conditional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بِنْيَاتٌ تَرْفَعُ الدَّرَجَةَ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 · L02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… بِطَلَاقَةٍ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speak … fluently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a-ta-kal-la-mu … bi-ṭa-lā-qa-tin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translation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التَّرْجَمَةُ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bilingual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ثُنَائِيُّ اللُّغَةِ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 · L03–04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عَادَاتٌ · تَقَالِيدُ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customs · traditions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ʿā-dā-tun · ta-qā-lī-du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identity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الهُوِيَّةُ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hospitality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الضِّيَافَةُ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 · L08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تَبَادُلٌ ثَقَافِيٌّ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cultural exchange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ta-bā-du-lun tha-qā-fiy-yun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abroad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الخَارِجِ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host family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العَائِلَةُ المُضِيفَةُ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 · L09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 · أَمَّا … فَإِنَّ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whereas · as for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bay-na-mā · am-mā … fa-ʾin-na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usually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different, not better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مُخْتَلِفٌ لَا أَفْضَلُ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 · L10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 فَسَأُسَافِرُ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… I will travel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i-dhā … fa-sa-ʾu-sā-fi-ru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international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دُوَلِيٌّ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global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عَالَمِيٌّ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top band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 … but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بَلْ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لَاخْتَرْتُ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CAREERS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Talking to the careers adviser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المُرْشِدَةِ المِهْنِيَّةِ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… وَ…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three subjects.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المَوَادُّ الَّتِي تَدْرُسِينَهَا؟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favourite with a reason.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مَادَّتُكِ المُفَضَّلَةُ؟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dream job (feminine).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وَظِيفَةٍ تُرِيدِينَ فِي المُسْتَقْبَلِ؟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أَسْتَطِيعُ أَنْ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work experience.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نَعَمْ. كَمْ لُغَةً تَتَكَلَّمِينَ؟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Year 11 student  ·  The examiner is: the careers adviser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JOB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 summer job at an international hotel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وَظِيفَةٌ صَيْفِيَّةٌ فِي فُنْدُقٍ دُوَلِيٍّ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النُّورِ. أَوَدُّ أَنْ أَتَقَدَّمَ لِوَظِيفَةِ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Greet formally and say why you are here.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الخَيْرِ، تَفَضَّلِي بِالجُلُوسِ.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… بِطَلَاقَةٍ، وَ… قَلِيلًا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languages with level.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اللُّغَاتُ الَّتِي تَتَكَلَّمِينَهَا؟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… وَ… ؛ مَثَلًا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qualities with evidence.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تُنَاسِبُكِ هٰذِهِ الوَظِيفَةُ؟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…؟ وَكَمِ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hours and pay.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مِنَ الأَحَدِ إِلَى الخَمِيسِ.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… ، وَأَعْجَبَنِي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+ opinion).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سِتُّ سَاعَاتٍ. هَلْ زُرْتِ بَلَدًا عَرَبِيًّا؟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applying for a summer job  ·  The examiner is: the hotel manager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AN EXCHANGE IN JORDAN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Two school systems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نِظَامَانِ دِرَاسِيَّانِ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… ، وَأَدْرُسُ … ، وَيَنْتَهِي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school day (times, subjects).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يَوْمُكِ الدِّرَاسِيُّ فِي بَرِيطَانْيَا؟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… بَيْنَمَا عِنْدَكُمْ … ؛ وَكِلَاهُمَا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respectfully with baynamā.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الفَرْقُ بَيْنَ مَدْرَسَتِكِ وَمَدْرَسَتِنَا؟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بِالإِضَافَةِ إِلَى ذٰلِكَ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revision methods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اسْتَعْدَدْتِ لِامْتِحَانَاتِكِ؟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… لِأَنِّي أَطْمَحُ إِلَى أَنْ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Plan with aspiration and purpose.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سَتَدْرُسِينَ بَعْدَ المَدْرَسَةِ؟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أُقْبَلْ، فَسَوْفَ أَدْرُسُ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(plan B).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تُقْبَلِي فِي الصَّيْدَلَةِ؟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British exchange student in Amman  ·  The examiner is: your Jordanian host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PANEL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Should young people study or work abroad?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الدِّرَاسَةُ وَالعَمَلُ فِي الخَارِجِ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thesis.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تَنْصَحِينَ الشَّبَابَ بِالدِّرَاسَةِ فِي الخَارِجِ؟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بِالإِضَافَةِ إِلَى ذٰلِكَ … ؛ وَالمُوَظَّفُ الَّذِي …</a:t>
            </a:r>
            <a:endParaRPr lang="ar-SA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List skills with linkers and a relative clause.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يَطْلُبُهُ أَصْحَابُ العَمَلِ اليَوْمَ؟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كُنْتُ … ثُمَّ صِرْتُ … فَتَحَسَّنَتْ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an experience with a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عِشْتِ تَجْرِبَةً مِثْلَ هٰذِهِ؟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 ؛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reassure.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بَعْضَ الأُسَرِ تَخَافُ عَلَى أَبْنَائِهَا.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لَاخْتَرْتُ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اسْتَطَعْتِ أَنْ تَعْمَلِي فِي أَيِّ بَلَدٍ، فَأَيُّهَا تَخْتَارِينَ؟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panellist  ·  The examiner is: the panel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talked about subjects, a job and languages in full sentences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formal register or a respectful comparison, and two time frames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الأَحْيَاءَ وَالكِيمْيَاءَ وَالعَرَبِيَّةَ.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Biology, chemistry and Arabic.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المَوَادُّ الَّتِي تَدْرُسِينَهَا؟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مَادَّتِيَ المُفَضَّلَةُ الأَحْيَاءُ، لِأَنَّهَا مُمْتِعَةٌ.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Biology — it’s interesting.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مَادَّتُكِ المُفَضَّلَةُ؟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طَبِيبَةً.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be a doctor.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وَظِيفَةٍ تُرِيدِينَ فِي المُسْتَقْبَلِ؟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أَسْتَطِيعُ أَنْ أَتَدَرَّبَ فِي مُسْتَشْفًى؟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I do work experience in a hospital?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الإِنْجْلِيزِيَّةَ وَالعَرَبِيَّةَ وَالأُرْدِيَّةَ.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English, Arabic and Urdu.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نَعَمْ. كَمْ لُغَةً تَتَكَلَّمِينَ؟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النُّورِ. أَوَدُّ أَنْ أَتَقَدَّمَ لِوَظِيفَةِ مُوَظَّفَةِ الاسْتِقْبَالِ.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morning. I’d like to apply for the receptionist job.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الخَيْرِ، تَفَضَّلِي بِالجُلُوسِ.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الإِنْجْلِيزِيَّةَ وَالعَرَبِيَّةَ بِطَلَاقَةٍ، وَالفَرَنْسِيَّةَ قَلِيلًا.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English and Arabic fluently, and a little French.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اللُّغَاتُ الَّتِي تَتَكَلَّمِينَهَا؟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مُنَظَّمَةٌ وَصَبُورَةٌ؛ مَثَلًا، أُسَاعِدُ أَبِي فِي مَحَلِّهِ، وَأَتَعَامَلُ مَعَ زَبَائِنَ مِنْ ثَقَافَاتٍ مُخْتَلِفَةٍ.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organised and patient — I help in dad’s shop with customers from many cultures.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تُنَاسِبُكِ هٰذِهِ الوَظِيفَةُ؟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فِي اليَوْمِ؟ وَكَمِ الرَّاتِبُ فِي السَّاعَةِ؟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a day? And what is the hourly pay?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مِنَ الأَحَدِ إِلَى الخَمِيسِ.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الأُرْدُنَّ السَّنَةَ المَاضِيَةَ، وَأَعْجَبَنِي كَرَمُ النَّاسِ هُنَاكَ.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Jordan last year — I loved people’s generosity there.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سِتُّ سَاعَاتٍ. هَلْ زُرْتِ بَلَدًا عَرَبِيًّا؟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الثَّامِنَةِ وَالنِّصْفِ، وَأَدْرُسُ خَمْسَ حِصَصٍ، ثُمَّ أَبْقَى لِنَادِي العُلُومِ حَتَّى الرَّابِعَةِ.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at 8.30, five lessons, then science club till four.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يَوْمُكِ الدِّرَاسِيُّ فِي بَرِيطَانْيَا؟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زِيٌّ مَدْرَسِيٌّ وَعُطْلَةٌ يَوْمَيِ السَّبْتِ وَالأَحَدِ، بَيْنَمَا عُطْلَتُكُمُ الجُمُعَةُ وَالسَّبْتُ؛ وَفِي المَدْرَسَتَيْنِ يَحْتَرِمُ الطُّلَّابُ المُعَلِّمِينَ.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have uniform and a Sat–Sun weekend; yours is Fri–Sat — in both, students respect teachers.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الفَرْقُ بَيْنَ مَدْرَسَتِكِ وَمَدْرَسَتِنَا؟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وَضَعْتُ جَدْوَلًا لِلْمُرَاجَعَةِ، ثُمَّ حَلَلْتُ امْتِحَانَاتٍ سَابِقَةً؛ بِالإِضَافَةِ إِلَى ذٰلِكَ، كُنْتُ أُرَاجِعُ مَعَ صَدِيقَتِي كُلَّ يَوْمِ أَحَدٍ.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revision timetable, past papers, and revising with a friend every Sunday.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اسْتَعْدَدْتِ لِامْتِحَانَاتِكِ؟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الصَّيْدَلَةَ، لِأَنِّي أَطْمَحُ إِلَى أَنْ أَعْمَلَ فِي مُنَظَّمَةٍ صِحِّيَّةٍ دُوَلِيَّةٍ.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Pharmacy — I aspire to work for an international health organisation.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سَتَدْرُسِينَ بَعْدَ المَدْرَسَةِ؟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أُقْبَلْ، فَسَوْفَ أَدْرُسُ الكِيمْيَاءَ سَنَةً، ثُمَّ أُحَاوِلُ مِنْ جَدِيدٍ.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I’m not accepted, I’ll study chemistry for a year and try again.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تُقْبَلِي فِي الصَّيْدَلَةِ؟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يَتَعَلَّمُ الطَّالِبُ لُغَةً وَثَقَافَةً جَدِيدَتَيْنِ وَيَعْتَمِدُ عَلَى نَفْسِهِ، وَمِنْ نَاحِيَةٍ أُخْرَى، قَدْ يَشْعُرُ بِالوَحْدَةِ، وَتَكُونُ التَّكَالِيفُ مُرْتَفِعَةً.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Students learn a new language and culture and become independent; yet they may feel lonely and costs are high.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تَنْصَحِينَ الشَّبَابَ بِالدِّرَاسَةِ فِي الخَارِجِ؟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اللُّغَاتُ وَالتَّوَاصُلُ؛ بِالإِضَافَةِ إِلَى ذٰلِكَ، القُدْرَةُ عَلَى العَمَلِ مَعَ أَشْخَاصٍ مِنْ ثَقَافَاتٍ مُخْتَلِفَةٍ؛ فَالمُوَظَّفُ الَّذِي عَاشَ فِي الخَارِجِ يَفْهَمُ ذٰلِكَ بِسُهُولَةٍ.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Languages and communication; also working with people of other cultures — someone who has lived abroad understands this easily.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يَطْلُبُهُ أَصْحَابُ العَمَلِ اليَوْمَ؟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شَارَكْتُ فِي تَبَادُلٍ فِي عَمَّانَ، كُنْتُ أَخْجَلُ مِنْ لَهْجَتِي فِي البِدَايَةِ، ثُمَّ صِرْتُ أَتَكَلَّمُ بِثِقَةٍ، فَتَحَسَّنَتْ دَرَجَتِي فِي العَرَبِيَّةِ كَثِيرًا.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an exchange in Amman I was shy of my accent at first, then spoke confidently — my Arabic grade rose a lot.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عِشْتِ تَجْرِبَةً مِثْلَ هٰذِهِ؟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القَلَقَ طَبِيعِيٌّ، غَيْرَ أَنَّ بَرَامِجَ التَّبَادُلِ المُنَظَّمَةَ آمِنَةٌ، وَالتَّوَاصُلَ اليَوْمِيَّ سَهْلٌ؛ لِذٰلِكَ أَنْصَحُ بِالبَدْءِ بِرِحْلَةٍ قَصِيرَةٍ.</a:t>
            </a:r>
            <a:endParaRPr lang="ar-SA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Worry is natural, but organised exchanges are safe and daily contact is easy — so start with a short trip.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بَعْضَ الأُسَرِ تَخَافُ عَلَى أَبْنَائِهَا.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لَاخْتَرْتُ الإِمَارَاتِ، لِأَنَّهَا تَجْمَعُ بَيْنَ اللُّغَةِ العَرَبِيَّةِ وَبِيئَةِ عَمَلٍ دُوَلِيَّةٍ فِيهَا أَكْثَرُ مِنْ مِئَتَيْ جِنْسِيَّةٍ.</a:t>
            </a:r>
            <a:endParaRPr lang="ar-SA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UAE — Arabic plus an international workplace with over two hundred nationalities.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اسْتَطَعْتِ أَنْ تَعْمَلِي فِي أَيِّ بَلَدٍ، فَأَيُّهَا تَخْتَارِينَ؟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Topics D and E together — balance, employability, a narrated exchange, reassurance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دِرَاسَتِي وَمُسْتَقْبَلِي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subject?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want to do in future?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تَعْمَلَ فِي المُسْتَقْبَلِ؟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languages do you speak?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لُغَةً تَتَكَلَّمُ؟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سَافَرْتُ إِلَى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travelled abroad?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سَافَرْتَ إِلَى الخَارِجِ؟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custom do you love in your culture?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عَادَةٌ تُحِبُّهَا فِي ثَقَافَتِكَ؟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school, work, languages, travel and culture.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المَدْرَسَةِ إِلَى العَالَمِ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فَأَدْرُسُ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your study changed since primary?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دِرَاسَتُكَ مُنْذُ الابْتِدَائِيَّةِ؟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بِالإِضَافَةِ إِلَى 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qualities does a good employee need?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يَحْتَاجُ إِلَيْهَا المُوَظَّفُ الجَيِّدُ؟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تُسَاعِدُنِي … ؛ مَثَلًا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languages help you?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تُسَاعِدُكَ اللُّغَاتُ فِي حَيَاتِكَ؟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بَيْنَمَا فِي … ؛ وَلٰكِنَّ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two cultures you know.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ثَقَافَتَيْنِ تَعْرِفُهُمَا.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 وَإِذَا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see yourself in ten years?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تَرَى نَفْسَكَ بَعْدَ عَشْرِ سَنَوَاتٍ؟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linkers, a comparison or example, and two time frames.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فِي عَالَمٍ مُتَّصِلٍ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qualifications more important than experience?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الشَّهَادَاتُ أَهَمُّ مِنَ الخِبْرَةِ؟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… لِأَنَّ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every student learn a second language?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يَتَعَلَّمَ كُلُّ طَالِبٍ لُغَةً ثَانِيَةً؟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النَّاسُ … أَمَّا اليَوْمَ فَيَعْمَلُ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globalisation changed the world of work?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غَيَّرَتِ العَوْلَمَةُ عَالَمَ العَمَلِ؟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فَقَطْ، بَلْ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school’s role in preparing us for the world?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دَوْرُ المَدْرَسَةِ فِي إِعْدَادِنَا لِلْعَالَمِ؟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عُرِضَتْ عَلَيَّ، لَقَبِلْتُهَا بِشَرْطِ 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offered a job in a distant country, would you accept?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عُرِضَتْ عَلَيْكَ وَظِيفَةٌ فِي بَلَدٍ بَعِيدٍ، هَلْ تَقْبَلُهَا؟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an opinion with mimmā, kāna … ammā al-yawma fa-, laysa … faqaṭ bal, and a passive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مَادَّتِيَ المُفَضَّلَةُ الرِّيَاضِيَّاتُ، لِأَنَّهَا سَهْلَةٌ.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Maths — it’s easy.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مُحَامِيًا.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lawyer.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تَعْمَلَ فِي المُسْتَقْبَلِ؟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لُغَتَيْنِ: الإِنْجْلِيزِيَّةَ وَالعَرَبِيَّةَ.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Two: English and Arabic.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لُغَةً تَتَكَلَّمُ؟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سَافَرْتُ إِلَى مِصْرَ.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to Egypt.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سَافَرْتَ إِلَى الخَارِجِ؟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الضِّيَافَةَ، لِأَنَّنَا نُرَحِّبُ بِكُلِّ ضَيْفٍ.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Hospitality — we welcome every guest.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عَادَةٌ تُحِبُّهَا فِي ثَقَافَتِكَ؟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reason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أَدْرُسُ مَوَادَّ قَلِيلَةً، أَمَّا الآنَ فَأَدْرُسُ تِسْعَ مَوَادَّ، وَسَأَخْتَارُ ثَلَاثًا فَقَطْ فِي السَّنَةِ القَادِمَةِ.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Few subjects then; nine now — and I’ll choose only three next year.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دِرَاسَتُكَ مُنْذُ الابْتِدَائِيَّةِ؟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الدِّقَّةُ وَاحْتِرَامُ الوَقْتِ؛ بِالإِضَافَةِ إِلَى ذٰلِكَ، العَمَلُ الجَمَاعِيُّ وَاللُّطْفُ مَعَ الزُّمَلَاءِ.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Precision and punctuality; also teamwork and kindness to colleagues.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يَحْتَاجُ إِلَيْهَا المُوَظَّفُ الجَيِّدُ؟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تُسَاعِدُنِي فِي التَّوَاصُلِ مَعَ أَقَارِبِي وَفِي العَمَلِ؛ مَثَلًا، تَرْجَمْتُ لِسَائِحٍ عَرَبِيٍّ فِي المَحَطَّةِ الأُسْبُوعَ المَاضِيَ.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relatives and at work — last week I translated for an Arab tourist at the station.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تُسَاعِدُكَ اللُّغَاتُ فِي حَيَاتِكَ؟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بَيْتِنَا نَتَعَشَّى مُتَأَخِّرِينَ مَعَ كُلِّ الأُسْرَةِ، بَيْنَمَا يَتَعَشَّى أَصْدِقَائِي الإِنْجْلِيزُ مُبَكِّرًا غَالِبًا؛ وَلٰكِنَّ الثَّقَافَتَيْنِ تُقَدِّرَانِ العَائِلَةَ.</a:t>
            </a:r>
            <a:endParaRPr lang="ar-SA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dine late as a family; my English friends usually early — but both value family.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ثَقَافَتَيْنِ تَعْرِفُهُمَا.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أَعْمَلَ مُهَنْدِسًا فِي شَرِكَةٍ دُوَلِيَّةٍ، وَإِذَا نَجَحْتُ، فَسَأَعْمَلُ سَنَتَيْنِ فِي الخَلِيجِ.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engineer at an international firm — and if I succeed, two years in the Gulf.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تَرَى نَفْسَكَ بَعْدَ عَشْرِ سَنَوَاتٍ؟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Linkers + an example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الشَّهَادَاتِ تَفْتَحُ الأَبْوَابَ، غَيْرَ أَنَّ الخِبْرَةَ هِيَ الَّتِي تُبْقِيهَا مَفْتُوحَةً؛ لِذٰلِكَ أَحْرِصُ عَلَى الاثْنَتَيْنِ.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Qualifications open doors, but experience keeps them open — so I work on both.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الشَّهَادَاتُ أَهَمُّ مِنَ الخِبْرَةِ؟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ذٰلِكَ ضَرُورِيٌّ، لِأَنَّ أَصْحَابَ العَمَلِ يَطْلُبُونَ اللُّغَاتِ، مِمَّا يَجْعَلُهَا مِفْتَاحًا لِلْوَظَائِفِ الدُّوَلِيَّةِ.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Essential — employers want languages, making them a key to international jobs.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يَتَعَلَّمَ كُلُّ طَالِبٍ لُغَةً ثَانِيَةً؟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النَّاسُ يَعْمَلُونَ فِي مَدِينَتِهِمْ طُولَ حَيَاتِهِمْ، أَمَّا اليَوْمَ فَيَعْمَلُ كَثِيرُونَ مَعَ زُمَلَاءَ فِي قَارَّاتٍ أُخْرَى دُونَ أَنْ يُغَادِرُوا بُيُوتَهُمْ.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worked in their city all their lives; today many work with colleagues on other continents without leaving home.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غَيَّرَتِ العَوْلَمَةُ عَالَمَ العَمَلِ؟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alladhī as subject, mimmā, dūna an, laysa … bal, bi-sharṭi an and law + passive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دَوْرُهَا تَعْلِيمَ المَعْلُومَاتِ فَقَطْ، بَلْ تَعْلِيمُنَا كَيْفَ نَعْمَلُ مَعَ مَنْ يَخْتَلِفُ عَنَّا، وَكَيْفَ نَتَعَلَّمُ طُولَ الحَيَاةِ.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only teaching facts, but how to work with people unlike us and how to keep learning for life.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دَوْرُ المَدْرَسَةِ فِي إِعْدَادِنَا لِلْعَالَمِ؟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عُرِضَتْ عَلَيَّ، لَقَبِلْتُهَا بِشَرْطِ أَنْ تَكُونَ لِمُدَّةٍ مَحْدُودَةٍ، لِأَنِّي أُرِيدُ أَنْ أَكْسِبَ الخِبْرَةَ ثُمَّ أَعُودَ لِأَخْدُمَ مُجْتَمَعِي.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accept for a limited time — to gain experience, then return to serve my community.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عُرِضَتْ عَلَيْكَ وَظِيفَةٌ فِي بَلَدٍ بَعِيدٍ، هَلْ تَقْبَلُهَا؟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alladhī as subject, mimmā, dūna an, laysa … bal, bi-sharṭi an and law + passive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task, including the unexpected one.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the right form of professions (m. / f.) and languages.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formal Arabic in the interview (yasurrunī, awaddu an).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cultures with respect (baynamā, ghāliban).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 with a concession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FR-L04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FR-L04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FR-L04 · Speaking Workshop — Education, Work and the International World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2026-10-11T18:40:44Z</dcterms:created>
  <dcterms:modified xsi:type="dcterms:W3CDTF">2026-10-11T18:40:44Z</dcterms:modified>
</cp:coreProperties>
</file>