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the Final Revision series (Topics A–E), Lesson 3 (Final Revision — Places, Environment and the Digital World, FR-L03), using that lesson’s language (Topic C revision: compass points and yaqaʿu / taqaʿu; non-human plural agreement; weather verbs and comparatives; cause and effect (bi-sababi, mimmā yuʾaddī ilā); advice and obligation (yajibu ʿalā … an); booking tenses; yūjadu / tūjadu; prices and measurements; the passive).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 of Topic C. EXAM TIP: for a place, give WHERE (يَقَعُ فِي شَمَالِ …), WHAT is there (يُوجَدُ / تُوجَدُ) and WHAT IT IS LIKE (agreement: غَابَاتٌ كَثِيفَةٌ).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environment answer in three steps: بِسَبَبِ … ، مِمَّا يُؤَدِّي إِلَى … ؛ لِذٰلِكَ يَجِبُ عَلَيْنَا أَنْ … EXAM TIP: numbers and prices are easy marks — say them slowly and check the noun after the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tourist office.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لَكِ · بَلَدِكِ.
Core: ayna yaqaʿu …? + muqābila (L01, L08), opening times, sa-abqā + a duration, sa-yakūnu al-jawwu (L03), weather verbs (tumṭiru). EXAM TIP: four of these five tasks are questions YOU ask — start each with a question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phone booking.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(answers unchanged for a girl).
Core+: urīdu an aḥjiza (L07), li-thalāthi layālin + dates with ordinals, a comparison (arkhaṣ) + li-annahā (L09), the CANDIDATE asks with hal yūjadu …? (L08), sa- + thumma. EXAM TIP: numbers 3–10 take a plural noun (ثَلَاثِ لَيَالٍ).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the school eco-club.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مَدِينَتِكِ · طُفُولَتِكِ · نَادِيكُنَّ / نَادِيكُمْ.
Develop: aḥbaru mushkilatin + bi-sababi (L04), mimmā yuʾaddī ilā, a past action + passive zuriʿat + a number (L05), yajibu ʿalā … an ×2 (L05, L08), kānat + comparatives vs ammā al-āna fa- (L03). EXAM TIP: three linked sentences beat one long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youth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غَيَّرْتِ · عَادَاتِكِ · اخْتَرَعْتِ.
Stretch: a balanced thesis with a passive (turmā), cause → effect with fa- + passive + mimmā (L04), badalan min + a measurable result with miʾatay (L09), a concession + yajibu ʿalā … an (L05), law … la- with a relative-free description (L10). EXAM TIP: numbers in a Stretch answer show precision — use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cause, effect and a time frame.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FINAL REVISION · EXAM PRACTICE  ·  FR-L03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FR-L03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Places, Environment and the Digital World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الأَمَاكِنُ وَالبِيئَةُ وَالعَالَمُ الرَّقْمِيُّ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Final-revision Paper 3 practice on Topic C in breakout rooms: places and directions, nature and weather, environmental problems and solutions, the digital world, booking and town services. Exam skills: use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يُوجَدُ / تُوجَدُ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and prepositions for places, give cause → effect → solution, and keep numbers and prices accurate.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Final Revision · Advanced Topics A–E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Topics A–E · exam ready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Final Revision › FR-L03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TOPIC C IN TWELVE STRUCTURES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Places, nature and the digital world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المِحْوَرُ الثَّالِثُ فِي اثْنَتَيْ عَشْرَةَ بِنْيَةً</a:t>
            </a:r>
            <a:endParaRPr lang="ar-SA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يَقَعُ فِي شَمَالِ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in the north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ya-qa-ʿu fī sha-mā-li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تَقَعُ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south · east · west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جَنُوبِ · شَرْقِ · غَرْبِ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L02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جِبَالٌ عَالِيَةٌ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high mountains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ji-bā-lun ʿā-li-ya-tun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river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نَهْرٌ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forests (non-hum. pl.)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غَابَاتٌ كَثِيفَةٌ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مُشْمِسٌ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sunny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al-jaw-wu mush-mi-sun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colder than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أَبْرَدُ مِنْ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rains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تُمْطِرُ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التَّلَوُّثُ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pollution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at-ta-law-wu-thu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which leads to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مِمَّا يُؤَدِّي إِلَى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 of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عَلَيْنَا أَنْ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must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ʿa-lay-nā an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save water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نُوَفِّرَ المَاءَ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recycling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إِعَادَةُ التَّدْوِيرِ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أَتَوَاصَلُ عَبْرَ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communicate via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a-ta-wā-ṣa-lu ʿab-ra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social media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وَسَائِلُ التَّوَاصُلِ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app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تَطْبِيقٌ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Cause → effect → solution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السَّبَبُ وَالنَّتِيجَةُ وَالحَلُّ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أَحْجِزَ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want to book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u-rī-du an aḥ-ji-za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 three nights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لِثَلَاثِ لَيَالٍ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single room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 لِشَخْصٍ وَاحِدٍ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L08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· تُوجَدُ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yū-ja-du · tū-ja-du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near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قُرْبَ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opposite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مُقَابِلَ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L09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ثَمَنُ …؟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much is …?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kam tha-ma-nu …?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discount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تَخْفِيضٌ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cheaper than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أَرْخَصُ مِنْ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L10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طُولُهُ … · مَصْنُوعٌ مِنْ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its length is … · made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ṭū-lu-hu … · maṣ-nū-ʿun min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مَصْنُوعَةٌ مِنْ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plastic · glass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بْلَاسْتِيكٌ · زُجَاجٌ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تُرْمَى · يُلَوَّثُ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thrown away · is polluted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tur-mā · yu-law-wa-thu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 recycled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يُعَادُ تَدْوِيرُهُ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was built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بُنِيَ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one hand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رَئِيسَ البَلَدِيَّةِ لَمَنَعْتُ</a:t>
            </a:r>
            <a:endParaRPr lang="ar-SA" sz="12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TOURIST OFFICE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tourist office in Amman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مَكْتَبِ السِّيَاحَةِ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يَقَعُ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the museum 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يَفْتَحُ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opening time.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وَسَطِ المَدِينَةِ، مُقَابِلَ البَلَدِيَّةِ.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سَأَبْقَى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long you are staying.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التَّاسِعَةِ صَبَاحًا. هَلْ هٰذِهِ أَوَّلُ زِيَارَةٍ لَكَ؟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سَيَكُونُ الجَوُّ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tomorrow’s weather.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مُمْتَازٌ!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… وَتُمْطِرُ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مُشْمِسًا وَحَارًّا. كَيْفَ الجَوُّ فِي بَلَدِكَ الآنَ؟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tourist  ·  The examiner is: the tourist-office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BOOKING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Booking a hotel 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حَجْزُ غُرْفَةٍ فِي فُنْدُقٍ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أَحْجِزَ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book.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فُنْدُقُ البَحْرِ، صَبَاحَ الخَيْرِ.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لِثَلَاثِ لَيَالٍ، مِنْ … إِلَى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number of nights and dates.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لِكَمْ لَيْلَةً؟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سَآخُذُ … لِأَنَّهَا أَرْخَصُ / أَجْمَلُ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with a comparison and reason.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غُرْفَةٌ تُطِلُّ عَلَى البَحْرِ بِمِئَةِ دِينَارٍ، وَغُرْفَةٌ أُخْرَى بِسَبْعِينَ.</a:t>
            </a:r>
            <a:endParaRPr lang="ar-SA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يُوجَدُ …؟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services.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حَسَنًا.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سَنَصِلُ بِالطَّائِرَةِ / بِالسَّيَّارَةِ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transport).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لِلِاثْنَيْنِ. كَيْفَ سَتَصِلُونَ إِلَى الفُنْدُقِ؟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the hotel receptionist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THE SCHOOL ECO-CLUB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problem in my town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مُشْكِلَةٌ بِيئِيَّةٌ فِي مَدِينَتِي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مُشْكِلَةٍ … بِسَبَبِ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problem and its cause.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مُشْكِلَةٍ بِيئِيَّةٍ فِي مَدِينَتِكَ؟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مِمَّا يُؤَدِّي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effects with mimmā.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نَتَائِجُهَا؟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نَظَّمْنَا … ؛ وَزُرِعَتْ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an action (past + passive).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فَعَلَ نَادِيكُمْ؟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عَلَى البَلَدِيَّةِ أَنْ … وَأَنْ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obligations with yajibu ʿalā.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يَجِبُ أَنْ تَفْعَلَ البَلَدِيَّةُ؟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… أَمَّا الآنَ فَهِيَ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vs present).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وَهَلْ تَغَيَّرَتِ المَدِينَةُ مُنْذُ طُفُولَتِكَ؟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member of the eco-club  ·  The examiner is: a reporter for the local paper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Can technology save the planet?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هَلْ تُنْقِذُ التِّكْنُولُوجْيَا الكَوْكَبَ؟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التِّكْنُولُوجْيَا صَدِيقَةٌ لِلْبِيئَةِ؟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تُرْمَى … ،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Cause → effect with the passive.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نَتِيجَةُ رَمْيِ الأَجْهِزَةِ؟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بَدَلًا مِنْ … فَوَفَّرْتُ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personal change with a measurable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غَيَّرْتَ عَادَاتِكَ الرَّقْمِيَّةَ؟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 يَجِبُ عَلَى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say who must act.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الشَّرِكَاتِ تُرِيدُ أَنْ نَشْتَرِيَ دَائِمًا.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اخْتَرَعْتُ …، لَصَنَعْتُ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اخْتَرَعْتَ جِهَازًا لِحِمَايَةِ البِيئَةِ، مَاذَا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debater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place with yaqaʿu fī and yūjadu / tūjadu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cause, an effect and a solution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يَقَعُ المُتْحَفُ الأُرْدُنِيُّ، مِنْ فَضْلِكَ؟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the Jordan Museum, please?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يَفْتَحُ المُتْحَفُ؟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museum open?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وَسَطِ المَدِينَةِ، مُقَابِلَ البَلَدِيَّةِ.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سَأَبْقَى فِي الأُرْدُنِّ أُسْبُوعًا.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I’m staying in Jordan for a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التَّاسِعَةِ صَبَاحًا. هَلْ هٰذِهِ أَوَّلُ زِيَارَةٍ لَكَ؟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سَيَكُونُ الجَوُّ غَدًا؟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the weather be like tomorrow?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مُمْتَازٌ!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بَارِدٌ، وَتُمْطِرُ كَثِيرًا.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cold and rains a lot.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مُشْمِسًا وَحَارًّا. كَيْفَ الجَوُّ فِي بَلَدِكَ الآنَ؟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النُّورِ، أُرِيدُ أَنْ أَحْجِزَ غُرْفَةً لِشَخْصَيْنِ.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morning, I’d like to book a room for two people.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فُنْدُقُ البَحْرِ، صَبَاحَ الخَيْرِ.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لِثَلَاثِ لَيَالٍ، مِنَ العَاشِرِ إِلَى الثَّالِثَ عَشَرَ مِنْ يُولْيُو.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nights, from 10 to 13 July.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لِكَمْ لَيْلَةً؟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سَآخُذُ الغُرْفَةَ الثَّانِيَةَ، لِأَنَّهَا أَرْخَصُ، وَسَنَقْضِي أَكْثَرَ الوَقْتِ خَارِجَ الفُنْدُقِ.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second room — it’s cheaper, and we’ll spend most of the time out.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غُرْفَةٌ تُطِلُّ عَلَى البَحْرِ بِمِئَةِ دِينَارٍ، وَغُرْفَةٌ أُخْرَى بِسَبْعِينَ.</a:t>
            </a:r>
            <a:endParaRPr lang="ar-SA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يُوجَدُ إِنْتَرْنِتٌ مَجَّانِيٌّ؟ وَهَلِ الفُطُورُ مَشْمُولٌ فِي السِّعْرِ؟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free wifi? And is breakfast included?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حَسَنًا.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سَنَصِلُ بِالطَّائِرَةِ إِلَى عَمَّانَ، ثُمَّ سَنَسْتَأْجِرُ سَيَّارَةً إِلَى العَقَبَةِ.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fly to Amman, then hire a car to Aqaba.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لِلِاثْنَيْنِ. كَيْفَ سَتَصِلُونَ إِلَى الفُنْدُقِ؟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مُشْكِلَةٍ تَلَوُّثُ الهَوَاءِ، بِسَبَبِ الزِّحَامِ الشَّدِيدِ وَكَثْرَةِ السَّيَّارَاتِ القَدِيمَةِ.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Air pollution, because of heavy traffic and many old cars.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مُشْكِلَةٍ بِيئِيَّةٍ فِي مَدِينَتِكَ؟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يَمْتَلِئُ الهَوَاءُ بِالدُّخَانِ، مِمَّا يُؤَدِّي إِلَى أَمْرَاضِ الرِّئَةِ، خُصُوصًا عِنْدَ الأَطْفَالِ وَكِبَارِ السِّنِّ.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air fills with smoke, leading to lung disease, especially in children and the elderly.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نَتَائِجُهَا؟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نَظَّمْنَا يَوْمًا بِلَا سَيَّارَاتٍ فِي حَيِّ المَدْرَسَةِ، وَزُرِعَتْ خَمْسُونَ شَجَرَةً عَلَى جَانِبَيِ الشَّارِعِ.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held a car-free day near school, and fifty trees were planted along the street.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فَعَلَ نَادِيكُمْ؟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عَلَى البَلَدِيَّةِ أَنْ تُحَسِّنَ الحَافِلَاتِ العَامَّةَ، وَأَنْ تَبْنِيَ طُرُقًا آمِنَةً لِلدَّرَّاجَاتِ.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council must improve public buses and build safe cycle lanes.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يَجِبُ أَنْ تَفْعَلَ البَلَدِيَّةُ؟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أَهْدَأَ وَأَنْظَفَ، أَمَّا الآنَ فَهِيَ أَكْبَرُ وَأَكْثَرُ ازْدِحَامًا، لٰكِنَّ النَّاسَ أَكْثَرُ وَعْيًا بِالبِيئَةِ.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Quieter and cleaner; now bigger and busier — but people are more environmentally aware.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وَهَلْ تَغَيَّرَتِ المَدِينَةُ مُنْذُ طُفُولَتِكَ؟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تُسَاعِدُنَا الطَّاقَةُ الشَّمْسِيَّةُ وَالسَّيَّارَاتُ الكَهْرَبَائِيَّةُ عَلَى تَقْلِيلِ التَّلَوُّثِ، وَمِنْ نَاحِيَةٍ أُخْرَى، تُرْمَى مَلَايِينُ الأَجْهِزَةِ كُلَّ عَامٍ.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Solar power and electric cars cut pollution; yet millions of devices are thrown away every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التِّكْنُولُوجْيَا صَدِيقَةٌ لِلْبِيئَةِ؟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تُرْمَى فِي مَكَبَّاتٍ فِي دُوَلٍ فَقِيرَةٍ، فَتُحْرَقُ، مِمَّا يُلَوِّثُ الهَوَاءَ وَالمَاءَ وَيَضُرُّ بِصِحَّةِ الأَطْفَالِ هُنَاكَ.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They’re dumped in poor countries and burnt, polluting air and water and harming children’s health there.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نَتِيجَةُ رَمْيِ الأَجْهِزَةِ؟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أَصْلَحْتُ هَاتِفِي القَدِيمَ بَدَلًا مِنْ شِرَاءِ هَاتِفٍ جَدِيدٍ، فَوَفَّرْتُ مِئَتَيْ جُنَيْهٍ، وَمَنَعْتُ جِهَازًا مِنَ الوُصُولِ إِلَى المَكَبِّ.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repaired my old phone instead of buying new — saving £200 and keeping a device out of landfill.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غَيَّرْتَ عَادَاتِكَ الرَّقْمِيَّةَ؟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هَدَفَهَا الرِّبْحُ، غَيْرَ أَنَّ القَوَانِينَ تَسْتَطِيعُ أَنْ تُجْبِرَهَا؛ فَيَجِبُ عَلَى الحُكُومَاتِ أَنْ تَفْرِضَ صِنَاعَةَ أَجْهِزَةٍ قَابِلَةٍ لِلْإِصْلَاحِ.</a:t>
            </a:r>
            <a:endParaRPr lang="ar-SA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Profit is their aim, but laws can force them: governments must require repairable devices.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الشَّرِكَاتِ تُرِيدُ أَنْ نَشْتَرِيَ دَائِمًا.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اخْتَرَعْتُ جِهَازًا، لَصَنَعْتُ آلَةً صَغِيرَةً تُحَوِّلُ البْلَاسْتِيكَ فِي البُيُوتِ إِلَى مَوَادَّ لِلْبِنَاءِ، فَلَا يَصِلُ شَيْءٌ إِلَى البَحْرِ.</a:t>
            </a:r>
            <a:endParaRPr lang="ar-SA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small machine turning household plastic into building materials, so nothing reaches the sea.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اخْتَرَعْتَ جِهَازًا لِحِمَايَةِ البِيئَةِ، مَاذَا يَكُونُ؟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 of Topic C in one card — balance, cause and effect, a measurable personal action, obligation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مَدِينَتِي وَعَالَمِي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تَقَعُ مَدِينَتِي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your town?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there in your area?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حَيِّكَ؟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… وَتُمْطِرُ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weather like in winter?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الجَوُّ فِي الشِّتَاءِ؟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أُعِيدُ تَدْوِيرَ … / أُطْفِئُ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to protect the environment?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لِحِمَايَةِ البِيئَةِ؟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أَسْتَخْدِمُهُ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a day do you use your phone?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تَسْتَخْدِمُ الهَاتِفَ يَوْمِيًّا؟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for masculine,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تُوجَدُ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for feminine nouns.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البِيئَةُ وَالمَدِينَةُ وَالتِّكْنُولُوجْيَا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… ؛ كَانَتِ … وَكَانَ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beautiful natural place you visited.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مَكَانًا طَبِيعِيًّا جَمِيلًا زُرْتَهُ.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يُرْمَى … مِمَّا … ؛ لِذٰلِكَ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problem with plastic?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مُشْكِلَةُ البْلَاسْتِيكِ؟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أَبْحَثُ عَنْ … ، وَأُشَاهِدُ … ،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use the internet for study?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تَسْتَخْدِمُ الإِنْتَرْنِتَ لِلدِّرَاسَةِ؟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النَّاسُ … أَمَّا اليَوْمَ فَنَشْتَرِي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was shopping like in the past?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التَّسَوُّقُ فِي المَاضِي؟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سَأَسْكُنُ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like to live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تُحِبُّ أَنْ تَسْكُنَ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description, a cause or effect,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مُسْتَقْبَلُ الكَوْكَبِ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المَسْؤُولِيَّةَ … ؛ فَيَجِبُ عَلَى … وَعَلَى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responsible for protecting the environment?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مَنِ المَسْؤُولُ عَنْ حِمَايَةِ البِيئَةِ؟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we fly less?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نُسَافِرَ أَقَلَّ بِالطَّائِرَةِ؟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technology brought us closer or further apart?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جَعَلَتْنَا التِّكْنُولُوجْيَا أَقْرَبَ أَمْ أَبْعَدَ؟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سَتَكُونُ … ، وَسَتُبْنَى … إِذَا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cities be like in fifty years?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سَتَكُونُ المُدُنُ بَعْدَ خَمْسِينَ سَنَةً؟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your town’s mayor, what would you change?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رَئِيسَ بَلَدِيَّةِ مَدِينَتِكَ،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shared responsibility, a concession with li-dhālika, a balanced view, a future passive with idhā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تَقَعُ مَدِينَتِي فِي شَمَالِ إِنْجِلْتِرَا.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north of England.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مَسْجِدٌ، وَتُوجَدُ حَدِيقَةٌ كَبِيرَةٌ.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mosque and a big park.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حَيِّكَ؟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الجَوُّ بَارِدٌ، وَتُمْطِرُ كَثِيرًا.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Cold, and it rains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الجَوُّ فِي الشِّتَاءِ؟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أُعِيدُ تَدْوِيرَ البْلَاسْتِيكِ وَالوَرَقِ.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recycle plastic and paper.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لِحِمَايَةِ البِيئَةِ؟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أَسْتَخْدِمُهُ سَاعَتَيْنِ تَقْرِيبًا.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About two hours.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تَسْتَخْدِمُ الهَاتِفَ يَوْمِيًّا؟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accurate agreement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مِنْطَقَةَ البُحَيْرَاتِ؛ كَانَتِ الجِبَالُ خَضْرَاءَ، وَكَانَ المَاءُ صَافِيًا، لٰكِنَّ الجَوَّ كَانَ مُمْطِرًا طُولَ الوَقْتِ.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Lake District: green mountains, clear water — but rainy all the time.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مَكَانًا طَبِيعِيًّا جَمِيلًا زُرْتَهُ.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يُرْمَى فِي البَحْرِ، مِمَّا يَقْتُلُ الأَسْمَاكَ وَالسَّلَاحِفَ؛ لِذٰلِكَ يَجِبُ أَنْ نَسْتَخْدِمَ حَقَائِبَ مِنَ القُمَاشِ.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thrown in the sea, killing fish and turtles — so we should use cloth bags.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مُشْكِلَةُ البْلَاسْتِيكِ؟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أَبْحَثُ عَنِ المَعْلُومَاتِ، وَأُشَاهِدُ دُرُوسًا قَصِيرَةً، لٰكِنِّي أُغْلِقُ وَسَائِلَ التَّوَاصُلِ لِكَيْ أُرَكِّزَ.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look things up and watch short lessons, but I close social media to concentrate.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تَسْتَخْدِمُ الإِنْتَرْنِتَ لِلدِّرَاسَةِ؟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النَّاسُ يَذْهَبُونَ إِلَى السُّوقِ كُلَّ يَوْمٍ، أَمَّا اليَوْمَ فَنَشْتَرِي عَلَى الإِنْتَرْنِتِ، وَتَصِلُ الطُّلُبَاتُ إِلَى البَيْتِ.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went to the market daily; today we shop online and orders come to the door.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التَّسَوُّقُ فِي المَاضِي؟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سَأَسْكُنُ فِي قَرْيَةٍ قُرْبَ البَحْرِ، لِأَنَّ الهَوَاءَ أَنْظَفُ وَالحَيَاةَ أَهْدَأُ مِنَ المَدِينَةِ.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village by the sea — cleaner air and a calmer life than the city.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تُحِبُّ أَنْ تَسْكُنَ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Agreement + cause / effect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المَسْؤُولِيَّةَ مُشْتَرَكَةٌ؛ فَيَجِبُ عَلَى الحُكُومَاتِ أَنْ تَسُنَّ القَوَانِينَ، وَعَلَى كُلِّ فَرْدٍ أَنْ يُغَيِّرَ عَادَاتِهِ.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Shared: governments must pass laws and every individual must change habits.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مَنِ المَسْؤُولُ عَنْ حِمَايَةِ البِيئَةِ؟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الطَّائِرَاتِ تُلَوِّثُ كَثِيرًا، غَيْرَ أَنَّ السَّفَرَ يُقَرِّبُ الشُّعُوبَ؛ لِذٰلِكَ أُفَضِّلُ أَنْ نُسَافِرَ أَقَلَّ، وَلِمُدَّةٍ أَطْوَلَ، وَبِالقِطَارِ حِينَ يُمْكِنُ.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Planes pollute, but travel brings peoples together — so fewer, longer trips, and by train when possible.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نُسَافِرَ أَقَلَّ بِالطَّائِرَةِ؟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أَتَكَلَّمُ مَعَ جَدَّتِي فِي مِصْرَ كُلَّ يَوْمٍ، وَمِنْ نَاحِيَةٍ أُخْرَى، نَجْلِسُ أَحْيَانًا فِي الغُرْفَةِ نَفْسِهَا وَكُلٌّ مِنَّا يَنْظُرُ إِلَى شَاشَتِهِ.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talk to grandma in Egypt daily, yet sometimes we sit in one room, each staring at a screen.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جَعَلَتْنَا التِّكْنُولُوجْيَا أَقْرَبَ أَمْ أَبْعَدَ؟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yajibu ʿalā … wa-ʿalā, comparatives, sa-tubnā (future passive)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سَتَكُونُ أَكْثَرَ خُضْرَةً، وَسَتُبْنَى البُيُوتُ مِنْ مَوَادَّ مُعَادٍ تَدْوِيرُهَا، إِذَا بَدَأْنَا الآنَ.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Greener, with homes built from recycled materials — if we start now.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سَتَكُونُ المُدُنُ بَعْدَ خَمْسِينَ سَنَةً؟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رَئِيسَ البَلَدِيَّةِ، لَجَعَلْتُ الحَافِلَاتِ مَجَّانِيَّةً لِلطُّلَّابِ، وَلَحَوَّلْتُ مَوْقِفَ السَّيَّارَاتِ الكَبِيرَ إِلَى حَدِيقَةٍ.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Free buses for students, and turn the big car park into a park.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رَئِيسَ بَلَدِيَّةِ مَدِينَتِكَ، مَاذَا تُغَيِّرُ؟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yajibu ʿalā … wa-ʿalā, comparatives, sa-tubnā (future passive)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yaqaʿu / taqaʿu and yūjadu / tūjadu correctly.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cause, an effect and a solution.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numbers, prices and dates were accurate.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the passive,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FR-L03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FR-L03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FR-L03 · Speaking Workshop — Places, Environment and the Digital World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2026-10-11T18:36:42Z</dcterms:created>
  <dcterms:modified xsi:type="dcterms:W3CDTF">2026-10-11T18:36:42Z</dcterms:modified>
</cp:coreProperties>
</file>