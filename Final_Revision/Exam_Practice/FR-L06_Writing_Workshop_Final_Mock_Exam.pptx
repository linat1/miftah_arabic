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6 (Final Revision — Final Mock Exam (Topics A–E), FR-L06).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Mixed topics: personal details (B), languages and the international world (E), education (D). Box 7: the dual usbūʿāni.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 مَعَ مَنْ (where / with whom — PAST) · لَبِسْتِ / أَكَلْتُمْ (PAST: what you wore and ate) · لِمَاذَا (reason → li-anna)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girl writing — feminine adjectives: mutaḥammisatan, fakhūratan): a travel narrative across topics — family (B), transport and weather (A, C), shopping and a colour (B), the Arab world (E) — with mundhu, a number + noun, a superlative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negated-expectation hook, a sensory description (hawāʾun dāfiʾun yaḥmilu …), a passive relative (allatī nuḥitat), apposition (tilka al-madīnati al-wardiyyati), lam takun … bal, ʿindaʾidhin + adraktu anna, ṣirtu + present, and law + a passive verb … la-.
ENGLISH SUMMARY (read aloud or paste in the chat for Core students): I never expected a ten-day trip to change my relationship with Arabic — but it did, in Jordan last summer → we landed in Amman at night to warm air smelling of coffee and cardamom; we wandered old markets, walked through Petra — the pink city carved into rock two thousand years ago — and floated effortlessly in the Dead Sea → yet the best moment was in a tiny shop, chatting with an old saleswoman who smiled: “your Arabic is beautiful, my daughter” — then I realised my years studying in front of a screen were not wasted → since then I revise with more enthusiasm and watch the news in Arabic; “if I had the chance, I would study a whole year in Amman after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written by an online-school student: a then/now hook with ammā … fa-, idh + kamā for developed advantages, mimmā qad, a personal example with the dual (at-tajribatayni) and baynamā, wa-maʿa dhālika fa-innanī, lā … bal, and idhā … fa-sa-.
ENGLISH SUMMARY (read aloud or paste in the chat for Core students): Online learning was a strange idea a few years ago; today thousands study in full online schools — is it better than a traditional school? → it saves time and money (no transport) and lessons can be rewatched; yet many students miss friends and sport, which can make them feel lonely → I have lived both: at my old school I spent an hour a day on the bus, whereas now I use that hour to read; still, I sometimes miss laughing with classmates in the playground → success depends not on the place but on the student’s discipline and the teacher’s quality; “if schools combine both methods, students will get the best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Writing Workshop — Final Mock Exam</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الامْتِحَانُ التَّجْرِيبِيُّ النِّهَائِيُّ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The final timed Paper 4 mock: fill in a form for a summer Arabic course, write an email to a friend about celebrating Eid, and write an extended piece about a trip to an Arab country or about whether online learning is better than school. Exam-day skills: read every bullet before you write, keep to about 8 / 12 / 25 minutes, and save 2 minutes at the end for the five-point check.</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FR-L06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celebrating Eid.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FINAL FIVE-POINT CHECK (2 min): 1) every bullet answered; 2) verb endings — I (–tu), we (–nā), she (–at), and to a girl: –ti / –īna; 3) agreement — fustānan akhḍara jadīdan; 4) numbers + nouns — ʿishrīna shakhṣan; 5) past, present AND future verbs. Then stop: do not rewrite whole sentences in the last minute.</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اجْتَمَعَتْ كُلُّ العَائِلَةِ، وَكَانَ عَدَدُنَا عِشْرِينَ شَخْصًا</a:t>
            </a:r>
            <a:endParaRPr lang="ar-SA" sz="22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whole family gathered — there were twenty of us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لَبِسْتُ فُسْتَانًا أَخْضَرَ جَدِيدًا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wore a new green dress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أُحِبُّ العِيدَ كَثِيرًا، لِأَنَّ العَائِلَةَ تَجْتَمِعُ</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love Eid because the family gets together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Summer Arabic course: registration form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التَّسْجِيلِ فِي دَوْرَةٍ 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Level in Arabic</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المُسْتَوَى فِي العَرَبِيَّةِ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الهِوَايَاتُ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Course length wanted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مُدَّةُ الدَّوْرَةِ المَطْلُوبَةُ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course?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تُرِيدِينَ هٰذِهِ الدَّوْرَةَ؟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Box 3: a girl writes biriṭāniyyatun (f.); box 2: a number + sanatan. EXAM-DAY TIP: never leave a box empty — a simple correct answer still scores.</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Summer Arabic course: registration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Khadija Omar</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خَدِيجَةُ عُمَرُ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16</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Urdu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وَالعَرَبِيَّةُ وَالأُورْدِيَّةُ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intermediate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مُتَوَسِّطٌ</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المُسْتَوَى فِي العَرَبِيَّةِ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and swimming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القِرَاءَةُ وَالسِّبَاحَةُ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الهِوَايَاتُ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weeks in July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أُسْبُوعَانِ فِي يُولْيُو</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مُدَّةُ الدَّوْرَةِ المَطْلُوبَةُ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my speaking — I’ll study Arabic at university.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أُرِيدُ أَنْ أُحَسِّنَ مُحَادَثَتِي، لِأَنِّي سَأَدْرُسُ العَرَبِيَّةَ فِي الجَامِعَةِ.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تُرِيدِينَ هٰذِهِ الدَّوْرَةَ؟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celebrating Eid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الاحْتِفَالُ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where and with whom you celebrated Eid • what you wore and what you ate • why you like Eid • your plans for next Eid,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Clothes and food, with agreement.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احْتَفَلْنَا بِالعِيدِ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celebrated Eid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لَبِسْتُ … وَأَكَلْنَا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wore … and we ate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العِيدَ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Eid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العِيدِ القَادِمِ سَأُسَاعِدُ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Eid I will help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celebrating Eid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عَنِ الاحْتِفَالِ بِالعِيدِ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with whom you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احْتَفَلْتِ بِالعِيدِ؟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wore and what you ate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لَبِسْتِ؟ وَمَاذَا أَكَلْتُمْ؟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like Eid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تُحِبِّينَ العِيدَ؟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 next Eid;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خِطَطُكِ لِلْعِيدِ القَادِمِ؟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عَزِيزَتِي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celebrated Eid at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احْتَفَلْنَا بِالعِيدِ فِي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wore …, and we ate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لَبِسْتُ ______ ، وَأَكَلْنَا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Eid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العِيدَ كَثِيرًا،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Eid I will help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العِيدِ القَادِمِ سَأُسَاعِدُ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how …? With love.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كَيْفَ ______ ؟ مَعَ مَحَبَّتِي.</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عَزِيزَتِي مَرْيَمُ،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السَّلَامُ عَلَيْكُمْ! كَيْفَ حَالُكِ؟ احْتَفَلْنَا بِعِيدِ الفِطْرِ يَوْمَ الأَحَدِ المَاضِي فِي بَيْتِ جَدَّتِي فِي بِرْمِنْغْهَامَ. فِي الصَّبَاحِ صَلَّيْنَا صَلَاةَ العِيدِ فِي المَسْجِدِ، ثُمَّ لَبِسْتُ فُسْتَانًا أَخْضَرَ جَدِيدًا. اجْتَمَعَتْ كُلُّ العَائِلَةِ، وَكَانَ عَدَدُنَا عِشْرِينَ شَخْصًا! أَكَلْنَا المَعْمُولَ وَالكَبْسَةَ، وَأَعْطَانِي عَمِّي عِيدِيَّةً. أُحِبُّ العِيدَ كَثِيرًا، لِأَنَّ العَائِلَةَ تَجْتَمِعُ وَالجَمِيعُ سُعَدَاءُ. فِي العِيدِ القَادِمِ سَأُسَاعِدُ أُمِّي فِي صُنْعِ الحَلَوِيَّاتِ. وَأَنْتِ، كَيْفَ احْتَفَلْتِ بِالعِيدِ؟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مَحَبَّتِي،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خَدِيجَةُ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Maryam, peace be upon you! How are you? We celebrated Eid al-Fitr last Sunday at my grandma’s in Birmingham. In the morning we prayed Eid prayer at the mosque, then I put on a new green dress. The whole family gathered — there were twenty of us! We ate maamoul and kabsa, and my uncle gave me Eid money. I love Eid because the family gets together and everyone is happy. Next Eid I’ll help my mum make the sweets. And you, how did you celebrate? With love, Khadija.”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احْتَفَلْنَا بِعِيدِ الفِطْرِ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فُسْتَانًا أَخْضَرَ جَدِيدًا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عِشْرِينَ شَخْصًا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سَأُسَاعِدُ أُمِّي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مَرْيَمُ،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عِيدُكِ مُبَارَكٌ! أَكْتُبُ إِلَيْكِ لِأُخْبِرَكِ بِأَجْمَلِ عِيدِ فِطْرٍ قَضَيْتُهُ حَتَّى الآنَ، فَقَدِ اجْتَمَعَتْ عَائِلَتُنَا كُلُّهَا لِأَوَّلِ مَرَّةٍ مُنْذُ خَمْسِ سَنَوَاتٍ فِي بَيْتِ جَدَّتِي بِبِرْمِنْغْهَامَ. بَعْدَ صَلَاةِ العِيدِ، الَّتِي أُقِيمَتْ فِي الحَدِيقَةِ العَامَّةِ بِسَبَبِ كَثْرَةِ المُصَلِّينَ، عُدْنَا إِلَى البَيْتِ، فَوَجَدْنَا المَائِدَةَ مَلِيئَةً بِالكَبْسَةِ وَالمَعْمُولِ الَّذِي خَبَزَتْهُ جَدَّتِي بِنَفْسِهَا. وَمَعَ أَنَّ البَيْتَ كَانَ مُزْدَحِمًا وَصَاخِبًا، فَقَدْ شَعَرْتُ بِسَعَادَةٍ لَا تُوصَفُ وَأَنَا أَسْمَعُ ضَحِكَاتِ أَبْنَاءِ عُمُومَتِي. فِي رَأْيِي، العِيدُ أَهَمُّ مِنَ الهَدَايَا، لِأَنَّهُ يَصِلُ مَا قَطَعَتْهُ الأَيَّامُ. وَإِنْ شَاءَ اللّٰهُ، سَأَدْعُوكِ إِلَى بَيْتِنَا فِي العِيدِ القَادِمِ، فَهَلْ تَقْبَلِينَ؟</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أَطْيَبِ تَمَنِّيَاتِي،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خَدِيجَةُ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Maryam, Eid Mubarak! I’m writing to tell you about the best Eid al-Fitr I’ve had so far: our whole family gathered for the first time in five years at grandma’s in Birmingham. After the Eid prayer — held in the park because there were so many worshippers — we went home to a table full of kabsa and maamoul that grandma baked herself. Although the house was crowded and noisy, I felt indescribable joy hearing my cousins laugh. In my view Eid matters more than presents, because it reconnects what the days have cut apart. God willing, I’ll invite you to our home next Eid — will you accept? Best wishes, Khadija.”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لِأَوَّلِ مَرَّةٍ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أُقِيمَتْ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مَعَ أَنَّ … فَقَدْ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أَهَمُّ مِنَ الهَدَايَا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to an Arab country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رِحْلَةٌ إِلَى بَلَدٍ عَرَبِيٍّ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with whom · the journey, the place and the weather · what you did and a moment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إِلَى أَيْنَ وَمَتَى وَمَعَ مَنْ · السَّفَرُ وَالمَكَانُ وَالطَّقْسُ · مَا فَعَلْتِ وَمَوْقِفٌ لَا تَنْسَيْنَهُ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online learning better than going to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التَّعَلُّمُ عَبْرَ الإِنْتَرْنِتْ أَفْضَلُ مِنَ المَدْرَسَةِ؟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disadvantages · an example from your own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المَزَايَا وَالعُيُوبُ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when + who — fī aṣ-ṣayfi al-māḍī sāfartu maʿa … ilā …; kuntu mutaḥammisatan li-annī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Journey + place + weather — sāfarnā bi-…; istaghraqat ar-riḥlatu …; kāna al-jawwu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you did + a moment — zurnā …; fī yawmin mina al-ayyām …; kuntu fakhūratan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aẓunnu anna … ajmalu …; al-āna …; sa-azūru …; Stretch: lam akun atawaqqaʿu, lam takun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مُتَحَمِّسَةً جِدًّا، لِأَنِّي أَدْرُسُ العَرَبِيَّةَ.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reason: I was excited (f.).</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أَظُنُّ أَنَّ الأُرْدُنَّ أَجْمَلُ بَلَدٍ زُرْتُهُ.</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superlative: the most beautiful.</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المُسْتَقْبَلِ سَأَزُورُ مِصْرَ وَالمَغْرِبَ.</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Egypt and Morocco.</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سَافَرْتُ مَعَ عَائِلَتِي إِلَى الأُرْدُنِّ لِمُدَّةِ عَشَرَةِ أَيَّامٍ. كَانَتْ هٰذِهِ أَوَّلَ رِحْلَةٍ لِي إِلَى بَلَدٍ عَرَبِيٍّ، وَكُنْتُ مُتَحَمِّسَةً جِدًّا، لِأَنِّي أَدْرُسُ العَرَبِيَّةَ مُنْذُ ثَلَاثِ سَنَوَاتٍ.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سَافَرْنَا بِالطَّائِرَةِ مِنْ لَنْدَنَ إِلَى عَمَّانَ، وَاسْتَغْرَقَتِ الرِّحْلَةُ خَمْسَ سَاعَاتٍ. نَزَلْنَا فِي فُنْدُقٍ جَمِيلٍ فِي وَسَطِ المَدِينَةِ، وَكَانَتْ غُرْفَتِي تُطِلُّ عَلَى جَبَلٍ كَبِيرٍ. كَانَ الجَوُّ حَارًّا جِدًّا، لٰكِنَّ النَّاسَ كَانُوا لُطَفَاءَ وَكُرَمَاءَ.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زُرْنَا البَتْرَاءَ، وَهِيَ مَدِينَةٌ قَدِيمَةٌ جَمِيلَةٌ، وَسَبَحْنَا فِي البَحْرِ المَيِّتِ، وَأَكَلْنَا المَنْسَفَ فِي مَطْعَمٍ شَعْبِيٍّ. فِي يَوْمٍ مِنَ الأَيَّامِ، تَكَلَّمْتُ بِالعَرَبِيَّةِ مَعَ بَائِعَةٍ فِي السُّوقِ، وَاشْتَرَيْتُ مِنْهَا وِشَاحًا أَحْمَرَ. كُنْتُ فَخُورَةً جِدًّا، لِأَنَّهَا فَهِمَتْنِي!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أَظُنُّ أَنَّ الأُرْدُنَّ أَجْمَلُ بَلَدٍ زُرْتُهُ. الآنَ أُرَاجِعُ العَرَبِيَّةَ كُلَّ يَوْمٍ، وَفِي المُسْتَقْبَلِ سَأَزُورُ مِصْرَ وَالمَغْرِبَ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ten days in Jordan with my family — my first Arab country; excited after three years of Arabic → five-hour flight to Amman; a hotel facing a mountain; hot, but kind people → Petra, the Dead Sea and mansaf; I spoke Arabic with a market seller and bought a red scarf — proud she understood me → Jordan is the most beautiful country I’ve visited; next, Egypt and Morocco.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مُتَحَمِّسَةً جِدًّا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وَاسْتَغْرَقَتِ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وِشَاحًا أَحْمَرَ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أَجْمَلُ بَلَدٍ زُرْتُهُ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لَمْ أَكُنْ أَتَوَقَّعُ أَنَّ رِحْلَةً مُدَّتُهَا عَشَرَةُ أَيَّامٍ سَتُغَيِّرُ عَلَاقَتِي بِاللُّغَةِ العَرَبِيَّةِ، وَلٰكِنَّ هٰذَا مَا حَدَثَ عِنْدَمَا سَافَرْتُ مَعَ عَائِلَتِي إِلَى الأُرْدُنِّ فِي الصَّيْفِ المَاضِي.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هَبَطَتْ طَائِرَتُنَا فِي عَمَّانَ لَيْلًا، فَاسْتَقْبَلَنَا هَوَاءٌ دَافِئٌ يَحْمِلُ رَائِحَةَ القَهْوَةِ وَالهَيْلِ، وَكَانَ خَالِي يَنْتَظِرُنَا بِابْتِسَامَتِهِ الوَاسِعَةِ. وَفِي الأَيَّامِ التَّالِيَةِ، تَجَوَّلْنَا بَيْنَ أَسْوَاقِ المَدِينَةِ القَدِيمَةِ، ثُمَّ مَشَيْنَا فِي البَتْرَاءِ، تِلْكَ المَدِينَةِ الوَرْدِيَّةِ الَّتِي نُحِتَتْ فِي الصَّخْرِ قَبْلَ أَلْفَيْ عَامٍ، وَسَبَحْنَا فِي البَحْرِ المَيِّتِ الَّذِي يَطْفُو فِيهِ الإِنْسَانُ دُونَ جُهْدٍ.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أَجْمَلَ لَحْظَةٍ لَمْ تَكُنْ فِي مَكَانٍ سِيَاحِيٍّ، بَلْ فِي دُكَّانٍ صَغِيرٍ، حِينَ تَحَدَّثْتُ مَعَ بَائِعَةٍ عَجُوزٍ عَنْ عَائِلَتِهَا، فَابْتَسَمَتْ وَقَالَتْ: "عَرَبِيَّتُكِ جَمِيلَةٌ يَا بِنْتِي". عِنْدَئِذٍ أَدْرَكْتُ أَنَّ سَنَوَاتِ الدِّرَاسَةِ أَمَامَ الشَّاشَةِ لَمْ تَضِعْ سُدًى.</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مُنْذُ عَوْدَتِي صِرْتُ أُرَاجِعُ بِحَمَاسٍ أَكْبَرَ، وَأُشَاهِدُ الأَخْبَارَ بِالعَرَبِيَّةِ كُلَّ مَسَاءٍ. وَلَوْ أُتِيحَتْ لِي الفُرْصَةُ، لَدَرَسْتُ سَنَةً كَامِلَةً فِي عَمَّانَ بَعْدَ المَدْرَسَةِ.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أَكُنْ أَتَوَقَّعُ</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نُحِتَتْ فِي الصَّخْرِ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تَكُنْ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وَلَوْ أُتِيحَتْ … لَدَرَسْتُ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online or at school?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مُنْذُ سَنَوَاتٍ قَلِيلَةٍ، كَانَ التَّعَلُّمُ عَبْرَ الإِنْتَرْنِتْ فِكْرَةً غَرِيبَةً، أَمَّا اليَوْمَ فَيَدْرُسُ آلَافُ الطُّلَّابِ فِي مَدَارِسَ إِلِكْتُرُونِيَّةٍ كَامِلَةٍ. فَهَلْ هٰذَا النَّوْعُ مِنَ التَّعَلُّمِ أَفْضَلُ مِنَ المَدْرَسَةِ التَّقْلِيدِيَّةِ؟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يُوَفِّرُ التَّعَلُّمُ عَبْرَ الإِنْتَرْنِتْ الوَقْتَ وَالمَالَ، إِذْ لَا يَحْتَاجُ الطَّالِبُ إِلَى المُوَاصَلَاتِ، كَمَا يُمْكِنُهُ أَنْ يُعِيدَ مُشَاهَدَةَ الدُّرُوسِ المُسَجَّلَةِ مَتَى شَاءَ، وَأَنْ يَتَعَلَّمَ بِالسُّرْعَةِ الَّتِي تُنَاسِبُهُ. وَمِنْ نَاحِيَةٍ أُخْرَى، يَفْتَقِدُ كَثِيرٌ مِنَ الطُّلَّابِ الأَصْدِقَاءَ وَالأَنْشِطَةَ الرِّيَاضِيَّةَ، مِمَّا قَدْ يُشْعِرُهُمْ بِالوَحْدَةِ.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عِشْتُ التَّجْرِبَتَيْنِ؛ فَفِي مَدْرَسَتِي القَدِيمَةِ كُنْتُ أَقْضِي سَاعَةً كُلَّ يَوْمٍ فِي الحَافِلَةِ، بَيْنَمَا أَسْتَغِلُّ هٰذِهِ السَّاعَةَ الآنَ فِي القِرَاءَةِ. وَمَعَ ذٰلِكَ، فَإِنَّنِي أَشْتَاقُ أَحْيَانًا إِلَى الضَّحِكِ مَعَ زَمِيلَاتِي فِي السَّاحَةِ، وَإِلَى الحِصَصِ العَمَلِيَّةِ فِي المُخْتَبَرِ.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أَرَى أَنَّ النَّجَاحَ لَا يَتَوَقَّفُ عَلَى المَكَانِ، بَلْ عَلَى انْضِبَاطِ الطَّالِبِ وَجَوْدَةِ المُعَلِّمِ. وَإِذَا جَمَعَتِ المَدَارِسُ بَيْنَ الطَّرِيقَتَيْنِ، فَسَيَحْصُلُ الطُّلَّابُ عَلَى أَفْضَلِ مَا فِيهِمَا.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فَيَدْرُسُ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 لَا يَحْتَاجُ</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عِشْتُ التَّجْرِبَتَيْنِ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يَتَوَقَّفُ عَلَى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in about 8 minutes.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feminine agreement correct;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plan, four paragraphs, and a 2-minute check.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I am exam ready.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The exam · You are ready — good luck in the exam!</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بِالتَّوْفِيقِ فِي الامْتِحَانِ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Final Revision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FR-L06 · Writing Workshop — Final Mock Exam</dc:title>
  <dc:subject>PptxGenJS Presentation</dc:subject>
  <dc:creator>Al Madina Online School · Arabic Department</dc:creator>
  <cp:lastModifiedBy>Al Madina Online School · Arabic Department</cp:lastModifiedBy>
  <cp:revision>1</cp:revision>
  <dcterms:created xsi:type="dcterms:W3CDTF">2026-10-11T18:49:19Z</dcterms:created>
  <dcterms:modified xsi:type="dcterms:W3CDTF">2026-10-11T18:49:19Z</dcterms:modified>
</cp:coreProperties>
</file>