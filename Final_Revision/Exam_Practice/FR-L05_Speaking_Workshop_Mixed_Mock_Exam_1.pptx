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the Final Revision series (Topics A–E), Lesson 5 (Final Revision — Mixed Mock Exam 1 (Topics A–E), FR-L05), using that lesson’s language (all Advanced Topics A–E: present habits and times, agreement and colours, the past for events, yūjadu and prepositions, cause and effect, comparison, the passive, formal requests, sa- and conditionals).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in the real exam the role-play card can come from ANY topic. EXAM TIP: in your one minute of preparation, read all five tasks, underline the question words, and prepare the first words of each answer (not full sentences).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in the conversation the examiner may jump from food to the environment to jobs. EXAM TIP: use the same pattern for every theme — answer + reason + another time frame — and add a concession or law … la- in your best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 railway station abroad.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تُسَافِرِينَ · تَفَضَّلِي.
Core (Topic A · transport): urīdu an usāfira ilā, dhahābun wa-iyābun, matā yanṭaliqu …?, min ayyi raṣīfin?, li-annī urīdu an + two verbs. EXAM TIP: four questions to ASK — that is normal on a Core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lost property at an airport.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صِفِي · سَتُقِيمِينَ · صَدِيقَتِي.
Core+ (Topics B and C · description and services): faqadtu fī, colour + size + material agreement (sawdāʾu ṣaghīratun mina al-jild), kāna fīhā + list with a number, the CANDIDATE asks with sa- and hal astaṭīʿu an, sa-uqīmu + qurba.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 youth-club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صِفِي · نَفْسَكِ · هِوَايَاتُكِ · عِنْدَكِ · تَسْتَطِيعِينَ · تَأْتِي · تُرِيدِينَ · صَبُورَةٌ وَنَشِيطَةٌ وَمُنَظَّمَةٌ · مُعَلِّمَةً.
Develop (Topics B and D · personality, hobbies, experience): qualities + mathalan + dūna an, frequency + li-anna, kuntu + present + fa-taʿallamtu, ammā … fa-, a relative-free reason + sa- + aṭmaḥu ilā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radio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أَعْطِينَا · كُنْتِ وَزِيرَةَ السِّيَاحَةِ · تَفْعَلِينَ.
Stretch (Topics C and E · environment, travel, cultures): a balanced thesis with mimmā, a narrated example with the passive qīla lī inna, cause → effect → solution with a passive subjunctive (tufraḍa), a concession with faqaṭ idhā + three verbs, law … la- ×2.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 — each from a different topic.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reason and two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FINAL REVISION · EXAM PRACTICE  ·  FR-L05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FR-L05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Mixed Mock Exam 1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امْتِحَانٌ تَجْرِيبِيٌّ شَامِلٌ (١)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A full mixed Paper 3 mock in breakout rooms: four role plays from different topics (travel, lost property, a volunteer interview, tourism) and a topic conversation that jumps between all five Advanced Topics. Exam skills: read the card in your one minute of preparation, predict the unexpected question, and keep going with a repair phrase if you get stuck.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Final Revision · Advanced Topics A–E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Topics A–E · exam ready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Final Revision › FR-L05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STRUCTURES FROM EVERY TOPIC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Ready for any card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جَاهِزُونَ لِأَيِّ بِطَاقَةٍ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travel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تَذْكِرَةُ ذَهَابٍ وَإِيَابٍ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return ticket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tadh-ki-ra-tu dha-hā-bin wa-ʾi-yā-bin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platform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رَصِيفٌ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single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ذَهَابٌ فَقَطْ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time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يَنْطَلِقُ القِطَارُ فِي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train leaves at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yan-ṭa-li-qu al-qi-ṭā-ru fī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delayed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مُتَأَخِّرٌ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arrives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يَصِلُ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C · description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حَقِيبَةٌ سَوْدَاءُ صَغِيرَةٌ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small black bag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ḥa-qī-ba-tun saw-dā-ʾu ṣa-ghī-ra-tun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inside it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فِيهَا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made of leather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مِنَ الجِلْدِ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services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فَقَدْتُ … · ضَاعَ / ضَاعَتْ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lost … · it got lost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fa-qad-tu … · ḍā-ʿa / ḍā-ʿat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lost property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المَفْقُودَاتُ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found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وَجَدْتُ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D · qualities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صَبُورٌ · نَشِيطٌ · مُنَظَّمٌ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patient · active · organised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ṣa-bū-run · na-shī-ṭun · mu-naẓ-ẓa-mun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teamwork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العَمَلُ الجَمَاعِيُّ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صَبُورَةٌ · نَشِيطَةٌ · مُنَظَّمَةٌ</a:t>
            </a:r>
            <a:endParaRPr lang="ar-SA" sz="14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 · work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أَتَطَوَّعُ فِي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volunteer at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a-ta-ṭaw-wa-ʿu fī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experience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خِبْرَةٌ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every Saturday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كُلَّ يَوْمِ سَبْتٍ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STRUCTURES THAT LIFT A MARK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Precise, linked, developed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بِنْيَاتٌ تَرْفَعُ الدَّرَجَةَ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السِّيَاحَةُ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tourism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as-si-yā-ḥa-tu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local people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السُّكَّانُ المَحَلِّيُّونَ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tourists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سُيَّاحٌ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cause / result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بِسَبَبِ … مِمَّا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 of … which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bi-sa-ba-bi … mim-mā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as a result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نَتِيجَةً لِذٰلِكَ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لِذٰلِكَ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comparison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أَكْثَرُ … مِنْ · بَيْنَمَا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more … than · whereas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ak-tha-ru … min · bay-na-mā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different, not better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مُخْتَلِفٌ لَا أَفْضَلُ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as for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أَمَّا … فَهُوَ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يُبْنَى · بُنِيَ · تُرْمَى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built · was built · is thrown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yub-nā · bu-ni-ya · tur-mā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was made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صُنِعَ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is celebrated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يُحْتَفَلُ بِهِ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time frames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… أَمَّا الآنَ فَأَدْرُسُ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 … but now I study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kun-tu … am-mā al-ʾā-na fa-ʾad-ru-su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aspire to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أَطْمَحُ إِلَى أَنْ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سَوْفَ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top band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will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… فَسَأُسَافِرُ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would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… لَاخْتَرْتُ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RAILWAY STATION ABROAD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Buying a train ticket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مَحَطَّةِ القِطَارِ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أُسَافِرَ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want to go.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صَبَاحَ الخَيْرِ، إِلَى أَيْنَ؟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تَذْكِرَةُ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for a return ticket.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ذَهَابٌ فَقَطْ؟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يَنْطَلِقُ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the train leaves.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تَفَضَّلْ. الثَّمَنُ ثَمَانُونَ جُنَيْهًا.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أَيِّ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which platform.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العَاشِرَةِ وَالرُّبْعِ.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أُرِيدُ أَنْ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الرَّصِيفُ الثَّالِثُ. لِمَاذَا تُسَافِرُ إِلَى الإِسْكَنْدَرِيَّةِ؟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traveller  ·  The examiner is: the ticket clerk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LOST PROPERTY AT AN AIRPORT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 lost bag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مَكْتَبِ المَفْقُودَاتِ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فَقَدْتُ …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lost and where.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هِيَ حَقِيبَةٌ … مِنَ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it (colour, size, material).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لِي الحَقِيبَةَ.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فِيهَا … وَ…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List the contents (past).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كَانَ فِيهَا؟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…؟ وَهَلْ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سَنَبْحَثُ عَنْهَا.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سَأُقِيمُ فِي … قُرْبَ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place).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طَبْعًا. أَيْنَ سَتُقِيمُ فِي القَاهِرَةِ؟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traveller who lost a bag  ·  The examiner is: the airport employee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YOUTH-CLUB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Volunteering at the youth club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التَّطَوُّعُ فِي نَادِي الشَّبَابِ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… وَ… ؛ مَثَلًا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yourself with examples.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نَفْسَكَ بِثَلَاثِ صِفَاتٍ.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أَلْعَبُ … مَرَّتَيْنِ … ،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Hobbies with frequency and reason.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هِوَايَاتُكَ؟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… كُنْتُ … فَتَعَلَّمْتُ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experience (past + result).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خِبْرَةٌ مَعَ الأَطْفَالِ؟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أَسْتَطِيعُ … ، أَمَّا أَيَّامُ الأُسْبُوعِ فَمَشْغُولَةٌ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Availability with a contrast.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تَسْتَطِيعُ أَنْ تَأْتِيَ؟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 … ؛ وَسَتُفِيدُنِي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(reason + 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وَلِمَاذَا تُرِيدُ أَنْ تَتَطَوَّعَ؟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applying to volunteer  ·  The examiner is: the youth-club manager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Tourism: blessing or burden?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السِّيَاحَةُ: نِعْمَةٌ أَمْ عِبْءٌ؟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thesis.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تُفِيدُ السِّيَاحَةُ السُّكَّانَ المَحَلِّيِّينَ؟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زُرْتُ … ، رَأَيْتُ … ؛ وَقِيلَ لِي إِنَّ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an example with the passive.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أَعْطِنَا مِثَالًا.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بِسَبَبِ … ، مِمَّا … ؛ لِذٰلِكَ يَجِبُ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Cause → effect → solution.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عَنِ البِيئَةِ؟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ذٰلِكَ يَحْدُثُ فَقَطْ إِذَا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refine.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السِّيَاحَةَ تُقَرِّبُ الثَّقَافَاتِ.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…، لَشَجَّعْتُ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وَزِيرَ السِّيَاحَةِ،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guest  ·  The examiner is: the 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completed every role-play task, including the unexpected one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developed answers on at least three different topics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أُسَافِرَ إِلَى الإِسْكَنْدَرِيَّةِ.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go to Alexandria.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صَبَاحَ الخَيْرِ، إِلَى أَيْنَ؟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تَذْكِرَةُ ذَهَابٍ وَإِيَابٍ، مِنْ فَضْلِكَ.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a return ticket, please.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ذَهَابٌ فَقَطْ؟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يَنْطَلِقُ القِطَارُ؟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the train leave?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تَفَضَّلْ. الثَّمَنُ ثَمَانُونَ جُنَيْهًا.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أَيِّ رَصِيفٍ؟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From which platform?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العَاشِرَةِ وَالرُّبْعِ.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أُرِيدُ أَنْ أَزُورَ عَمِّي وَأَرَى البَحْرَ.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want to visit my uncle and see the sea.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الرَّصِيفُ الثَّالِثُ. لِمَاذَا تُسَافِرُ إِلَى الإِسْكَنْدَرِيَّةِ؟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فَقَدْتُ حَقِيبَتِي فِي صَالَةِ الوُصُولِ.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lost my bag in the arrivals hall.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هِيَ حَقِيبَةٌ سَوْدَاءُ صَغِيرَةٌ مِنَ الجِلْدِ.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small black leather bag.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لِي الحَقِيبَةَ.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فِيهَا جَوَازُ سَفَرِي وَهَاتِفِي وَمِئَةُ دُولَارٍ.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passport, my phone and a hundred dollars.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كَانَ فِيهَا؟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سَتُخْبِرُونَنِي؟ وَهَلْ أَسْتَطِيعُ أَنْ أَتْرُكَ رَقْمَ هَاتِفِ صَدِيقِي؟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will you let me know? And can I leave my friend’s phone number?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سَنَبْحَثُ عَنْهَا.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سَأُقِيمُ فِي فُنْدُقِ النِّيلِ، قُرْبَ المُتْحَفِ المِصْرِيِّ، لِمُدَّةِ أُسْبُوعٍ.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the Nile Hotel, near the Egyptian Museum, for a week.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طَبْعًا. أَيْنَ سَتُقِيمُ فِي القَاهِرَةِ؟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صَبُورٌ وَنَشِيطٌ وَمُنَظَّمٌ؛ مَثَلًا، أُسَاعِدُ أَخِي الصَّغِيرَ فِي وَاجِبَاتِهِ كُلَّ يَوْمٍ دُونَ أَنْ أَغْضَبَ.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Patient, active and organised — I help my little brother with homework daily without losing my temper.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نَفْسَكَ بِثَلَاثِ صِفَاتٍ.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أَلْعَبُ كُرَةَ القَدَمِ مَرَّتَيْنِ فِي الأُسْبُوعِ، وَأَرْسُمُ فِي نِهَايَةِ الأُسْبُوعِ، لِأَنَّ الرَّسْمَ يُرِيحُنِي.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Football twice a week and drawing at weekends — drawing relaxes 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هِوَايَاتُكَ؟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الصَّيْفِ المَاضِي كُنْتُ أُسَاعِدُ فِي مُخَيَّمٍ رِيَاضِيٍّ لِلْأَطْفَالِ، فَتَعَلَّمْتُ كَيْفَ أَشْرَحُ القَوَاعِدَ بِطَرِيقَةٍ بَسِيطَةٍ.</a:t>
            </a:r>
            <a:endParaRPr lang="ar-SA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summer I helped at a children’s sports camp and learnt to explain rules simply.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خِبْرَةٌ مَعَ الأَطْفَالِ؟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أَسْتَطِيعُ أَنْ آتِيَ يَوْمَ السَّبْتِ صَبَاحًا، أَمَّا أَيَّامُ الأُسْبُوعِ فَمَشْغُولَةٌ بِالمُرَاجَعَةِ لِلِامْتِحَانَاتِ.</a:t>
            </a:r>
            <a:endParaRPr lang="ar-SA" sz="17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Saturday mornings; weekdays are busy with exam revision.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تَسْتَطِيعُ أَنْ تَأْتِيَ؟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 هٰذَا النَّادِيَ سَاعَدَنِي عِنْدَمَا كُنْتُ صَغِيرًا؛ وَسَتُفِيدُنِي الخِبْرَةُ لِأَنِّي أَطْمَحُ إِلَى أَنْ أَكُونَ مُعَلِّمًا.</a:t>
            </a:r>
            <a:endParaRPr lang="ar-SA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club helped me when I was little — and the experience will help, as I aspire to be a teacher.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وَلِمَاذَا تُرِيدُ أَنْ تَتَطَوَّعَ؟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تُوَفِّرُ السِّيَاحَةُ فُرَصَ عَمَلٍ وَتُنْعِشُ الأَسْوَاقَ، وَمِنْ نَاحِيَةٍ أُخْرَى، تَرْفَعُ أَسْعَارَ البُيُوتِ، مِمَّا يَدْفَعُ بَعْضَ السُّكَّانِ إِلَى الرَّحِيلِ.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Tourism creates jobs and boosts markets, but raises house prices, pushing some residents out.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تُفِيدُ السِّيَاحَةُ السُّكَّانَ المَحَلِّيِّينَ؟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زُرْتُ مَدِينَةً قَدِيمَةً فِي المَغْرِبِ، رَأَيْتُ بُيُوتًا تَقْلِيدِيَّةً تَحَوَّلَتْ إِلَى فَنَادِقَ، وَقِيلَ لِي إِنَّ أَصْحَابَهَا انْتَقَلُوا إِلَى خَارِجِ المَدِينَةِ.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an old Moroccan city I saw traditional homes turned into hotels — I was told their owners moved out of town.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أَعْطِنَا مِثَالًا.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بِسَبَبِ كَثْرَةِ الطَّائِرَاتِ وَالنُّفَايَاتِ، تَتَضَرَّرُ الشَّوَاطِئُ، مِمَّا يُهَدِّدُ الحَيَاةَ البَحْرِيَّةَ؛ لِذٰلِكَ يَجِبُ أَنْ تُفْرَضَ ضَرِيبَةٌ صَغِيرَةٌ عَلَى السُّيَّاحِ لِحِمَايَتِهَا.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Flights and waste damage beaches, threatening marine life — so a small tourist tax should protect them.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عَنِ البِيئَةِ؟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أَنَّهَا قَدْ تُقَرِّبُهَا، غَيْرَ أَنَّ ذٰلِكَ يَحْدُثُ فَقَطْ إِذَا احْتَرَمَ السَّائِحُ عَادَاتِ البَلَدِ، وَتَعَلَّمَ بَعْضَ كَلِمَاتِ لُغَتِهِ، وَاشْتَرَى مِنْ أَهْلِهِ.</a:t>
            </a:r>
            <a:endParaRPr lang="ar-SA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can — but only if tourists respect local customs, learn some words and buy from local people.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السِّيَاحَةَ تُقَرِّبُ الثَّقَافَاتِ.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وَزِيرَ السِّيَاحَةِ، لَشَجَّعْتُ السِّيَاحَةَ فِي القُرَى الصَّغِيرَةِ، وَلَجَعَلْتُ جُزْءًا مِنَ الأَرْبَاحِ لِمَدَارِسِ السُّكَّانِ المَحَلِّيِّينَ.</a:t>
            </a:r>
            <a:endParaRPr lang="ar-SA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promote village tourism and give part of the profits to local schools.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وَزِيرَ السِّيَاحَةِ، مَاذَا 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Topics C and E together — balance, an example, cause and effect, a refined concession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أَسْئِلَةٌ مِنْ كُلِّ المَحَاوِرِ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آكُلُ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eat for breakfast? (A)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69848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مَاذَا تَأْكُلُ فِي الفُطُورِ؟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أَعَزُّ أَصْدِقَائِي … ؛ هُوَ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best friend. (B)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69848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صِفْ أَعَزَّ أَصْدِقَائِكَ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 (B)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الطَّقْسُ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the weather like now? (C)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69848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كَيْفَ الطَّقْسُ الآنَ؟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(C)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أَكُونَ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job do you want? (D)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69848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الوَظِيفَةُ الَّتِي تُرِيدُهَا؟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(D)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أَزُورَ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country do you want to visit? (E)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69848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أَيُّ بَلَدٍ تُرِيدُ أَنْ تَزُورَ؟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(E)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the letter shows the topic.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تَطْوِيرُ الإِجَابَةِ فِي كُلِّ مِحْوَرٍ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أَمْشِي … دَائِمًا، وَكُنْتُ … أَمَّا الآنَ فَآكُلُ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stay healthy? (A)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69848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كَيْفَ تُحَافِظُ عَلَى صِحَّتِكَ؟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قَضَيْنَا … فِي … ؛ وَكَانَ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holiday with your family. (B)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69848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صِفْ عُطْلَةً قَضَيْتَهَا مَعَ عَائِلَتِكَ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 (B)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 … لِأَنَّ … مِمَّا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should we do to protect the environment? (C)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69848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الَّذِي يَجِبُ أَنْ نَفْعَلَهُ لِحِمَايَةِ البِيئَةِ؟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(C)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أَوَّلًا … ثُمَّ … وَفِي الأُسْبُوعِ الأَخِيرِ سَأُرَاجِعُ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prepare for exams? (D)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69848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كَيْفَ تَسْتَعِدُّ لِلِامْتِحَانَاتِ؟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(D)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… بَيْنَمَا فِي … ؛ وَكِلْتَاهُمَا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two cultures you know. (E)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69848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قَارِنْ بَيْنَ ثَقَافَتَيْنِ تَعْرِفُهُمَا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 (E)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reason, a linker and a past or future detail, whatever the topic.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أَسْئِلَةُ التَّفْكِيرِ العَمِيقِ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fast food a social problem? (A)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69848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هَلِ الطَّعَامُ السَّرِيعُ مُشْكِلَةٌ اجْتِمَاعِيَّةٌ؟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friendship change with technology? (B · C)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69848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هَلْ تَتَغَيَّرُ الصَّدَاقَةُ مَعَ التِّكْنُولُوجْيَا؟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(B · C)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… لِأَنَّ … مِمَّا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most important skill for the future? (D)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69848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أَهَمُّ مَهَارَةٍ لِلْمُسْتَقْبَلِ؟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أَجْدَادِي … أَمَّا جِيلُنَا فَيَعِيشُ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your generation differ from your grandparents’? (E)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69848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كَيْفَ يَخْتَلِفُ جِيلُكَ عَنْ جِيلِ أَجْدَادِكَ؟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(E)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اسْتَطَعْتُ، لَأَضَفْتُ … لِكَيْ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could change one thing at your school, what would it be?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اسْتَطَعْتَ أَنْ تُغَيِّرَ شَيْئًا فِي مَدْرَسَتِكَ، فَمَاذَا تُغَيِّرُ؟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mixed topics — a concession, a balanced view, mimmā, kāna … ammā … fa-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آكُلُ الخُبْزَ وَالجُبْنَ، وَأَشْرَبُ الشَّايَ.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Bread and cheese, with tea.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مَاذَا تَأْكُلُ فِي الفُطُورِ؟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أَعَزُّ أَصْدِقَائِي اسْمُهُ آدَمُ؛ هُوَ طَوِيلٌ وَمَرِحٌ.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Adam — tall and funny.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6984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صِفْ أَعَزَّ أَصْدِقَائِكَ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 (B)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الطَّقْسُ بَارِدٌ وَغَائِمٌ.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Cold and cloudy.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6984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كَيْفَ الطَّقْسُ الآنَ؟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(C)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أَكُونَ مُهَنْدِسًا.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 engineer.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6984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الوَظِيفَةُ الَّتِي تُرِيدُهَا؟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أَزُورَ تُرْكِيَا، لِأَنَّ تَارِيخَهَا غَنِيٌّ.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Turkey — its history is rich.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6984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أَيُّ بَلَدٍ تُرِيدُ أَنْ تَزُورَ؟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(E)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reason = a secure Core answer on any topic.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أَمْشِي إِلَى المَدْرَسَةِ دَائِمًا، وَكُنْتُ آكُلُ الحَلَوِيَّاتِ كَثِيرًا، أَمَّا الآنَ فَآكُلُ الفَوَاكِهَ.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always walk to school; I used to eat lots of sweets, now fruit.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كَيْفَ تُحَافِظُ عَلَى صِحَّتِكَ؟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قَضَيْنَا أُسْبُوعًا فِي إِسْكُتْلَنْدَا؛ وَكَانَتِ الجِبَالُ رَائِعَةً، لٰكِنَّ المَطَرَ لَمْ يَتَوَقَّفْ.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week in Scotland: wonderful mountains, but non-stop rain.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6984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صِفْ عُطْلَةً قَضَيْتَهَا مَعَ عَائِلَتِكَ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 (B)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 نُقَلِّلَ البْلَاسْتِيكَ، لِأَنَّهُ يُرْمَى فِي البَحْرِ، مِمَّا يَقْتُلُ الأَسْمَاكَ.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Cut plastic — it ends up in the sea and kills fish.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6984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الَّذِي يَجِبُ أَنْ نَفْعَلَهُ لِحِمَايَةِ البِيئَةِ؟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(C)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أَوَّلًا أَضَعُ جَدْوَلًا، ثُمَّ أَحُلُّ امْتِحَانَاتٍ سَابِقَةً، وَفِي الأُسْبُوعِ الأَخِيرِ سَأُرَاجِعُ الكَلِمَاتِ فَقَطْ.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timetable, then past papers; in the last week I’ll revise vocabulary only.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6984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كَيْفَ تَسْتَعِدُّ لِلِامْتِحَانَاتِ؟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بَيْتِنَا نَأْكُلُ مَعًا مُتَأَخِّرِينَ، بَيْنَمَا يَأْكُلُ جِيرَانِي مُبَكِّرًا؛ وَكِلْتَا الثَّقَافَتَيْنِ تُحِبُّ العَائِلَةَ.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eat late together; my neighbours early — both cultures love family.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6984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قَارِنْ بَيْنَ ثَقَافَتَيْنِ تَعْرِفُهُمَا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 (E)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same pattern works for every topic: answer + reason + another time frame.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أَنَّهُ رَخِيصٌ وَسَرِيعٌ، غَيْرَ أَنَّهُ يُضْعِفُ صِحَّةَ الأَطْفَالِ، وَيَحْرِمُ العَائِلَاتِ مِنْ وَجْبَةٍ مُشْتَرَكَةٍ.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cheap and quick, but weakens children’s health and robs families of a shared meal.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هَلِ الطَّعَامُ السَّرِيعُ مُشْكِلَةٌ اجْتِمَاعِيَّةٌ؟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نَبْقَى عَلَى اتِّصَالٍ دَائِمٍ، وَمِنْ نَاحِيَةٍ أُخْرَى، قَلَّتِ اللِّقَاءَاتُ الحَقِيقِيَّةُ الَّتِي تَبْنِي الثِّقَةَ.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stay constantly in touch, yet real meetings that build trust have become fewer.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69848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هَلْ تَتَغَيَّرُ الصَّدَاقَةُ مَعَ التِّكْنُولُوجْيَا؟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(B · C)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أَهَمَّهَا القُدْرَةُ عَلَى التَّعَلُّمِ، لِأَنَّ الوَظَائِفَ تَتَغَيَّرُ بِسُرْعَةٍ، مِمَّا يَجْعَلُ مَا نَعْرِفُهُ اليَوْمَ قَدِيمًا غَدًا.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ability to learn — jobs change fast, making today’s knowledge outdated tomorrow.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69848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أَهَمُّ مَهَارَةٍ لِلْمُسْتَقْبَلِ؟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one structure from each topic, all at top-band level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أَجْدَادِي يَعِيشُونَ فِي قَرْيَةٍ وَاحِدَةٍ، أَمَّا جِيلُنَا فَيَعِيشُ بَيْنَ لُغَاتٍ وَثَقَافَاتٍ، مِمَّا يَمْنَحُنَا فُرَصًا أَكْثَرَ وَتَحَدِّيَاتٍ جَدِيدَةً.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lived in one village; we live between languages and cultures — more chances and new challenges.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كَيْفَ يَخْتَلِفُ جِيلُكَ عَنْ جِيلِ أَجْدَادِكَ؟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(E)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اسْتَطَعْتُ، لَأَضَفْتُ حِصَّةً أُسْبُوعِيَّةً لِلطَّبْخِ الصِّحِّيِّ، لِكَيْ يَتَعَلَّمَ الطُّلَّابُ مَهَارَةً يَحْتَاجُونَهَا طُولَ حَيَاتِهِمْ.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weekly healthy-cooking lesson, so students learn a lifelong skill.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اسْتَطَعْتَ أَنْ تُغَيِّرَ شَيْئًا فِي مَدْرَسَتِكَ، فَمَاذَا تُغَيِّرُ؟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one structure from each topic, all at top-band level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completed every role-play task, including the unexpected one.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my preparation minute to plan the first words of each task.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developed answers on at least three different topics.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repair phrase instead of silence when I got stuck.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 and law … la- in the conversation.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FR-L05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FR-L05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FR-L05 · Speaking Workshop — Mixed Mock Exam 1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2026-10-11T18:45:19Z</dcterms:created>
  <dcterms:modified xsi:type="dcterms:W3CDTF">2026-10-11T18:45:19Z</dcterms:modified>
</cp:coreProperties>
</file>