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2 (Final Revision — People, Home and Free Time, FR-L02), using that lesson’s language (Topic B revision: adjective agreement (m. / f. / non-human pl.), colours (aḥmar / ḥamrāʾ), possessives, prepositions of place, the past for holidays and experiences, invitations (hal turīdīna an …?), comparatives).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 revision map of Topic B. EXAM TIP: agreement errors are the most common slip — check every adjective: a girl is طَوِيلَةٌ; a red bag is حَقِيبَةٌ حَمْرَاءُ; rooms are غُرَفٌ وَاسِعَةٌ (non-human plural → feminine singular).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lift a description with a comparison (أَكْبَرُ مِنْ), a past experience (قَضَيْتُ … وَكَانَ …) and an opinion with a reason. EXAM TIP: when the card says ASK, start with a question word: مَتَى · أَيْنَ · كَمْ · هَلْ.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clothes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to a boy: أُسَاعِدُكَ · تُفَضِّلُ · مَقَاسُكَ · تَشْتَرِيهَا).
Core: colour agreement with a feminine noun (sutratan zarqāʾa), maqāsī, kam thamanuhā? (-hā because sutra is f.), sa- + li-annī. EXAM TIP: listen for the gender in the examiner’s question and keep it in your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to a boy: تُرِيدُ · الْبَسْ · تَسْتَطِيعُ أَنْ تُحْضِرَ أَخَاكَ · فَعَلْتَ).
Core+: hal turīdīna an + subjunctive (L09), time and place, sa- + thumma, an imperative + the CANDIDATE asks (hal tastaṭīʿīna an …?), a past experience (L09). EXAM TIP: two questions in one task? Answer both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video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to a boy: عَائِلَتِكَ · أَعَزُّ أَصْدِقَائِكَ · صِفْ · غُرْفَتَكَ · تَفْعَلُ · قَضَيْتَ).
Develop: agreement in the dual and singular (L02–L03), ammā … fa- + lākinnahu, aʿazzu ṣadīqātī + aṭwalu minnī (L03), a room with prepositions and colours (L04–L06), frequency + li-anna (L08), a past holiday (L09).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school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to a boy: رَأْيِكَ · عِشْتَ · اسْتَطَعْتَ · تَقْضِيَ · صَدِيقِكَ · تَفْعَلَانِ).
Stretch: a balanced thesis, alladhī + wa-law, a past narrative with a dual verb (zāratānī), a concession with comparatives (ashal / adfaʾ) + aqtariḥu an, law … la- ×3 incl. la-mā (negative). EXAM TIP: one strong concession is worth more than three opinions.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or future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People, Home and Free Time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النَّاسُ وَالبَيْتُ وَوَقْتُ الفَرَاغِ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Final-revision Paper 3 practice on Topic B in breakout rooms: describing people, family and friends, your home and room, clothes and shopping, hobbies, invitations and holidays. Exam skills: agreement is a quick win (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 / طَوِيلَةٌ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 وَاسِعَةٌ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ask questions when the card says ASK, and use the past for holidays and experiences.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TOPIC B IN TWELVE STRUCTURES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People, home and free time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الثَّانِي فِي اثْنَتَيْ عَشْرَةَ بِنْيَةً</a:t>
            </a:r>
            <a:endParaRPr lang="ar-SA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عُمْرِي … سَنَةً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… years old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ʿum-rī … sa-na-tan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born in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وُلِدْتُ فِي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birthday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 مِيلَادِي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L02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أَخٌ · أُخْتٌ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brother · a sister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a-khun · ukh-tun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sisters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أَخَوَاتٌ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brothers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إِخْوَةٌ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 · طَوِيلَةٌ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tall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ṭa-wī-lun · ṭa-wī-la-tun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funny (m. · f.)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مَرِحٌ · مَرِحَةٌ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kind (m. · f.)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 · لَطِيفَةٌ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وَاسِعَةٌ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room is spacious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ghur-fa-tī wā-si-ʿa-tun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garden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حَدِيقَةٌ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rooms (non-hum. pl. → f.)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 وَاسِعَةٌ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 · فَوْقَ · تَحْتَ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to · above · under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bi-jā-ni-bi · faw-qa · taḥ-ta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behind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front of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أَمَامَ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 · حَمْرَاءُ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aḥ-ma-ru · ḥam-rā-ʾu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white (m. · f.)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أَبْيَضُ · بَيْضَاءُ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blue (m. · 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أَزْرَقُ · زَرْقَاءُ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Describe, compare, narrate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size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ma-qā-sun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may I try it on?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أَسْتَطِيعُ أَنْ أُجَرِّبَهُ؟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too big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كَبِيرٌ جِدًّا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L08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hobby is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hi-wā-ya-tī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my free time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وَقْتِ فَرَاغِي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play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L09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تُرِيدِينَ أَنْ …؟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would you like to …? (f.)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hal tu-rī-dī-na an …?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sorry, I can’t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آسِفَةٌ، لَا أَسْتَطِيعُ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pleasure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 · L09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العُطْلَةَ فِي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spent the holiday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qa-ḍay-tu al-ʿuṭ-la-ta fī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was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/ كَانَتْ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stayed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أَقَمْنَا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 · أَجْمَلُ مِنْ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bigger than · prettier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ak-ba-ru min · aj-ma-lu min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same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نَفْسُ … / … نَفْسُهُ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best friend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أَعَزُّ صَدِيقَاتِي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(result)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بَيْتٌ كَبِيرٌ لَدَعَوْتُ</a:t>
            </a:r>
            <a:endParaRPr lang="ar-SA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CLOTHES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jacket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مَحَلِّ المَلَابِسِ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59368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(f.)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colour (agreement).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تُفَضِّلِينَ؟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size.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تَفَضَّلِي، هٰذِهِ جَمِيلَةٌ.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سَأُسَافِرُ إِلَى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أَرْبَعُونَ جُنَيْهًا. لِأَيِّ مُنَاسَبَةٍ تَشْتَرِينَهَا؟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birthday invitation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دَعْوَةٌ إِلَى عِيدِ مِيلَادٍ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تُرِيدِينَ أَنْ تَأْتِيَ إِلَى … يَوْمَ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Invite your friend (day and place).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أَلُو، مَرْحَبًا!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…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time and place.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فِي أَيِّ سَاعَةٍ؟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سَنَأْكُلُ … ثُمَّ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plans.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سَنَفْعَلُ؟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الْبَسِي … ؛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Answer, then ASK a question.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مَاذَا أَلْبَسُ؟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… وَكَانَ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مَاذَا فَعَلْتِ فِي عِيدِ مِيلَادِكِ المَاضِي؟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having a party  ·  The examiner is: your friend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VIDEO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family, friends and home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عَائِلَتِي وَأَصْدِقَائِي وَبَيْتِي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؛ أُخْتِي … أَمَّا أَخِي فَمَرِحٌ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family members (agreement).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حَدِّثِينِي عَنْ عَائِلَتِكِ.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أَعَزُّ صَدِيقَاتِي … ؛ هِيَ أَطْوَلُ مِنِّي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friend with a comparison.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أَعَزُّ صَدِيقَاتِكِ؟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… ؛ فِيهَا … بِجَانِبِ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room with prepositions.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صِفِي لِي غُرْفَتَكِ.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أَرْسُمُ … مَرَّتَيْنِ فِي الأُسْبُوعِ،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Hobbies with frequency and reason.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فِي وَقْتِ فَرَاغِكِ؟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قَضَيْتُهَا فِي … ؛ أَقَمْنَا … وَ…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narrative).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قَضَيْتِ العُطْلَةَ الصَّيْفِيَّةَ؟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e-pal in Jordan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SCHOOL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Real friends in a digital age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الصَّدَاقَةُ فِي عَصْرِ الشَّاشَاتِ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تَكْفِي صَدَاقَاتُ الإِنْتَرْنِتِ؟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الصَّدِيقُ الحَقِيقِيُّ هُوَ الَّذِي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Define with relative clauses.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الصَّدِيقِ الحَقِيقِيِّ فِي رَأْيِكِ؟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كَانَ … فَعَرَفْتُ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past experience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عِشْتِ تَجْرِبَةً تُثْبِتُ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؛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propose.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الشَّبَابَ يُفَضِّلُونَ الهَاتِفَ عَلَى اللِّقَاءِ.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لَذَهَبْنَا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اسْتَطَعْتِ أَنْ تَقْضِيَ يَوْمًا كَامِلًا مَعَ صَدِيقَتِكِ، مَاذَا تَفْعَلَانِ؟</a:t>
            </a:r>
            <a:endParaRPr lang="ar-SA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person or a room with correct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comparison and the past for a holiday or experience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سُتْرَةً لِلشِّتَاءِ، مِنْ فَضْلِكِ.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a winter jacket,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سُتْرَةً زَرْقَاءَ.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a blue jacket.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لَوْنٍ تُفَضِّلِينَ؟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مَقَاسِي مُتَوَسِّطٌ.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Medium.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مَقَاسُكِ؟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ثَمَنُهَا؟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it?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تَفَضَّلِي، هٰذِهِ جَمِيلَةٌ.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سَأُسَافِرُ إِلَى اسْكُتْلَنْدَا فِي العُطْلَةِ.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I’m travelling to Scotland in the holiday.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أَرْبَعُونَ جُنَيْهًا. لِأَيِّ مُنَاسَبَةٍ تَشْتَرِينَهَا؟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هَلْ تُرِيدِينَ أَنْ تَأْتِيَ إِلَى حَفْلَةِ عِيدِ مِيلَادِي يَوْمَ السَّبْتِ؟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Hi! Would you like to come to my birthday party on Saturday?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أَلُو، مَرْحَبًا!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الرَّابِعَةِ، فِي حَدِيقَةِ بَيْتِنَا.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four, in our garden.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فِي أَيِّ سَاعَةٍ؟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سَنَأْكُلُ البِيتْزَا وَالكَعْكَةَ، ثُمَّ سَنَلْعَبُ أَلْعَابًا فِي الحَدِيقَةِ.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eat pizza and cake, then play games in the garden.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سَنَفْعَلُ؟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الْبَسِي مَلَابِسَ مُرِيحَةً. وَهَلْ تَسْتَطِيعِينَ أَنْ تُحْضِرِي أُخْتَكِ أَيْضًا؟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Wear comfy clothes. And can you bring your sister too?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مَاذَا أَلْبَسُ؟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مَعَ أُسْرَتِي إِلَى مَطْعَمٍ تُرْكِيٍّ، وَكَانَ الطَّعَامُ لَذِيذًا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a Turkish restaurant with my family — the food was delicious.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مَاذَا فَعَلْتِ فِي عِيدِ مِيلَادِكِ المَاضِي؟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أُخْتٌ وَأَخَوَانِ؛ أُخْتِي طَوِيلَةٌ وَهَادِئَةٌ، أَمَّا أَخِي الصَّغِيرُ فَمَرِحٌ لٰكِنَّهُ مُزْعِجٌ أَحْيَانًا!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sister and two brothers: my sister is tall and quiet; my little brother is funny but sometimes annoying!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حَدِّثِينِي عَنْ عَائِلَتِكِ.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أَعَزُّ صَدِيقَاتِي اسْمُهَا جُودِي؛ هِيَ أَطْوَلُ مِنِّي، وَشَعْرُهَا أَسْوَدُ، وَهِيَ صَادِقَةٌ وَتَسْمَعُنِي دَائِمًا.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best friend is Judy: taller than me, black hair, honest and always listens.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وَمَنْ أَعَزُّ صَدِيقَاتِكِ؟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صَغِيرَةٌ لٰكِنَّهَا مُرَتَّبَةٌ؛ فِيهَا سَرِيرٌ أَبْيَضُ بِجَانِبِ النَّافِذَةِ، وَمَكْتَبٌ تَحْتَ رُفُوفِ الكُتُبِ.</a:t>
            </a:r>
            <a:endParaRPr lang="ar-SA" sz="17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Small but tidy: a white bed by the window and a desk under the bookshelves.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صِفِي لِي غُرْفَتَكِ.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أَرْسُمُ كُلَّ يَوْمٍ تَقْرِيبًا، وَأَلْعَبُ كُرَةَ الشَّبَكَةِ مَرَّتَيْنِ فِي الأُسْبُوعِ، لِأَنَّهَا تُعَلِّمُنِي العَمَلَ الجَمَاعِيَّ.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draw almost daily and play netball twice a week — it teaches teamwork.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تَفْعَلِينَ فِي وَقْتِ فَرَاغِكِ؟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قَضَيْتُهَا فِي إِسْبَانْيَا؛ أَقَمْنَا فِي شَقَّةٍ قُرْبَ البَحْرِ، وَسَبَحْنَا كُلَّ يَوْمٍ، وَزُرْنَا قَصْرَ الحَمْرَاءِ.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Spain: a flat near the sea, swimming every day, and a visit to the Alhambra.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قَضَيْتِ العُطْلَةَ الصَّيْفِيَّةَ؟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تَجْمَعُنَا بِأَصْدِقَاءَ يُشَارِكُونَنَا هِوَايَاتِنَا فِي بُلْدَانٍ بَعِيدَةٍ، وَمِنْ نَاحِيَةٍ أُخْرَى، لَا تُعَوِّضُ عَنْ صَدِيقٍ يَجْلِسُ بِجَانِبِكَ حِينَ تَحْزَنُ.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connect us with friends who share hobbies far away, but can’t replace a friend sitting beside you when you’re sad.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تَكْفِي صَدَاقَاتُ الإِنْتَرْنِتِ؟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الصَّدِيقُ الحَقِيقِيُّ هُوَ الَّذِي يَقُولُ لَكَ الحَقِيقَةَ وَلَوْ كَانَتْ صَعْبَةً، وَيَفْرَحُ لِنَجَاحِكَ دُونَ غَيْرَةٍ.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who tells you the truth even when it’s hard, and is glad at your success without jealousy.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 الصَّدِيقِ الحَقِيقِيِّ فِي رَأْيِكِ؟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كَسَرْتُ رِجْلِي فِي الصَّيْفِ، كَانَ لِي مِئَاتُ المُتَابِعِينَ، غَيْرَ أَنَّ صَدِيقَتَيْنِ فَقَطْ زَارَتَانِي كُلَّ يَوْمٍ، فَعَرَفْتُ الفَرْقَ.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broke my leg I had hundreds of followers, but only two friends visited daily — I learnt the difference.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عِشْتِ تَجْرِبَةً تُثْبِتُ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الهَاتِفَ أَسْهَلُ، غَيْرَ أَنَّ اللِّقَاءَ أَدْفَأُ؛ لِذٰلِكَ أَقْتَرِحُ أَنْ نَتْرُكَ الهَوَاتِفَ فِي سَلَّةٍ عِنْدَمَا نَجْتَمِعُ.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phone is easier, but meeting is warmer — so let’s leave phones in a basket when we get together.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الشَّبَابَ يُفَضِّلُونَ الهَاتِفَ عَلَى اللِّقَاءِ.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لَذَهَبْنَا إِلَى الشَّاطِئِ صَبَاحًا، وَلَطَبَخْنَا مَعًا فِي المَسَاءِ، وَلَمَا فَتَحْنَا الهَاتِفَ مَرَّةً وَاحِدَةً!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We’d go to the beach in the morning, cook together in the evening, and not open our phones once!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اسْتَطَعْتِ أَنْ تَقْضِيَ يَوْمًا كَامِلًا مَعَ صَدِيقَتِكِ، مَاذَا تَفْعَلَانِ؟</a:t>
            </a:r>
            <a:endParaRPr lang="ar-SA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friendship, a definition, a narrated turning point, a proposal and law … la- — all of Topic B’s people and free-time language.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وَعَائِلَتِي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people are in your family?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 … وَفِيهِ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home.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لَوْنِي المُفَضَّلُ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colour?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لَوْنُكَ المُفَضَّلُ؟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hobby?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check every adjective agrees.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حَيَاتِي وَوَقْتُ فَرَاغِي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شَخْصٌ … ؛ هُوَ / هِيَ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important person in your life.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مُهِمًّا فِي حَيَاتِكَ.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المُفَضَّلَةُ … لِأَنَّ … ؛ فِيهَا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room at home?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الغُرْفَةُ المُفَضَّلَةُ فِي بَيْتِكَ؟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… لَوْنُهُ … وَكَانَ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buy last time you went shopping?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اشْتَرَيْتَ آخِرَ مَرَّةٍ ذَهَبْتَ إِلَى السُّوقِ؟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فَأَتَعَلَّمُ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your hobbies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هِوَايَاتُكَ؟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سَأَقْضِيهَا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you spend the next holiday?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سَتَقْضِي العُطْلَةَ القَادِمَةَ؟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description with agreement, a comparison or reason,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العَلَاقَاتُ وَالبَيْتُ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family more important than friends?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الأُسْرَةُ أَهَمُّ مِنَ الأَصْدِقَاءِ؟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… ؛ مَعَ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appearance affect how people see us?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المَظْهَرُ عَلَى نَظْرَةِ النَّاسِ إِلَيْنَا؟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screens waste our free time?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تُضِيعُ الشَّاشَاتُ وَقْتَ الفَرَاغِ؟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البُيُوتُ … أَمَّا اليَوْمَ فَالشُّقَقُ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homes changed since your grandparents’ 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البُيُوتُ مُنْذُ أَيَّامِ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your dream home,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بَيْتَ أَحْلَامِكَ،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maʿa anna, a balanced view, kāna … ammā al-yawma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قَصِيرٌ وَنَشِيطٌ.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short and active.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خَمْسَةُ أَشْخَاصٍ.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Five people.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 كَبِيرٌ، وَفِيهِ ثَلَاثُ غُرَفِ نَوْمٍ.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Big, with three bedrooms.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بَيْتَكَ.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لَوْنِيَ المُفَضَّلُ الأَخْضَرُ.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لَوْنُكَ المُفَضَّلُ؟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السِّبَاحَةُ.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Swimming.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correct agreement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شَخْصٌ مُهِمٌّ جِدًّا؛ هِيَ قَصِيرَةٌ وَشَعْرُهَا أَبْيَضُ، وَهِيَ أَطْيَبُ إِنْسَانَةٍ أَعْرِفُهَا.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grandmother: short, white-haired, the kindest person I know.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مُهِمًّا فِي حَيَاتِكَ.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غُرْفَتِيَ المُفَضَّلَةُ المَطْبَخُ، لِأَنَّ العَائِلَةَ تَجْتَمِعُ فِيهِ؛ فِيهِ طَاوِلَةٌ خَشَبِيَّةٌ كَبِيرَةٌ.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kitchen — the family gathers there around a big wooden table.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الغُرْفَةُ المُفَضَّلَةُ فِي بَيْتِكَ؟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اشْتَرَيْتُ حِذَاءً رِيَاضِيًّا لَوْنُهُ أَبْيَضُ، وَكَانَ أَرْخَصَ مِمَّا تَوَقَّعْتُ.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White trainers — cheaper than I expected.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اشْتَرَيْتَ آخِرَ مَرَّةٍ ذَهَبْتَ إِلَى السُّوقِ؟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بِالدُّمَى، أَمَّا الآنَ فَأَتَعَلَّمُ العَزْفَ عَلَى العُودِ.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played with toys; now I’m learning the oud.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هِوَايَاتُكَ؟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سَأَقْضِيهَا فِي تُرْكِيَا مَعَ عَائِلَتِي، لِأَنَّنَا نُرِيدُ أَنْ نَزُورَ إِسْطَنْبُولَ.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Turkey with family — we want to visit Istanbul.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سَتَقْضِي العُطْلَةَ القَادِمَةَ؟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Agreement + comparison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الأُسْرَةَ تَبْقَى دَائِمًا، غَيْرَ أَنَّ الأَصْدِقَاءَ هُمُ الَّذِينَ نَخْتَارُهُمْ بِأَنْفُسِنَا؛ لِذٰلِكَ نَحْتَاجُ إِلَى الاثْنَيْنِ.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Family is always there, but friends are the ones we choose — so we need both.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الأُسْرَةُ أَهَمُّ مِنَ الأَصْدِقَاءِ؟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نَعَمْ، فَالنَّاسُ يَحْكُمُونَ مِنَ النَّظْرَةِ الأُولَى، مَعَ أَنَّ الشَّخْصِيَّةَ أَهَمُّ بِكَثِيرٍ مِنَ المَلَابِسِ.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Sadly yes — people judge at first sight, although personality matters far more than clothes.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المَظْهَرُ عَلَى نَظْرَةِ النَّاسِ إِلَيْنَا؟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نَتَعَلَّمُ مِنْهَا هِوَايَاتٍ جَدِيدَةً، وَمِنْ نَاحِيَةٍ أُخْرَى، تَسْرِقُ سَاعَاتٍ كُنَّا نَقْضِيهَا فِي الرِّيَاضَةِ وَالقِرَاءَةِ.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learn new hobbies from them, yet they steal hours we used to spend on sport and reading.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تُضِيعُ الشَّاشَاتُ وَقْتَ الفَرَاغِ؟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alladhīna, maʿa anna, comparatives and law … la- with non-human plural agreement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البُيُوتُ أَكْبَرَ، وَتَسْكُنُ فِيهَا العَائِلَةُ كُلُّهَا، أَمَّا اليَوْمَ فَالشُّقَقُ أَصْغَرُ، وَلِكُلِّ شَخْصٍ غُرْفَتُهُ وَشَاشَتُهُ.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Homes were bigger and housed the whole family; today flats are smaller and each person has their own room and screen.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البُيُوتُ مُنْذُ أَيَّامِ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لَجَعَلْتُهُ قُرْبَ البَحْرِ، بِغُرَفٍ وَاسِعَةٍ وَنَوَافِذَ كَبِيرَةٍ، وَبِحَدِيقَةٍ يَجْتَمِعُ فِيهَا كُلُّ أَصْدِقَائِي.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Near the sea, with spacious rooms, big windows and a garden where all my friends gather.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بَيْتَ أَحْلَامِكَ،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alladhīna, maʿa anna, comparatives and law … la- with non-human plural agreement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 adjective agreed (m. / f. / non-human plural).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comparison (aṭwal min, akbar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narrated a holiday or experience in the past.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FR-L02 · Speaking Workshop — People, Home and Free Time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2026-10-11T18:32:42Z</dcterms:created>
  <dcterms:modified xsi:type="dcterms:W3CDTF">2026-10-11T18:32:42Z</dcterms:modified>
</cp:coreProperties>
</file>