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the Final Revision series (Topics A–E), Lesson 1 (Final Revision — Daily Life, Food and Health, FR-L01).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6: lā tūjadu is a full, correct answer. Box 8: akthar nashāṭan (akthar + accusative).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مَتَى (when → a time) · كَيْفَ (how → by bus / on foot) · غَيَّرْتَ (you changed — PAST) · لِمَاذَا (why → لِأَنَّ) · خِطَطُكَ (plans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(72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(84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(114 words). Core model: all of Topic A in four paragraphs — times and routine (L01), food preferences (L04), frequency (L03), exercise (L06), illness and the pharmacy in the past (L07–L08), past habits vs now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an anecdote hook with reported speech, lam akun … ḥattā, kuntu + three present verbs vs ammā al-yawma fa-, badalan min an + a passive-like yūṣilanī, lam yakun … sahlan, three past results, laysat … bal and law … la-.
ENGLISH SUMMARY (read aloud or paste in the chat for Core students): I hardly thought about my health until the day I fell asleep in maths! The teacher kindly asked when I’d slept — I was ashamed: 2 a.m., after hours of videos → back then I stayed up on my phone, skipped breakfast and bought fast food on the way home; today I sleep at ten, wake up energetic and walk to school instead of being driven, and eat fruit at break → the change wasn’t easy: in week one I was bored without my phone and missed chips and fizzy drinks; but results came fast: better focus, higher marks, fewer monthly colds → health isn’t harsh exercise or a hard diet but small daily habits until they become part of us; “if I could turn back time, I’d have started these habits years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for the Stretch title: a paradox hook with reported speech, two comparatives (aqall ḥarakatan, akthar taʿaban), a balanced view with mimmā yuʾaddī ilā, lā … illā + baynamā, lā aẓunnu … bal, a relative clause with fīhā and idhā … fa-sa-.
ENGLISH SUMMARY (read aloud or paste in the chat for Core students): Most teens carry a phone that counts their steps and sleep, yet doctors say they move less and are more tired than their parents — are young people really less healthy? → many of us spend hours on screens and eat cheap, easy fast food, leading to obesity, poor sleep and weak concentration; yet our generation knows more about nutrition and mental health than any before, and many love sport and plant-based food and meditation → I see both in my class: some move only between bed and computer, while others founded a running club that meets every morning before lessons and now has thirty members → the problem is not the generation but its environment and the habits it learns; “if schools provided healthy meals and time for sport, young people would choose the healthier path without anyone forcing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FINAL REVISION · EXAM PRACTICE  ·  FR-L01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FR-L01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Daily Life, Food and Health</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الحَيَاةُ اليَوْمِيَّةُ وَالطَّعَامُ وَالصِّحَّةُ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Final-revision Paper 4 practice on Topic A: fill in a sports-centre membership form, write an email about your daily routine and healthy habits, and write an extended piece about your healthy life or about whether young people are less healthy than previous generations. Exam skills: tick off every bullet, count roughly, and check verb endings at the end.</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FR-L01 · Final Revision · Advanced Topics A–E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Topics A–E · exam ready</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Final Revision › FR-L01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my routine and healthy habits.</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EXAM CHECK (2 min): every bullet answered? greeting and closing? Then check Topic A accuracy — times (fī as-sādisati wa-n-niṣf), frequency (lā … abadan needs a negative verb), yuʾlimunī + body part, mundhu + time, and kuntu + present for past habits.</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آكُلُ الفَوَاكِهَ دَائِمًا، وَلَا أَشْرَبُ المَشْرُوبَاتِ الغَازِيَّةَ أَبَدًا</a:t>
            </a:r>
            <a:endParaRPr lang="ar-SA" sz="1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always eat fruit, and never drink fizzy drinks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cs typeface="Amiri" pitchFamily="2" charset="-78"/>
              </a:rPr>
              <a:t>كُنْتُ أَنَامُ مُتَأَخِّرًا، أَمَّا الآنَ فَأَنَامُ فِي العَاشِرَةِ</a:t>
            </a:r>
            <a:endParaRPr lang="ar-SA" sz="215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used to sleep late; now I sleep at ten</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يُؤْلِمُنِي حَلْقِي مُنْذُ يَوْمَيْنِ</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throat has hurt for two days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Sports-centre membership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450" b="1" dirty="0">
                <a:solidFill>
                  <a:srgbClr val="8A6D1E"/>
                </a:solidFill>
                <a:latin typeface="Amiri" pitchFamily="2" charset="-78"/>
                <a:cs typeface="Amiri" pitchFamily="2" charset="-78"/>
              </a:rPr>
              <a:t>اسْتِمَارَةُ الاشْتِرَاكِ فِي النَّادِي الرِّيَاضِيِّ</a:t>
            </a:r>
            <a:endParaRPr lang="ar-SA" sz="24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Favourite sport</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الرِّيَاضَةُ المُفَضَّلَةُ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Suitable days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الأَيَّامُ المُنَاسِبَةُ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Suitable time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الوَقْتُ المُنَاسِبُ</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health problem (if any)</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مُشْكِلَةٌ صِحِّيَّةٌ (إِنْ وُجِدَتْ)</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meal before sport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وَجْبَتُكَ قَبْلَ الرِّيَاضَةِ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to join</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لِمَاذَا تُرِيدُ الاشْتِرَاكَ؟</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One word or a short phrase for each box — box 5 is a time; the last box is a full sentence with a reason. EXAM TIP: never leave a box empty — a short answer scores, a blank does not.</a:t>
            </a:r>
            <a:endParaRPr lang="en-US" sz="110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Sports-centre membership form: model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Zakariya Hussain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زَكَرِيَّا حُسَيْنٌ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sixteen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سِتَّ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basketball</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كُرَةُ السَّلَّةِ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الرِّيَاضَةُ المُفَضَّلَةُ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Tuesday and Saturday</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الثُّلَاثَاءُ وَالسَّبْتُ</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الأَيَّامُ المُنَاسِبَةُ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p.m.</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السَّاعَةُ الخَامِسَةُ مَسَاءً</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الوَقْتُ المُنَاسِبُ</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none</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تُوجَدُ</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مُشْكِلَةٌ صِحِّيَّةٌ (إِنْ وُجِدَتْ)</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banana and water</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مَوْزٌ وَمَاءٌ</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وَجْبَتُكَ قَبْلَ الرِّيَاضَةِ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want to be more active, because I sit a lot at the computer.</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أُرِيدُ أَنْ أَكُونَ أَكْثَرَ نَشَاطًا، لِأَنِّي أَجْلِسُ كَثِيرًا أَمَامَ الحَاسُوبِ.</a:t>
            </a:r>
            <a:endParaRPr lang="ar-SA" sz="15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لِمَاذَا تُرِيدُ الاشْتِرَاكَ؟</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new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رُوتِينِي الجَدِيدُ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an email in Arabic to a friend of about 80–90 words. You must include: • your morning routine (times) • how you get to school and what you eat during the day • a change you have made and why • your opinion and your plans for the holidays, and a question for your friend.</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Times and two frequency words.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(or kuntu),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أَسْتَيْقِظُ فِي … ثُمَّ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wake up at … then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أَذْهَبُ إِلَى المَدْرَسَةِ … وَتَسْتَغْرِقُ الرِّحْلَةُ …</a:t>
            </a:r>
            <a:endParaRPr lang="ar-SA" sz="17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go to school … and the journey takes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كُنْتُ … أَمَّا الآنَ فَأَنَامُ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used to … now I sleep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الصَّيْفِ سَأَلْعَبُ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summer I will play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your daily routine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اكْتُبْ رِسَالَةً إِلَى صَدِيقِكَ عَنْ رُوتِينِكَ اليَوْمِيِّ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wake up; your morning</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مَتَى تَسْتَيْقِظُ؟ وَمَاذَا تَفْعَلُ فِي الصَّبَاحِ؟</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get to school; what you eat</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كَيْفَ تَذْهَبُ إِلَى المَدْرَسَةِ؟ وَمَاذَا تَأْكُلُ؟</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changed, and why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غَيَّرْتَ فِي رُوتِينِكَ؟ وَلِمَاذَا؟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holiday plans;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رَأْيُكَ؟ وَمَا خِطَطُكَ لِلْعُطْلَةِ؟ وَاسْأَلْ صَدِيقَكَ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wake up at …, then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أَسْتَيْقِظُ فِي ______ ، ثُمَّ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go to school … I always eat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أَذْهَبُ إِلَى المَدْرَسَةِ ______ . آكُلُ ______ دَائِمًا.</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used to …; now I sleep …, because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كُنْتُ ______ ، أَمَّا الآنَ فَأَنَامُ ______ ، لِأَنَّ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think … In summer I’ll play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أَظُنُّ أَنَّ ______ . فِي الصَّيْفِ سَأَلْعَبُ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Goodbye.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وَأَنْتَ، ______ ؟ مَعَ السَّلَامَةِ.</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50" dirty="0">
                <a:solidFill>
                  <a:srgbClr val="1F2A37"/>
                </a:solidFill>
                <a:latin typeface="Amiri" pitchFamily="2" charset="-78"/>
                <a:cs typeface="Amiri" pitchFamily="2" charset="-78"/>
              </a:rPr>
              <a:t>مَرْحَبًا يَا مُصْطَفَى،</a:t>
            </a:r>
            <a:endParaRPr lang="ar-SA" sz="1850" dirty="0"/>
          </a:p>
          <a:p>
            <a:pPr rtl="1" algn="r" indent="0" marL="0">
              <a:lnSpc>
                <a:spcPct val="120000"/>
              </a:lnSpc>
              <a:buNone/>
            </a:pPr>
            <a:r>
              <a:rPr lang="ar-SA" altLang="en-US" sz="1850" dirty="0">
                <a:solidFill>
                  <a:srgbClr val="1F2A37"/>
                </a:solidFill>
                <a:latin typeface="Amiri" pitchFamily="2" charset="-78"/>
                <a:cs typeface="Amiri" pitchFamily="2" charset="-78"/>
              </a:rPr>
              <a:t>كَيْفَ حَالُكَ؟ أُرِيدُ أَنْ أُخْبِرَكَ عَنْ يَوْمِي فِي المَدْرَسَةِ هٰذِهِ السَّنَةَ. أَسْتَيْقِظُ فِي السَّادِسَةِ وَالنِّصْفِ، ثُمَّ أُفْطِرُ البَيْضَ وَالخُبْزَ. أَذْهَبُ إِلَى المَدْرَسَةِ مَشْيًا عَلَى الأَقْدَامِ، وَتَسْتَغْرِقُ الرِّحْلَةُ رُبْعَ سَاعَةٍ. فِي الاسْتِرَاحَةِ آكُلُ الفَوَاكِهَ دَائِمًا، وَلَا أَشْرَبُ المَشْرُوبَاتِ الغَازِيَّةَ أَبَدًا. كُنْتُ أَنَامُ مُتَأَخِّرًا، أَمَّا الآنَ فَأَنَامُ فِي العَاشِرَةِ، لِأَنَّ الامْتِحَانَاتِ قَرِيبَةٌ. أَظُنُّ أَنَّ رُوتِينِي صِحِّيٌّ، وَأَنَا أَقَلُّ تَعَبًا. فِي الصَّيْفِ سَأَلْعَبُ التِّنِسَ كُلَّ يَوْمٍ. وَأَنْتَ، مَتَى تَنَامُ؟</a:t>
            </a:r>
            <a:endParaRPr lang="ar-SA" sz="1850" dirty="0"/>
          </a:p>
          <a:p>
            <a:pPr rtl="1" algn="r" indent="0" marL="0">
              <a:lnSpc>
                <a:spcPct val="120000"/>
              </a:lnSpc>
              <a:buNone/>
            </a:pPr>
            <a:r>
              <a:rPr lang="ar-SA" altLang="en-US" sz="1850" dirty="0">
                <a:solidFill>
                  <a:srgbClr val="1F2A37"/>
                </a:solidFill>
                <a:latin typeface="Amiri" pitchFamily="2" charset="-78"/>
                <a:cs typeface="Amiri" pitchFamily="2" charset="-78"/>
              </a:rPr>
              <a:t>مَعَ السَّلَامَةِ،</a:t>
            </a:r>
            <a:endParaRPr lang="ar-SA" sz="1850" dirty="0"/>
          </a:p>
          <a:p>
            <a:pPr rtl="1" algn="r" indent="0" marL="0">
              <a:lnSpc>
                <a:spcPct val="120000"/>
              </a:lnSpc>
              <a:buNone/>
            </a:pPr>
            <a:r>
              <a:rPr lang="ar-SA" altLang="en-US" sz="1850" dirty="0">
                <a:solidFill>
                  <a:srgbClr val="1F2A37"/>
                </a:solidFill>
                <a:latin typeface="Amiri" pitchFamily="2" charset="-78"/>
                <a:cs typeface="Amiri" pitchFamily="2" charset="-78"/>
              </a:rPr>
              <a:t>زَكَرِيَّا</a:t>
            </a:r>
            <a:endParaRPr lang="ar-SA" sz="18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Mustafa, how are you? I want to tell you about my school day this year. I wake up at 6.30, then have eggs and bread for breakfast. I walk to school, and the journey takes a quarter of an hour. At break I always eat fruit, and I never drink fizzy drinks. I used to sleep late; now I sleep at ten, because exams are near. I think my routine is healthy, and I’m less tired. In the summer I’ll play tennis every day. And you, when do you go to sleep? Goodbye, Zakariya.”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فِي السَّادِسَةِ وَالنِّصْفِ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دَائِمًا … أَبَدًا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كُنْتُ أَنَامُ … أَمَّا الآنَ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سَأَلْعَبُ التِّنِسَ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عَزِيزِي مُصْطَفَى،</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قَرَّرْتُ هٰذِهِ السَّنَةَ أَنْ أُغَيِّرَ رُوتِينِي اسْتِعْدَادًا لِلِامْتِحَانَاتِ، وَأُرِيدُ أَنْ أُخْبِرَكَ بِالنَّتِيجَةِ. صِرْتُ أَسْتَيْقِظُ فِي السَّادِسَةِ وَالنِّصْفِ، فَأُصَلِّي وَأُفْطِرُ فُطُورًا حَقِيقِيًّا بَدَلًا مِنْ قِطْعَةِ بَسْكَوِيتٍ أَمَامَ الشَّاشَةِ. ثُمَّ أَمْشِي إِلَى المَدْرَسَةِ رُبْعَ سَاعَةٍ، مِمَّا يُنْعِشُنِي قَبْلَ الحِصَّةِ الأُولَى. وَفِي الاسْتِرَاحَةِ آكُلُ الفَوَاكِهَ دَائِمًا، أَمَّا المَشْرُوبَاتُ الغَازِيَّةُ فَقَدْ تَوَقَّفْتُ عَنْهَا تَمَامًا. صَحِيحٌ أَنَّنِي أَشْتَاقُ إِلَى السَّهَرِ أَحْيَانًا، غَيْرَ أَنَّ تَرْكِيزِي فِي الدُّرُوسِ تَحَسَّنَ كَثِيرًا، وَصِرْتُ أَقَلَّ تَعَبًا. وَإِذَا اسْتَمْرَرْتُ هٰكَذَا، فَسَأَدْخُلُ الامْتِحَانَاتِ بِثِقَةٍ. أَخْبِرْنِي: كَيْفَ تُنَظِّمُ يَوْمَكَ أَنْتَ قَبْلَ الامْتِحَانَاتِ؟</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زَكَرِيَّا</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Mustafa, this year I decided to change my routine to prepare for the exams, and I want to tell you the result. I now wake at 6.30, pray and eat a proper breakfast instead of a biscuit in front of the screen. Then I walk to school for a quarter of an hour, which refreshes me before first lesson. At break I always eat fruit; as for fizzy drinks, I’ve stopped them completely. I sometimes miss staying up late, but my concentration in lessons has improved a lot, and I’m less tired. If I keep this up, I’ll go into the exams with confidence. Tell me: how do you organise your day before exams? Best wishes, Zakariya.”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صِرْتُ أَسْتَيْقِظُ</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بَدَلًا مِنْ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مِمَّا يُنْعِشُنِي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اسْتَمْرَرْتُ … فَسَأَدْخُلُ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healthy life: food, exercise and sleep</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حَيَاتِي الصِّحِّيَّةُ: الطَّعَامُ وَالرِّيَاضَةُ وَالنَّوْمُ</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daily routine · your food and meals · exercise and a time you were ill · how you have changed and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رُوتِينُكَ اليَوْمِيُّ · طَعَامُكَ وَوَجَبَاتُكَ · الرِّيَاضَةُ وَمَرَّةً كُنْتَ فِيهَا مَرِيضًا · كَيْفَ تَغَيَّرْتَ وَخُطَطُكَ</a:t>
            </a:r>
            <a:endParaRPr lang="ar-SA" sz="15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young people less healthy than previous generations?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هَلْ أَصْبَحَ الشَّبَابُ أَقَلَّ صِحَّةً مِنَ الأَجْيَالِ السَّابِقَةِ؟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negatives and positives · an example from your school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المَوْضُوعُ · السَّلْبِيَّاتُ وَالإِيجَابِيَّاتُ · مِثَالٌ مِنْ مَدْرَسَتِكَ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Routine — asmī …; astayqiẓu fī … wa-ufṭiru …; fī al-madrasati ākulu … dāʾiman</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Food — fī al-masāʾi taṭbukhu ummī …; ufaḍḍilu … lākinnī lā uḥibbu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Exercise + illness — alʿabu … marratayni fī al-usbūʿ; fī ash-shahri al-māḍī kuntu marīḍan …, fa-dhahabtu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Change + future — kuntu … ammā al-āna fa- …; sa- … li-anna …; Stretch: laysat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آكُلُ الفَوَاكِهَ دَائِمًا.</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 frequency: I always eat fruit.</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كَانَ يُؤْلِمُنِي حَلْقِي، فَذَهَبْتُ إِلَى الصَّيْدَلِيَّةِ.</a:t>
            </a:r>
            <a:endParaRPr lang="ar-SA" sz="255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my throat hurt, so I went to the chemist.</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سَأَنَامُ مُبَكِّرًا أَكْثَرَ.</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sleep earlier.</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اسْمِي زَكَرِيَّا، وَأَنَا فِي الصَّفِّ الحَادِي عَشَرَ. أُحِبُّ أَنْ أَعِيشَ حَيَاةً صِحِّيَّةً، لِأَنَّ الصِّحَّةَ مُهِمَّةٌ جِدًّا لِلدِّرَاسَةِ.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فِي الصَّبَاحِ أَسْتَيْقِظُ فِي السَّادِسَةِ وَالنِّصْفِ، وَأُفْطِرُ البَيْضَ وَالخُبْزَ وَالحَلِيبَ مَعَ أُسْرَتِي. فِي المَدْرَسَةِ آكُلُ الفَوَاكِهَ دَائِمًا، وَأَشْرَبُ المَاءَ كَثِيرًا، لِأَنَّهُ مُفِيدٌ لِلْجِسْمِ وَالعَقْلِ. فِي المَسَاءِ تَطْبُخُ أُمِّي العَشَاءَ، وَنَأْكُلُ مَعًا فِي السَّابِعَةِ. أُفَضِّلُ الدَّجَاجَ وَالأَرُزَّ، لٰكِنِّي لَا أُحِبُّ السَّمَكَ أَبَدًا.</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أَلْعَبُ كُرَةَ السَّلَّةِ مَرَّتَيْنِ فِي الأُسْبُوعِ، وَأَمْشِي إِلَى المَدْرَسَةِ كُلَّ يَوْمٍ، وَتَسْتَغْرِقُ الرِّحْلَةُ رُبْعَ سَاعَةٍ. فِي الشَّهْرِ المَاضِي كُنْتُ مَرِيضًا؛ كَانَ يُؤْلِمُنِي حَلْقِي، فَذَهَبْتُ إِلَى الصَّيْدَلِيَّةِ، وَأَخَذْتُ دَوَاءً، وَبَقِيتُ فِي البَيْتِ يَوْمَيْنِ، ثُمَّ رَجَعْتُ إِلَى المَدْرَسَةِ.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فِي الصَّغَرِ كُنْتُ آكُلُ الحَلَوِيَّاتِ كَثِيرًا، أَمَّا الآنَ فَآكُلُهَا قَلِيلًا. فِي المُسْتَقْبَلِ سَأَنَامُ مُبَكِّرًا أَكْثَرَ، لِأَنَّ النَّوْمَ يُسَاعِدُنِي عَلَى التَّرْكِيزِ.</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Year 11; health matters for study → up at 6.30, eggs, bread and milk; fruit and water at school; dinner together at seven — chicken and rice, but not fish → basketball twice a week and walking to school; last month my throat hurt, so I went to the pharmacy and stayed home two days → I used to eat many sweets, now few; I’ll sleep earlier because it helps me focus.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فِي السَّادِسَةِ وَالنِّصْفِ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مَرَّتَيْنِ فِي الأُسْبُوعِ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يُؤْلِمُنِي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كُنْتُ آكُلُ … أَمَّا الآنَ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لَمْ أَكُنْ أُفَكِّرُ فِي صِحَّتِي كَثِيرًا حَتَّى جَاءَ يَوْمٌ نِمْتُ فِيهِ فِي حِصَّةِ الرِّيَاضِيَّاتِ! يَوْمَهَا سَأَلَنِي المُعَلِّمُ بِلُطْفٍ وَهُوَ يَبْتَسِمُ: "مَتَى نِمْتَ أَمْسِ؟"، فَخَجِلْتُ مِنَ الجَوَابِ: فِي الثَّانِيَةِ بَعْدَ مُنْتَصَفِ اللَّيْلِ، بَعْدَ سَاعَاتٍ مِنَ الفِيدْيُوهَاتِ.</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كُنْتُ آنَذَاكَ أَسْهَرُ عَلَى الهَاتِفِ، وَأُهْمِلُ الفُطُورَ، وَأَشْتَرِي الطَّعَامَ السَّرِيعَ فِي طَرِيقِ العَوْدَةِ. أَمَّا اليَوْمَ، فَأَنَامُ فِي العَاشِرَةِ، وَأَسْتَيْقِظُ نَشِيطًا، وَأَمْشِي إِلَى المَدْرَسَةِ رُبْعَ سَاعَةٍ بَدَلًا مِنْ أَنْ يُوصِلَنِي أَبِي بِالسَّيَّارَةِ، وَآكُلُ الفَوَاكِهَ فِي الاسْتِرَاحَةِ.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وَلَمْ يَكُنِ التَّغْيِيرُ سَهْلًا؛ فَفِي الأُسْبُوعِ الأَوَّلِ كُنْتُ أَشْعُرُ بِالمَلَلِ دُونَ الهَاتِفِ، وَأَشْتَاقُ إِلَى البَطَاطَا المَقْلِيَّةِ وَالمَشْرُوبَاتِ الغَازِيَّةِ. غَيْرَ أَنَّ النَّتِيجَةَ ظَهَرَتْ بِسُرْعَةٍ: تَحَسَّنَ تَرْكِيزِي، وَارْتَفَعَتْ دَرَجَاتِي، وَقَلَّتْ نَزَلَاتُ البَرْدِ الَّتِي كَانَتْ تُصِيبُنِي كُلَّ شَهْرٍ.</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لِذٰلِكَ أَرَى أَنَّ الصِّحَّةَ لَيْسَتْ رِيَاضَةً قَاسِيَةً أَوْ حِمْيَةً صَعْبَةً، بَلْ عَادَاتٌ صَغِيرَةٌ نُكَرِّرُهَا كُلَّ يَوْمٍ حَتَّى تُصْبِحَ جُزْءًا مِنَّا. وَلَوْ رَجَعَ بِيَ الزَّمَنُ، لَبَدَأْتُ هٰذِهِ العَادَاتِ قَبْلَ سَنَوَاتٍ.</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لَمْ أَكُنْ … حَتَّى</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كُنْتُ آنَذَاكَ … أَمَّا اليَوْمَ</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بَدَلًا مِنْ أَنْ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رَجَعَ بِيَ الزَّمَنُ، لَبَدَأْتُ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Q3 (</a:t>
            </a:r>
            <a:pPr algn="l" indent="0" marL="0">
              <a:buNone/>
            </a:pPr>
            <a:r>
              <a:rPr lang="ar-SA" altLang="en-US" sz="2600" b="1" dirty="0">
                <a:solidFill>
                  <a:srgbClr val="1B3B6F"/>
                </a:solidFill>
                <a:latin typeface="Amiri" pitchFamily="2" charset="-78"/>
                <a:cs typeface="Amiri" pitchFamily="2" charset="-78"/>
              </a:rPr>
              <a:t>ب</a:t>
            </a:r>
            <a:pPr algn="l" indent="0" marL="0">
              <a:buNone/>
            </a:pPr>
            <a:r>
              <a:rPr lang="en-US" sz="2000" b="1" dirty="0">
                <a:solidFill>
                  <a:srgbClr val="1B3B6F"/>
                </a:solidFill>
                <a:latin typeface="Cambria" pitchFamily="34" charset="0"/>
                <a:cs typeface="Amiri" pitchFamily="2" charset="-78"/>
              </a:rPr>
              <a:t>) full-mark model: are teens less healthy?</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يَحْمِلُ أَغْلَبُ المُرَاهِقِينَ اليَوْمَ هَاتِفًا يَعْرِفُ عَدَدَ خُطُوَاتِهِمْ وَسَاعَاتِ نَوْمِهِمْ، وَمَعَ ذٰلِكَ يَقُولُ الأَطِبَّاءُ إِنَّهُمْ أَقَلُّ حَرَكَةً وَأَكْثَرُ تَعَبًا مِنْ آبَائِهِمْ. فَهَلْ أَصْبَحَ الشَّبَابُ حَقًّا أَقَلَّ صِحَّةً مِنَ الأَجْيَالِ السَّابِقَةِ؟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مِنْ نَاحِيَةٍ، يَقْضِي كَثِيرٌ مِنَّا كُلَّ يَوْمٍ سَاعَاتٍ طَوِيلَةً أَمَامَ الشَّاشَاتِ، وَيَأْكُلُونَ الطَّعَامَ السَّرِيعَ لِأَنَّهُ رَخِيصٌ وَسَهْلٌ، مِمَّا يُؤَدِّي إِلَى السُّمْنَةِ وَقِلَّةِ النَّوْمِ وَضَعْفِ التَّرْكِيزِ. وَمِنْ نَاحِيَةٍ أُخْرَى، يَعْرِفُ جِيلُنَا عَنِ التَّغْذِيَةِ وَالصِّحَّةِ النَّفْسِيَّةِ أَكْثَرَ مِنْ أَيِّ جِيلٍ سَابِقٍ، وَيَهْتَمُّ كَثِيرُونَ بِالرِّيَاضَةِ وَالأَكْلِ النَّبَاتِيِّ وَالتَّأَمُّلِ.</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وَقَدْ رَأَيْتُ الوَجْهَيْنِ فِي صَفِّي؛ فَبَعْضُ زُمَلَائِي لَا يَتَحَرَّكُونَ إِلَّا بَيْنَ السَّرِيرِ وَالحَاسُوبِ، بَيْنَمَا أَسَّسَ آخَرُونَ نَادِيًا لِلْجَرْيِ يَلْتَقِي كُلَّ صَبَاحٍ قَبْلَ الدُّرُوسِ، وَيَضُمُّ اليَوْمَ ثَلَاثِينَ طَالِبًا.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لِذٰلِكَ لَا أَظُنُّ أَنَّ المُشْكِلَةَ فِي الجِيلِ نَفْسِهِ، بَلْ فِي البِيئَةِ الَّتِي يَعِيشُ فِيهَا وَالعَادَاتِ الَّتِي يَتَعَلَّمُهَا. فَإِذَا وَفَّرَتِ المَدَارِسُ وَجَبَاتٍ صِحِّيَّةً وَوَقْتًا لِلرِّيَاضَةِ، فَسَيَخْتَارُ الشَّبَابُ الطَّرِيقَ الأَصَحَّ دُونَ أَنْ يُجْبِرَهُمْ أَحَدٌ.</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وَمَعَ ذٰلِكَ يَقُولُ</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مِمَّا يُؤَدِّي إِلَى</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 إِلَّا … بَيْنَمَا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وَفَّرَتْ … فَسَيَخْتَارُ</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no empty boxes; a time in box 5.</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times, two frequency words and three time frames.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covering routine, food, health and the future.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laysa … bal, a concession and a conditional; I checked my verb endings.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FR-L01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FR-L02 · Exam practice · Speaking and writing workshops — the next Final Revision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FR-L01 · Writing Workshop — Daily Life, Food and Health</dc:title>
  <dc:subject>PptxGenJS Presentation</dc:subject>
  <dc:creator>Al Madina Online School · Arabic Department</dc:creator>
  <cp:lastModifiedBy>Al Madina Online School · Arabic Department</cp:lastModifiedBy>
  <cp:revision>1</cp:revision>
  <dcterms:created xsi:type="dcterms:W3CDTF">2026-10-11T18:28:41Z</dcterms:created>
  <dcterms:modified xsi:type="dcterms:W3CDTF">2026-10-11T18:28:41Z</dcterms:modified>
</cp:coreProperties>
</file>