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the Final Revision series (Topics A–E), Lesson 1 (Final Revision — Daily Life, Food and Health, FR-L01), using that lesson’s language (Topic A revision: the present tense with time and frequency (fī as-sāʿati …, dāʾiman, aḥyānan, abadan); food quantities and prices; the imperative and advice (yajibu an, lā takul); mundhu for illness; kuntu + present vs al-āna).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 revision map of Topic A. Ask each student to make ONE sentence about themselves with each card. EXAM TIP: in the role play, the examiner reads every task — answer each one in a full sentence, even the simple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top-band answers are accurate (verb endings, time, numbers), linked (awwalan, thumma, li-dhālika) and developed (kuntu … ammā al-āna fa-, a concession, law … la-). EXAM TIP: in the conversation, aim for three sentences: answer + reason +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café.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تَأْكُلِي · تَشْرَبِينَ · تَأْكُلِينَ.
Core: numbers with people (thalāthatun), urīdu … min faḍlika, kam ath-thaman?, frequency (marratan fī ash-shahr). EXAM TIP: if you miss a word, say عَفْوًا، هَلْ يُمْكِنُ أَنْ تُعِيدَ السُّؤَالَ؟ — you lose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pharmacy.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بِكِ · أَخَذْتِ · خُذِي · تَذْهَبِينَ.
Core+: yuʾlimunī + body part, mundhu + dual, lam ākhudh (past negative), the CANDIDATE asks (kam marratan …?), sa- + li-annī. EXAM TIP: the task “ASK …” means YOU ask a question — a common slip is to answer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wellbeing check.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صِفِي · تَأْكُلِينَ · عَادَاتُكِ · تُمَارِسِينَ · نَصِيحَتُكِ · (to a girl: نَامِي · كُلِي · لَا تُرَاجِعِي).
Develop: times + sequence (A · L01, L03), frequency words incl. lā … abadan (L03, L04), kuntu + present vs ammā al-āna fa- (L06), li-anna + mimmā, imperatives incl. the negative (L08). EXAM TIP: a Develop answer = 2–3 linked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radio phone-in.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رَأْيُكِ · غَيَّرْتِ · حَيَاتِكِ · كُنْتِ وَزِيرَةَ الصِّحَّةِ · تَفْعَلِينَ · صِرْتُ أَنْشَطَ (same).
Stretch: reported speech with inna, wa-d-dalīlu anna, a balanced view with mimmā yusabbibu, a past narrative with badalan min + fa-ṣirtu, a concession + aqtariḥu an, law … la- ×2. EXAM TIP: Stretch answers should show range — vary your structures across the five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frequency, a reason and two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FINAL REVISION · EXAM PRACTICE  ·  FR-L01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FR-L01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Daily Life, Food and Health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الحَيَاةُ اليَوْمِيَّةُ وَالطَّعَامُ وَالصِّحَّةُ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Final-revision Paper 3 practice on Topic A in breakout rooms: daily routine and time, food and eating out, healthy living, illness and the pharmacy, everyday journeys. Exam skills: answer EVERY role-play task in a full sentence, listen for the unexpected question, and develop conversation answers with a reason, a time frame and an example.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Final Revision · Advanced Topics A–E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Topics A–E · exam ready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Final Revision › FR-L01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TOPIC A IN TWELVE STRUCTURES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Routine, food and health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5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المِحْوَرُ الأَوَّلُ فِي اثْنَتَيْ عَشْرَةَ بِنْيَةً</a:t>
            </a:r>
            <a:endParaRPr lang="ar-SA" sz="26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فِي السَّاعَةِ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wake up at … o’clock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as-tay-qi-ẓu fī as-sā-ʿa-ti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at quarter past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وَالرُّبْعِ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at half past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وَالنِّصْفِ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L03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دَائِمًا · أَحْيَانًا · أَبَدًا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always · sometimes · never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dā-ʾi-man · aḥ-yā-nan · a-ba-dan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twice a week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مَرَّتَيْنِ فِي الأُسْبُوعِ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usually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عَادَةً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L03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أَوَّلًا · ثُمَّ · بَعْدَ ذٰلِكَ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 · then · after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 · baʿ-da dhā-li-ka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finally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أَخِيرًا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before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قَبْلَ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L04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الفُطُورُ · الغَدَاءُ · العَشَاءُ</a:t>
            </a:r>
            <a:endParaRPr lang="ar-SA" sz="28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breakfast · lunch · dinner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al-fu-ṭū-ru · al-gha-dā-ʾu · al-ʿa-shā-ʾu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can’t stand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أُحِبُّ أَبَدًا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prefer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L05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… مِنْ فَضْلِكَ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I’d like … please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u-rī-du … min faḍ-li-ka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bill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الحِسَابُ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much is it?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كَمِ الثَّمَنُ؟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L06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صِحِّيٌّ · غَيْرُ صِحِّيٍّ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healthy · unhealthy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ṣiḥ-ḥiy-yun · ghay-ru ṣiḥ-ḥiy-yin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 healthy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أَكْثَرُ صِحَّةً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صِحِّيَّةٌ · غَيْرُ صِحِّيَّةٍ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Accurate, linked, developed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L07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يُؤْلِمُنِي … · عِنْدِي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… hurts · I have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yuʾ-li-mu-nī … · ʿin-dī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temperature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حَرَارَةٌ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head hurts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يُؤْلِمُنِي رَأْسِي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L07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يَوْمَيْنِ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two days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mun-dhu yaw-may-ni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 a week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أُسْبُوعٍ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since yesterday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أَمْسِ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L08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خُذْ … · لَا تَأْكُلْ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take … · don’t eat …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khudh … · lā taʾ-kul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must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خُذِي · لَا تَأْكُلِي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L09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إِلَى المَدْرَسَةِ بِالحَافِلَةِ</a:t>
            </a:r>
            <a:endParaRPr lang="ar-SA" sz="265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go to school by bus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adh-ha-bu i-lā al-mad-ra-sa-ti bil-ḥā-fi-la-ti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takes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تَسْتَغْرِقُ الرِّحْلَةُ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foot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مَشْيًا عَلَى الأَقْدَامِ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 frames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أَمَّا الآنَ فَأَنَامُ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 … but now I sleep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kun-tu … am-mā al-ʾā-na fa-ʾa-nā-mu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started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بَدَأْتُ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سَوْفَ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which (result)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مِمَّا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طَبِيبًا لَنَصَحْتُ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CAFÉ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Ordering at a café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المَقْهَى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نَحْنُ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people.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كَمْ شَخْصًا؟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… مِنْ فَضْلِكَ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food.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تَفَضَّلُوا. مَاذَا تُرِيدُ أَنْ تَأْكُلَ؟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أَشْرَبُ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a drink.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تَشْرَبُ؟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كَمِ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price.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حَسَنًا.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آكُلُ فِي المَطْعَمِ مَرَّةً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خَمْسَةَ عَشَرَ جُنَيْهًا. هَلْ تَأْكُلُ فِي المَطَاعِمِ كَثِيرًا؟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waiter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PHARMACY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At the pharmacy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الصَّيْدَلِيَّةِ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يُؤْلِمُنِي … وَعِنْدِي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is wrong.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الخَيْرِ، مَاذَا بِكَ؟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for how long.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/ لَا، أَخَذْتُ … / شَرِبْتُ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in the past.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أَخَذْتَ دَوَاءً؟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مَرَّةً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often to take it.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خُذْ هٰذَا الدَّوَاءَ.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سَأَبْقَى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ثَلَاثَ مَرَّاتٍ بَعْدَ الأَكْلِ. هَلْ تَذْهَبُ إِلَى المَدْرَسَةِ غَدًا؟</a:t>
            </a:r>
            <a:endParaRPr lang="ar-SA" sz="165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who feels ill  ·  The examiner is: the pharmacist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WELLBEING CHECK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My routine and my health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رُوتِينِي وَصِحَّتِي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فِي … ثُمَّ … وَبَعْدَ ذٰلِكَ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routine with times and sequence.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يَوْمًا عَادِيًّا فِي الأُسْبُوعِ.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 … دَائِمًا، وَ… أَحْيَانًا، لٰكِنِّي لَا … أَبَدًا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diet with frequency.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وَكَيْفَ تَأْكُلُ؟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أَمَّا الآنَ فَأَنَامُ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Contrast past and present.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تَغَيَّرَتْ عَادَاتُكَ هٰذِهِ السَّنَةَ؟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أَلْعَبُ … مَرَّتَيْنِ فِي الأُسْبُوعِ، لِأَنَّ … مِمَّا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frequency, reason and result.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تُمَارِسُ الرِّيَاضَةَ؟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نَمْ … وَكُلْ … وَلَا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(imperatives).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نَصِيحَتُكَ لِطَالِبٍ مُتْعَبٍ قَبْلَ الامْتِحَانَاتِ؟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11 student  ·  The examiner is: the school wellbeing officer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PHONE-IN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Are teenagers’ lifestyles healthy?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هَلْ نَمَطُ حَيَاةِ المُرَاهِقِينَ صِحِّيٌّ؟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أُوَافِقُ … ؛ فَالدَّلِيلُ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Agree with a reason and evidence.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يَقُولُ الأَطِبَّاءُ إِنَّ المُرَاهِقِينَ يَنَامُونَ قَلِيلًا. مَا رَأْيُكَ؟</a:t>
            </a:r>
            <a:endParaRPr lang="ar-SA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Balance: advantages and risks.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وَالطَّعَامُ السَّرِيعُ؟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… قَرَّرْتُ أَنْ … فَصِرْتُ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change with a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غَيَّرْتَ أَنْتَ شَيْئًا فِي حَيَاتِكَ؟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 ؛ لِذٰلِكَ أَقْتَرِحُ أَنْ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propose.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الطُّلَّابَ لَيْسَ عِنْدَهُمْ وَقْتٌ!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…، لَمَنَعْتُ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وَزِيرَ الصِّحَّةِ،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 caller  ·  The examiner is: the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role-play task in a full sentence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frequency word, a reason and two time frames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نَحْنُ ثَلَاثَةٌ،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three of us,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كَمْ شَخْصًا؟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سَلَطَةً وَدَجَاجًا مَشْوِيًّا، مِنْ فَضْلِكَ.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like a salad and grilled chicken, please.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تَفَضَّلُوا. مَاذَا تُرِيدُ أَنْ تَأْكُلَ؟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أَشْرَبُ عَصِيرَ بُرْتُقَالٍ.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Orange juice.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تَشْرَبُ؟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كَمِ الثَّمَنُ؟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it?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حَسَنًا.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آكُلُ فِي المَطْعَمِ مَرَّةً فِي الشَّهْرِ.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eat out once a month.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خَمْسَةَ عَشَرَ جُنَيْهًا. هَلْ تَأْكُلُ فِي المَطَاعِمِ كَثِيرًا؟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يُؤْلِمُنِي حَلْقِي، وَعِنْدِي حَرَارَةٌ.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throat hurts and I have a temperature.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الخَيْرِ، مَاذَا بِكَ؟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يَوْمَيْنِ.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two days.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لَمْ آخُذْ دَوَاءً، لٰكِنِّي شَرِبْتُ الشَّايَ بِالعَسَلِ.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didn’t take medicine, but I drank tea with honey.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أَخَذْتَ دَوَاءً؟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مَرَّةً آخُذُهُ فِي اليَوْمِ؟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times a day should I take it?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خُذْ هٰذَا الدَّوَاءَ.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سَأَبْقَى فِي البَيْتِ، لِأَنِّي أُرِيدُ أَنْ أَرْتَاحَ.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I’ll stay home, because I want to rest.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ثَلَاثَ مَرَّاتٍ بَعْدَ الأَكْلِ. هَلْ تَذْهَبُ إِلَى المَدْرَسَةِ غَدًا؟</a:t>
            </a:r>
            <a:endParaRPr lang="ar-SA" sz="15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فِي السَّادِسَةِ وَالنِّصْفِ، ثُمَّ أُصَلِّي وَأُفْطِرُ، وَبَعْدَ ذٰلِكَ أَذْهَبُ إِلَى المَدْرَسَةِ بِالحَافِلَةِ، وَتَسْتَغْرِقُ الرِّحْلَةُ عِشْرِينَ دَقِيقَةً.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wake at 6.30, pray and have breakfast, then take the bus to school — a twenty-minute journey.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يَوْمًا عَادِيًّا فِي الأُسْبُوعِ.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 الخُضَارَ وَالفَوَاكِهَ دَائِمًا، وَالحَلَوِيَّاتِ أَحْيَانًا، لٰكِنِّي لَا أَشْرَبُ المَشْرُوبَاتِ الغَازِيَّةَ أَبَدًا.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Vegetables and fruit always, sweets sometimes, but never fizzy drinks.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وَكَيْفَ تَأْكُلُ؟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أَسْهَرُ عَلَى الهَاتِفِ حَتَّى مُنْتَصَفِ اللَّيْلِ، أَمَّا الآنَ فَأَنَامُ فِي العَاشِرَةِ، لِأَنَّ الامْتِحَانَاتِ قَرِيبَةٌ.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stay up on my phone till midnight; now I sleep at ten because exams are near.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تَغَيَّرَتْ عَادَاتُكَ هٰذِهِ السَّنَةَ؟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أَلْعَبُ كُرَةَ السَّلَّةِ مَرَّتَيْنِ فِي الأُسْبُوعِ، لِأَنَّهَا تُخَفِّفُ التَّوَتُّرَ، مِمَّا يُسَاعِدُنِي عَلَى التَّرْكِيزِ.</a:t>
            </a:r>
            <a:endParaRPr lang="ar-SA" sz="17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Basketball twice a week — it reduces stress, which helps me concentrate.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تُمَارِسُ الرِّيَاضَةَ؟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نَمْ ثَمَانِيَ سَاعَاتٍ، وَكُلْ فُطُورًا صِحِّيًّا، وَلَا تُرَاجِعْ طُولَ اللَّيْلِ.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Sleep eight hours, eat a healthy breakfast, and don’t revise all night.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نَصِيحَتُكَ لِطَالِبٍ مُتْعَبٍ قَبْلَ الامْتِحَانَاتِ؟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أُوَافِقُ تَمَامًا؛ فَالدَّلِيلُ أَنَّ أَكْثَرَ زُمَلَائِي يَسْهَرُونَ عَلَى الشَّاشَاتِ، ثُمَّ يَأْتُونَ إِلَى المَدْرَسَةِ مُتْعَبِينَ.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agree: most classmates stay up on screens, then come to school exhausted.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يَقُولُ الأَطِبَّاءُ إِنَّ المُرَاهِقِينَ يَنَامُونَ قَلِيلًا. مَا رَأْيُكَ؟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هُوَ سَرِيعٌ وَرَخِيصٌ، وَمِنْ نَاحِيَةٍ أُخْرَى، فِيهِ دُهُونٌ وَسُكَّرٌ كَثِيرٌ، مِمَّا يُسَبِّبُ السُّمْنَةَ وَأَمْرَاضَ القَلْبِ.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quick and cheap, but full of fat and sugar, which causes obesity and heart disease.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وَالطَّعَامُ السَّرِيعُ؟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بِدَايَةِ السَّنَةِ قَرَّرْتُ أَنْ أَمْشِيَ إِلَى المَدْرَسَةِ بَدَلًا مِنَ الحَافِلَةِ، فَصِرْتُ أَنْشَطَ، وَتَحَسَّنَ نَوْمِي.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the start of the year I decided to walk to school instead of taking the bus — I became more active and slept better.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غَيَّرْتَ أَنْتَ شَيْئًا فِي حَيَاتِكَ؟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الوَاجِبَاتِ كَثِيرَةٌ، غَيْرَ أَنَّ الصِّحَّةَ أَسَاسُ النَّجَاحِ؛ لِذٰلِكَ أَقْتَرِحُ أَنْ تُخَصِّصَ المَدَارِسُ سَاعَةً يَوْمِيَّةً لِلرِّيَاضَةِ.</a:t>
            </a:r>
            <a:endParaRPr lang="ar-SA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Homework is heavy, but health is the basis of success — so schools should give a daily hour to sport.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الطُّلَّابَ لَيْسَ عِنْدَهُمْ وَقْتٌ!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وَزِيرَ الصِّحَّةِ، لَمَنَعْتُ إِعْلَانَاتِ الطَّعَامِ السَّرِيعِ قُرْبَ المَدَارِسِ، وَلَجَعَلْتُ الفَوَاكِهَ مَجَّانِيَّةً فِي المَقَاصِفِ.</a:t>
            </a:r>
            <a:endParaRPr lang="ar-SA" sz="14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ban fast-food adverts near schools and make fruit free in canteens.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وَزِيرَ الصِّحَّةِ،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 of Topic A in one card — sleep, food, exercise, a personal change, a proposal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يَوْمِي وَطَعَامِي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 you wake up?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تَسْتَيْقِظُ؟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وَجْبَتِي المُفَضَّلَةُ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meal?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وَجْبَتُكَ المُفَضَّلَةُ؟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to school?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أَلْعَبُ … /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do sport?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تُمَارِسُ الرِّيَاضَةَ؟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أَبْقَى … وَأَشْرَبُ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when you’re ill?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عِنْدَمَا تَكُونُ مَرِيضًا؟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every Topic A theme in five questions.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عَادَاتِي الصِّحِّيَّةُ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أَوَّلًا … ثُمَّ … وَفِي المَسَاءِ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Saturday.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يَوْمَ السَّبْتِ عِنْدَكَ.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غَالِبًا … لٰكِنِّي أَحْيَانًا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your diet healthy?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طَعَامُكَ صِحِّيٌّ؟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ذَهَبْتُ … ؛ أَكَلْتُ … وَكَانَ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me about the last time you ate out.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حَدِّثْنِي عَنْ آخِرِ مَرَّةٍ أَكَلْتَ فِيهَا فِي مَطْعَمٍ.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أَمَّا الآنَ فَآكُلُهَا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were your habits like when you were little?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عَادَاتُكَ عِنْدَمَا كُنْتَ صَغِيرًا؟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سَأَنَامُ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change to be healthier?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سَتُغَيِّرُ فِي حَيَاتِكَ لِتَكُونَ أَكْثَرَ صِحَّةً؟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frequency, a reason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الصِّحَّةُ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young people less healthy than their parents’ generation?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الشَّبَابُ اليَوْمَ أَقَلُّ صِحَّةً مِنْ جِيلِ آبَائِهِمْ؟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المَسْؤُولِيَّةَ … ؛ فَالأُسْرَةُ … وَالمَدْرَسَةُ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responsible for children’s health?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مَنِ المَسْؤُولُ عَنْ صِحَّةِ الأَطْفَالِ؟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school meals be free?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تَكُونَ الوَجَبَاتُ المَدْرَسِيَّةُ مَجَّانِيَّةً؟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النَّاسُ … أَمَّا اليَوْمَ فَنَطْلُبُ … مِمَّا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technology affected our health?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أَثَّرَتِ التِّكْنُولُوجْيَا عَلَى صِحَّتِنَا؟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فَتَحْتُ مَطْعَمًا، لَقَدَّمْتُ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opened a restaurant, what would you serve?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فَتَحْتَ مَطْعَمًا، مَاذَا تُقَدِّمُ فِيهِ؟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shared responsibility, a balanced view with li-dhālika, kāna … ammā al-yawma fa- with mimmā,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فِي السَّاعَةِ السَّابِعَةِ.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seven.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تَسْتَيْقِظُ؟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وَجْبَتِيَ المُفَضَّلَةُ العَشَاءُ، لِأَنَّنَا نَأْكُلُ مَعًا.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Dinner — we eat together.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وَجْبَتُكَ المُفَضَّلَةُ؟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مَشْيًا عَلَى الأَقْدَامِ.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foot.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أَلْعَبُ كُرَةَ القَدَمِ يَوْمَ السَّبْتِ.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football on Saturdays.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تُمَارِسُ الرِّيَاضَةَ؟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أَبْقَى فِي السَّرِيرِ، وَأَشْرَبُ مَاءً كَثِيرًا.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stay in bed and drink lots of water.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عِنْدَمَا تَكُونُ مَرِيضًا؟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time or a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أَوَّلًا أَنَامُ حَتَّى التَّاسِعَةِ، ثُمَّ أَلْعَبُ كُرَةَ القَدَمِ مَعَ أَصْدِقَائِي، وَفِي المَسَاءِ نَزُورُ جَدَّتِي.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sleep till nine, play football with friends, and visit grandma in the evening.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يَوْمَ السَّبْتِ عِنْدَكَ.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غَالِبًا نَعَمْ، لِأَنَّ أُمِّي تَطْبُخُ فِي البَيْتِ، لٰكِنِّي أَحْيَانًا آكُلُ البِيتْزَا مَعَ أَصْدِقَائِي.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Mostly — mum cooks at home — but I sometimes eat pizza with friends.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طَعَامُكَ صِحِّيٌّ؟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ذَهَبْتُ إِلَى مَطْعَمٍ لُبْنَانِيٍّ فِي عِيدِ مِيلَادِ أُمِّي؛ أَكَلْتُ المَشَاوِيَ، وَكَانَ الطَّعَامُ لَذِيذًا لٰكِنَّهُ غَالٍ.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Lebanese restaurant on mum’s birthday: grills — delicious but expensive.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حَدِّثْنِي عَنْ آخِرِ مَرَّةٍ أَكَلْتَ فِيهَا فِي مَطْعَمٍ.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آكُلُ الحَلَوِيَّاتِ كُلَّ يَوْمٍ، أَمَّا الآنَ فَآكُلُهَا فِي نِهَايَةِ الأُسْبُوعِ فَقَطْ.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Sweets every day; now only at weekends.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عَادَاتُكَ عِنْدَمَا كُنْتَ صَغِيرًا؟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سَأَنَامُ مُبَكِّرًا، وَسَأَتْرُكُ الهَاتِفَ خَارِجَ غُرْفَتِي، لِأَنَّ النَّوْمَ الجَيِّدَ يُسَاعِدُنِي فِي الامْتِحَانَاتِ.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sleep earlier and leave my phone outside my room — good sleep helps in exams.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سَتُغَيِّرُ فِي حَيَاتِكَ لِتَكُونَ أَكْثَرَ صِحَّةً؟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Frequency + reason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أَنَّهُمْ يَجْلِسُونَ أَكْثَرَ أَمَامَ الشَّاشَاتِ، غَيْرَ أَنَّهُمْ يَعْرِفُونَ عَنِ التَّغْذِيَةِ أَكْثَرَ مِنْ أَيِّ جِيلٍ سَابِقٍ.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sit more in front of screens, yet know more about nutrition than any previous generation.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الشَّبَابُ اليَوْمَ أَقَلُّ صِحَّةً مِنْ جِيلِ آبَائِهِمْ؟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المَسْؤُولِيَّةَ مُشْتَرَكَةٌ؛ فَالأُسْرَةُ تَطْبُخُ، وَالمَدْرَسَةُ تُعَلِّمُ، وَالحُكُومَةُ تَمْنَعُ الإِعْلَانَاتِ المُضَلِّلَةَ.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Shared: families cook, schools teach, and government bans misleading adverts.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مَنِ المَسْؤُولُ عَنْ صِحَّةِ الأَطْفَالِ؟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تُكَلِّفُ الدَّوْلَةَ كَثِيرًا، وَمِنْ نَاحِيَةٍ أُخْرَى، الطِّفْلُ الجَائِعُ لَا يَتَعَلَّمُ؛ لِذٰلِكَ أُؤَيِّدُهَا لِلْجَمِيعِ.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cost the state a lot, but a hungry child can’t learn — so I support them for all.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تَكُونَ الوَجَبَاتُ المَدْرَسِيَّةُ مَجَّانِيَّةً؟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comparatives, mimmā, wa-maʿa dhālika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النَّاسُ يَمْشُونَ أَكْثَرَ، أَمَّا اليَوْمَ فَنَطْلُبُ كُلَّ شَيْءٍ بِالهَاتِفِ، مِمَّا يُقَلِّلُ حَرَكَتَنَا؛ وَمَعَ ذٰلِكَ تُسَاعِدُنَا التَّطْبِيقَاتُ عَلَى عَدِّ خُطُوَاتِنَا.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walked more; now we order everything by phone, reducing movement — though apps help us count our steps.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أَثَّرَتِ التِّكْنُولُوجْيَا عَلَى صِحَّتِنَا؟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فَتَحْتُ مَطْعَمًا، لَقَدَّمْتُ أَطْبَاقًا عَرَبِيَّةً صِحِّيَّةً، كَالعَدَسِ وَالسَّلَطَاتِ، وَلَجَعَلْتُ الأَسْعَارَ مُنَاسِبَةً لِلطُّلَّابِ.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Healthy Arabic dishes like lentils and salads, at student-friendly prices.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فَتَحْتَ مَطْعَمًا، مَاذَا تُقَدِّمُ فِيهِ؟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comparatives, mimmā, wa-maʿa dhālika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times and frequency words accurately.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reason and used two time frames.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an imperative or yajibu an for advice.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 with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FR-L01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FR-L01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FR-L01 · Speaking Workshop — Daily Life, Food and Health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2026-10-11T18:28:40Z</dcterms:created>
  <dcterms:modified xsi:type="dcterms:W3CDTF">2026-10-11T18:28:40Z</dcterms:modified>
</cp:coreProperties>
</file>