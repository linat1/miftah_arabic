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the Final Revision series (Topics A–E), Lesson 6 (Final Revision — Final Mock Exam (Topics A–E), FR-L06), using that lesson’s language (everything together: accurate verb endings in three time frames, agreement, numbers, cause and effect, comparison, the passive, polite requests, concessions and law … la- / idhā … fa-sa-).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the last language bank before the exam. EXAM-DAY TIP: on the day, read the role-play card carefully in your preparation time and notice WHO you are and WHO the examiner is (formal or friendly? male or female?) — it changes your verb and pronoun endings.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EXAM-DAY TIP: the examiner rewards range AND accuracy. A short correct sentence beats a long broken one. Bring out your best structures (concession, mimmā, law … la-) in the conversation, not in the Core role-play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 café in Amman.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تَشْرَبِينَ · تَأْكُلِينَ · تُحِبِّينَ.
Core (Topic A · food and drink): urīdu … min faḍlika, bi-dūni, sa-ākulu, kam al-ḥisābu?, uḥibbu … li-annahu. EXAM-DAY TIP: if the waiter is a woman on your card, say min faḍliki.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a pharmacy.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أَكَلْتِ · خُذِي · سَتَفْعَلِينَ.
Core+ (Topics A and C · health and holidays): ʿindī + two symptoms with agreement (ṣudāʿun shadīdun, ḥummā khafīfatun), mundhu, past sequence with thumma, the CANDIDATE asks kam marratan …? and … qabla … am baʿdahu?, sa- + li-annī.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 bookshop.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مَهَارَاتُكِ · عَمِلْتِ · يُنَاسِبُكِ · سَتَصْرِفِينَ رَاتِبَكِ · دَقِيقَةً.
Develop (Topics B, D and E · hobbies, work, travel): two linked reasons, ujīdu + a verbal noun + mathalan, past + fa-taʿallamtu an, ammā … fa- with a verb, sa-uwaffiru … li-kay. EXAM-DAY TIP: an interview card is formal — keep it polite and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school podcast.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أَعْطِينَا · حَيَاتِكِ · تَعَلَّمْتِ · تَخْتَارِينَ.
Stretch (Topics D and E · education, international world): a thesis with two li-anna clauses, ʿindamā … mimmā jaʿalahu, a concession with the passive yutakallamu bihā, two passive subjunctives (tudarrasa, tunaẓẓama), law … la- ×2. EXAM-DAY TIP: a debate task rewards balance — agree with part of the challenge before you counter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full, accurate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a reason and two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developed, balanced answer with a top-band structure.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FINAL REVISION · EXAM PRACTICE  ·  FR-L06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FR-L06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Final Mock Exam</a:t>
            </a:r>
            <a:endParaRPr lang="en-US" sz="2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الامْتِحَانُ التَّجْرِيبِيُّ النِّهَائِيُّ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The final timed Paper 3 mock in breakout rooms, exactly as on exam day: four role plays (a café, a pharmacy, a part-time job interview, a debate on learning languages) and a conversation that moves across all five Advanced Topics. Exam-day skills: stay calm, listen to the whole question, answer fully, and never leave a silence — use a repair phrase and keep going.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Final Revision · Advanced Topics A–E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Topics A–E · exam ready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Final Revision › FR-L06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THE FINAL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Everything you need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كُلُّ مَا تَحْتَاجُ إِلَيْهِ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café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… مِنْ فَضْلِكَ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would like … please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u-rī-du … min faḍ-li-ka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bill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الحِسَابُ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(to a woman)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فَضْلِكِ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food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عَصِيرُ بُرْتُقَالٍ · فَطِيرَةٌ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orange juice · a pastry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ʿa-ṣī-ru bur-tu-qā-lin · fa-ṭī-ra-tun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sugar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سُكَّرٌ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with / without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مَعَ / بِدُونِ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health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عِنْدِي صُدَاعٌ وَحُمَّى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have a headache and a fever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ʿin-dī ṣu-dā-ʿun wa-ḥum-mā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cough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سُعَالٌ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since yesterday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أَمْسِ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· numbers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مَرَّتَيْنِ فِي اليَوْمِ بَعْدَ الأَكْلِ</a:t>
            </a:r>
            <a:endParaRPr lang="ar-SA" sz="28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twice a day after food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mar-ra-tay-ni fī al-yaw-mi baʿ-da al-ak-li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medicine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دَوَاءٌ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tablets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أَقْرَاصٌ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 · work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عَمَلٌ جُزْئِيٌّ · مُقَابَلَةٌ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part-time job · an interview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ʿa-ma-lun juz-ʾiy-yun · mu-qā-ba-la-tun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hours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سَاعَاتُ العَمَلِ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salary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رَاتِبٌ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 · skills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9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أُجِيدُ … · أَتَكَلَّمُ … بِطَلَاقَةٍ</a:t>
            </a:r>
            <a:endParaRPr lang="ar-SA" sz="29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am good at … · I speak … fluently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u-jī-du … · a-ta-kal-la-mu … bi-ṭa-lā-qa-tin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skills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مَهَارَاتٌ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أُجِيدُ</a:t>
            </a:r>
            <a:pPr algn="ctr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· </a:t>
            </a:r>
            <a:pPr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أَتَكَلَّمُ</a:t>
            </a:r>
            <a:pPr algn="ctr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(same)</a:t>
            </a:r>
            <a:endParaRPr lang="en-US" sz="11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TOP-BAND STRUCTURES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Finish strong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اخْتِمْ بِقُوَّةٍ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 · languages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لُغَةٌ أَجْنَبِيَّةٌ · لُغَاتٌ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foreign language · languages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lu-gha-tun aj-na-biy-ya-tun · lu-ghā-tun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bilingual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ثُنَائِيُّ اللُّغَةِ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mother tongue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اللُّغَةُ الأُمُّ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cause / result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يُسَاعِدُ عَلَى … مِمَّا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helps to … which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yu-sā-ʿi-du ʿa-lā … mim-mā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thanks to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بِفَضْلِ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لِذٰلِكَ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comparison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أَسْهَلُ مِنْ · أَصْعَبُ مِنْ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easier than · harder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as-ha-lu min · aṣ-ʿa-bu min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whereas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بَيْنَمَا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most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أَكْثَرُ … / أَهَمُّ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passive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تُدَرَّسُ · يُتَكَلَّمُ بِهَا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taught · is spoken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tu-dar-ra-su · yu-ta-kal-la-mu bi-hā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is used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يُسْتَخْدَمُ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was opened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افْتُتِحَ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time frames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كُنْتُ صَغِيرًا … أَمَّا الآنَ فَإِنِّي …</a:t>
            </a:r>
            <a:endParaRPr lang="ar-SA" sz="2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when I was little … but now I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ʿin-da-mā kun-tu ṣa-ghī-ran … am-mā al-ʾā-na fa-ʾin-nī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next year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السَّنَةِ القَادِمَةِ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صَغِيرَةً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top band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it is true that … but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ṣa-ḥī-ḥun an-na … ghay-ra an-na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 my view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رَأْيِي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… would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… لَتَعَلَّمْتُ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CAFÉ IN AMMAN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Ordering at a café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المَقْهَى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… مِنْ فَضْلِكَ.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Order a drink.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وَسَهْلًا! مَاذَا تَشْرَبُ؟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بِدُونِ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want it.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بِسُكَّرٍ أَمْ بِدُونِ سُكَّرٍ؟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سَآكُلُ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Order something to eat.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تَأْكُلُ؟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much it costs.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حَاضِرٌ.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أُحِبُّ … لِأَنَّهُ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(opinion + reason).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ثَلَاثَةُ دَنَانِيرَ. هَلْ تُحِبُّ الطَّعَامَ الأُرْدُنِّيَّ؟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customer  ·  The examiner is: the waiter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PHARMACY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At the pharmacy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الصَّيْدَلِيَّةِ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عِنْدِي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is wrong (two symptoms).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مَسَاءَ الخَيْرِ، مَا المُشْكِلَةُ؟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since when.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مَتَى؟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أَكَلْتُ … ثُمَّ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did and ate yesterday (past).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أَكَلْتَ أَمْسِ؟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مَرَّةً …؟ وَهَلْ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the medicine.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خُذْ هٰذِهِ الأَقْرَاصَ.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سَأَبْقَى 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reason).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مَرَّتَيْنِ بَعْدَ الأَكْلِ. وَمَاذَا سَتَفْعَلُ غَدًا؟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visitor who feels ill  ·  The examiner is: the pharmacist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BOOKSHOP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 part-time job interview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مُقَابَلَةُ عَمَلٍ جُزْئِيٍّ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… ، وَأَيْضًا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تُرِيدُ أَنْ تَعْمَلَ فِي مَكْتَبَتِنَا؟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أُجِيدُ … ؛ مَثَلًا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Skills with an example.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مَهَارَاتُكَ؟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… عَمِلْتُ … فَتَعَلَّمْتُ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past experience + what you learnt.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عَمِلْتَ مِنْ قَبْلُ؟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يُنَاسِبُنِي … أَمَّا يَوْمُ الأَحَدِ فَأُخَصِّصُهُ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Accept, with a contrast.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العَمَلُ يَوْمَ السَّبْتِ فَقَطْ. هَلْ يُنَاسِبُكَ؟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سَأُوَفِّرُ … لِكَيْ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purpose).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وَكَيْفَ سَتَصْرِفُ رَاتِبَكَ؟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applying for a Saturday job  ·  The examiner is: the bookshop manager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SCHOOL PODCAST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Should every student learn a language?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35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هَلْ يَجِبُ أَنْ يَتَعَلَّمَ كُلُّ طَالِبٍ لُغَةً أَجْنَبِيَّةً؟</a:t>
            </a:r>
            <a:endParaRPr lang="ar-SA" sz="2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رَأْيِي … لِأَنَّهَا … وَلِأَنَّهَا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State a thesis with two reasons.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تَكُونَ اللُّغَاتُ إِلْزَامِيَّةً؟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… ، اسْتَطَعْتُ أَنْ … مِمَّا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an example (past → result).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أَعْطِنَا مِثَالًا مِنْ حَيَاتِكَ.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الإِنْجِلِيزِيَّةَ تَكْفِي، أَلَيْسَ كَذٰلِكَ؟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 تُدَرَّسَ … وَأَنْ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two solutions with the passive.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نُشَجِّعُ الطُّلَّابَ؟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تَعَلَّمْتُ …، لَاخْتَرْتُ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تَعَلَّمْتَ لُغَةً جَدِيدَةً، فَأَيُّهَا تَخْتَارُ؟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guest  ·  The examiner is: the podcast host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 in full sentences without long silences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reasons and used three time frames across the conversation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أُرِيدُ عَصِيرَ بُرْتُقَالٍ، مِنْ فَضْلِكَ.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 orange juice,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 وَسَهْلًا! مَاذَا تَشْرَبُ؟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بِدُونِ سُكَّرٍ، وَمَعَ ثَلْجٍ.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Without sugar, with ice.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بِسُكَّرٍ أَمْ بِدُونِ سُكَّرٍ؟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سَآكُلُ فَطِيرَةً بِالجُبْنِ.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have a cheese pastry.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تَأْكُلُ؟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كَمِ الحِسَابُ، مِنْ فَضْلِكَ؟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much is the bill, please?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حَاضِرٌ.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أُحِبُّ المَنْسَفَ كَثِيرًا، لِأَنَّهُ لَذِيذٌ وَغَنِيٌّ.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love mansaf — it’s delicious and rich.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ثَلَاثَةُ دَنَانِيرَ. هَلْ تُحِبُّ الطَّعَامَ الأُرْدُنِّيَّ؟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عِنْدِي صُدَاعٌ شَدِيدٌ وَحُمَّى خَفِيفَةٌ.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bad headache and a slight fever.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مَسَاءَ الخَيْرِ، مَا المُشْكِلَةُ؟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أَمْسِ فِي المَسَاءِ.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Since yesterday evening.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مُنْذُ مَتَى؟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أَكَلْتُ سَمَكًا فِي مَطْعَمٍ عَلَى الشَّاطِئِ، ثُمَّ جَلَسْتُ فِي الشَّمْسِ سَاعَتَيْنِ.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Fish at a beach restaurant, then two hours in the sun.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أَكَلْتَ أَمْسِ؟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مَرَّةً آخُذُهَا فِي اليَوْمِ؟ وَهَلْ آخُذُهَا قَبْلَ الأَكْلِ أَمْ بَعْدَهُ؟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times a day? Before or after food?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خُذْ هٰذِهِ الأَقْرَاصَ.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سَأَبْقَى فِي الفُنْدُقِ وَأَشْرَبُ مَاءً كَثِيرًا، لِأَنِّي أُرِيدُ أَنْ أَكُونَ بِخَيْرٍ قَبْلَ رِحْلَةِ البَتْرَاءِ.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Stay at the hotel and drink lots of water — I want to be well before the Petra trip.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مَرَّتَيْنِ بَعْدَ الأَكْلِ. وَمَاذَا سَتَفْعَلُ غَدًا؟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أُحِبُّ القِرَاءَةَ مُنْذُ طُفُولَتِي، وَأَيْضًا لِأَنَّ المَكْتَبَةَ قَرِيبَةٌ مِنْ بَيْتِي، فَأَسْتَطِيعُ أَنْ آتِيَ مَشْيًا.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I’ve loved reading since childhood, and it’s near my home — I can walk.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تُرِيدُ أَنْ تَعْمَلَ فِي مَكْتَبَتِنَا؟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أُجِيدُ اسْتِخْدَامَ الحَاسُوبِ، وَأَتَكَلَّمُ العَرَبِيَّةَ وَالإِنْجِلِيزِيَّةَ؛ مَثَلًا، أُسَاعِدُ أَبِي فِي الرَّدِّ عَلَى رَسَائِلِ زَبَائِنِهِ.</a:t>
            </a:r>
            <a:endParaRPr lang="ar-SA" sz="14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with computers, speak Arabic and English — I help my dad answer customers’ messages.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مَهَارَاتُكَ؟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الصَّيْفِ المَاضِي عَمِلْتُ أُسْبُوعَيْنِ فِي مَكْتَبٍ، فَتَعَلَّمْتُ أَنْ أَكُونَ دَقِيقًا وَأَنْ أَحْتَرِمَ المَوَاعِيدَ.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Two weeks in an office last summer — I learnt accuracy and punctuality.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عَمِلْتَ مِنْ قَبْلُ؟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يُنَاسِبُنِي تَمَامًا، أَمَّا يَوْمُ الأَحَدِ فَأُخَصِّصُهُ لِلْمُرَاجَعَةِ وَلِعَائِلَتِي.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Perfectly — Sundays are for revision and family.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العَمَلُ يَوْمَ السَّبْتِ فَقَطْ. هَلْ يُنَاسِبُكَ؟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سَأُوَفِّرُ نِصْفَهُ لِكَيْ أُسَافِرَ إِلَى المَغْرِبِ بَعْدَ الامْتِحَانَاتِ، وَسَأَشْتَرِي بِالبَاقِي كُتُبًا.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Save half to travel to Morocco after the exams, and buy books with the rest.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وَكَيْفَ سَتَصْرِفُ رَاتِبَكَ؟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رَأْيِي، نَعَمْ، لِأَنَّ اللُّغَةَ تَفْتَحُ أَبْوَابَ العَمَلِ وَالدِّرَاسَةِ فِي الخَارِجِ، وَلِأَنَّهَا تُعَلِّمُنَا كَيْفَ يُفَكِّرُ الآخَرُونَ.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languages open doors to work and study abroad, and teach us how others think.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أَنْ تَكُونَ اللُّغَاتُ إِلْزَامِيَّةً؟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عِنْدَمَا زُرْتُ الأُرْدُنَّ، اسْتَطَعْتُ أَنْ أَتَكَلَّمَ مَعَ بَائِعٍ فِي السُّوقِ بِالعَرَبِيَّةِ، مِمَّا جَعَلَهُ يَدْعُونَا إِلَى الشَّايِ فِي بَيْتِهِ.</a:t>
            </a:r>
            <a:endParaRPr lang="ar-SA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Jordan I chatted with a market seller in Arabic — he invited us home for tea.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أَعْطِنَا مِثَالًا مِنْ حَيَاتِكَ.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الإِنْجِلِيزِيَّةَ يُتَكَلَّمُ بِهَا فِي كُلِّ مَكَانٍ، غَيْرَ أَنَّ النَّاسَ يَفْتَحُونَ قُلُوبَهُمْ لِمَنْ يُكَلِّمُهُمْ بِلُغَتِهِمْ.</a:t>
            </a:r>
            <a:endParaRPr lang="ar-SA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English is spoken everywhere, but people open their hearts to those who speak their language.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لٰكِنَّ الإِنْجِلِيزِيَّةَ تَكْفِي، أَلَيْسَ كَذٰلِكَ؟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أَنْ تُدَرَّسَ اللُّغَاتُ مِنَ المَرْحَلَةِ الابْتِدَائِيَّةِ، وَأَنْ تُنَظَّمَ رِحْلَاتُ تَبَادُلٍ، لِأَنَّ الطَّالِبَ يَتَعَلَّمُ أَسْرَعَ عِنْدَمَا يَحْتَاجُ إِلَى اللُّغَةِ.</a:t>
            </a:r>
            <a:endParaRPr lang="ar-SA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Teach languages from primary school and organise exchanges — students learn faster when they need the language.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نُشَجِّعُ الطُّلَّابَ؟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تَعَلَّمْتُ لُغَةً جَدِيدَةً، لَاخْتَرْتُ التُّرْكِيَّةَ، لِأَنَّ فِيهَا كَلِمَاتٍ عَرَبِيَّةً كَثِيرَةً، وَلَزُرْتُ إِسْطَنْبُولَ لِأُمَارِسَهَا.</a:t>
            </a:r>
            <a:endParaRPr lang="ar-SA" sz="15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Turkish — it has many Arabic words — and I’d visit Istanbul to practise.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تَعَلَّمْتَ لُغَةً جَدِيدَةً، فَأَيُّهَا تَخْتَارُ؟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thesis, a lived example, a passive concession, two solutions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أَسْئِلَةٌ مِنْ كُلِّ المَحَاوِرِ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وَجْبَتِي المُفَضَّلَةُ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meal? (A)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69848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وَجْبَتُكَ المُفَضَّلَةُ؟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وَقْتِ الفَرَاغِ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in your free time? (B)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69848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مَاذَا تَفْعَلُ فِي وَقْتِ الفَرَاغِ؟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(B)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بَيْتِي … ، فِيهِ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home. (B · C)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69848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صِفْ بَيْتَكَ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 (B · C)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مَادَّتِي المُفَضَّلَةُ … لِأَنَّ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subject? (D)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69848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مَادَّتُكَ المُفَضَّلَةُ؟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(D)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قَضَيْتُ عُطْلَتِي 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did you spend your last holiday? (E)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69848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أَيْنَ قَضَيْتَ عُطْلَتَكَ الأَخِيرَةَ؟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(E)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check the tense in the question (qaḍayta = past). Stuck?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لَمْ أَفْهَمْ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تَطْوِيرُ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أُحَاوِلُ أَنْ … لٰكِنَّ … وَمِنَ الآنَ سَأُقَلِّلُ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eat healthily? (A)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69848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هَلْ تَأْكُلُ بِطَرِيقَةٍ صِحِّيَّةٍ؟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نُصَلِّي … ثُمَّ نَزُورُ … ؛ وَفِي العِيدِ المَاضِي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your family celebrate Eid? (B · E)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69848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كَيْفَ تَحْتَفِلُ عَائِلَتُكَ بِالعِيدِ؟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(B · E)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لِأَنَّ … ، لٰكِنْ يَنْقُصُهَا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your town? Why? (C)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69848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هَلْ تُحِبُّ مَدِينَتَكَ؟ لِمَاذَا؟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(C)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سَأَرْتَاحُ … ثُمَّ … لِأَنِّي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you do after the exams? (D)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69848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مَاذَا سَتَفْعَلُ بَعْدَ الامْتِحَانَاتِ؟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(D)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أَتَعَلَّمُهَا لِأَنَّ … ؛ وَعِنْدَمَا كُنْتُ صَغِيرًا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do you learn Arabic? (E)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69848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لِمَاذَا تَتَعَلَّمُ العَرَبِيَّةَ؟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(E)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linked sentences — a reason, a contrast and a past or future detail.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أَسْئِلَةُ التَّفْكِيرِ العَمِيقِ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… ؛ فَالأُسْرَةُ … بَيْنَمَا المَدْرَسَةُ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responsible for young people’s health? (A · D)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69848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مَنِ المَسْؤُولُ عَنْ صِحَّةِ الشَّبَابِ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: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الأُسْرَةُ أَمِ المَدْرَسَةُ؟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 · D)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technology made life easier? (C)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69848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هَلْ جَعَلَتِ التِّكْنُولُوجْيَا حَيَاتَنَا أَسْهَلَ؟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(C)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رَأْيِي … ، لِأَنَّ … مِمَّا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makes a town a good place to live? (C)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69848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الَّذِي يَجْعَلُ المَدِينَةَ مَكَانًا جَيِّدًا لِلْعَيْشِ؟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(C)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working abroad a good idea? (D · E)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69848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هَلِ العَمَلُ فِي الخَارِجِ فِكْرَةٌ جَيِّدَةٌ؟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 · E)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عُدْتُ، لَبَدَأْتُ … وَلَقَرَأْتُ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went back to the start of Year 10, what would you change?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عُدْتَ إِلَى بِدَايَةِ الصَّفِّ العَاشِرِ، فَمَاذَا تُغَيِّرُ؟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opinion with baynamā, a concession with mimmā, a balanced view and law … la- — finish strong.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وَجْبَتِي المُفَضَّلَةُ الأَرُزُّ مَعَ الدَّجَاجِ.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Rice with chicken.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وَجْبَتُكَ المُفَضَّلَةُ؟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وَقْتِ الفَرَاغِ أَقْرَأُ وَأَلْعَبُ كُرَةَ السَّلَّةِ.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read and play basketball.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6984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مَاذَا تَفْعَلُ فِي وَقْتِ الفَرَاغِ؟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(B)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بَيْتِي كَبِيرٌ، فِيهِ أَرْبَعُ غُرَفٍ وَحَدِيقَةٌ.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Big, with four rooms and a garden.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6984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صِفْ بَيْتَكَ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 (B · C)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مَادَّتِي المُفَضَّلَةُ العُلُومُ، لِأَنَّهَا مُمْتِعَةٌ.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Science — it’s fun.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6984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مَادَّتُكَ المُفَضَّلَةُ؟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قَضَيْتُ عُطْلَتِي فِي إِسْبَانْيَا مَعَ عَائِلَتِي.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Spain with my family.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6984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أَيْنَ قَضَيْتَ عُطْلَتَكَ الأَخِيرَةَ؟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(E)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full, accurate sentence + a reason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أُحَاوِلُ أَنْ آكُلَ الخُضَارَ كُلَّ يَوْمٍ، لٰكِنَّنِي أُحِبُّ الحَلَوِيَّاتِ؛ وَمِنَ الآنَ سَأُقَلِّلُ السُّكَّرَ.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try to eat vegetables daily but love sweets — from now on I’ll cut sugar.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هَلْ تَأْكُلُ بِطَرِيقَةٍ صِحِّيَّةٍ؟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نُصَلِّي صَلَاةَ العِيدِ، ثُمَّ نَزُورُ أَقَارِبَنَا؛ وَفِي العِيدِ المَاضِي سَافَرْنَا إِلَى بَيْتِ جَدَّتِي.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pray Eid prayer, then visit relatives; last Eid we went to grandma’s.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6984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كَيْفَ تَحْتَفِلُ عَائِلَتُكَ بِالعِيدِ؟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(B · E)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لِأَنَّ فِيهَا حَدَائِقَ وَمَكْتَبَةً كَبِيرَةً، لٰكِنْ يَنْقُصُهَا مَرْكَزٌ لِلشَّبَابِ.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 — parks and a big library — but it lacks a youth centre.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6984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هَلْ تُحِبُّ مَدِينَتَكَ؟ لِمَاذَا؟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(C)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سَأَرْتَاحُ أُسْبُوعًا، ثُمَّ سَأَبْحَثُ عَنْ عَمَلٍ صَيْفِيٍّ، لِأَنِّي أُرِيدُ أَنْ أَكْسِبَ خِبْرَةً.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Rest a week, then look for a summer job to gain experience.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6984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مَاذَا سَتَفْعَلُ بَعْدَ الامْتِحَانَاتِ؟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أَتَعَلَّمُهَا لِأَفْهَمَ القُرْآنَ وَأَتَكَلَّمَ مَعَ أَقَارِبِي؛ وَعِنْدَمَا كُنْتُ صَغِيرًا كُنْتُ أَخْجَلُ مِنْ أَخْطَائِي.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understand the Qur’an and talk with relatives; when I was little I was shy of my mistakes.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6984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لِمَاذَا تَتَعَلَّمُ العَرَبِيَّةَ؟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(E)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answer + reason + a second time frame — the same pattern on every topic.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المَسْؤُولِيَّةَ مُشْتَرَكَةٌ؛ فَالأُسْرَةُ تَخْتَارُ الطَّعَامَ فِي البَيْتِ، بَيْنَمَا تُعَلِّمُ المَدْرَسَةُ العَادَاتِ الصِّحِّيَّةَ وَتُوَفِّرُ الرِّيَاضَةَ.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shared: families choose food at home, while schools teach healthy habits and provide sport.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مَنِ المَسْؤُولُ عَنْ صِحَّةِ الشَّبَابِ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: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الأُسْرَةُ أَمِ المَدْرَسَةُ؟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(A · D)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أَنَّهَا وَفَّرَتْ عَلَيْنَا الوَقْتَ، غَيْرَ أَنَّهَا جَعَلَتْنَا مَشْغُولِينَ دَائِمًا، مِمَّا يُقَلِّلُ وَقْتَ الرَّاحَةِ وَالتَّفْكِيرِ.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saves time, but keeps us always busy, reducing time to rest and think.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69848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هَلْ جَعَلَتِ التِّكْنُولُوجْيَا حَيَاتَنَا أَسْهَلَ؟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(C)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رَأْيِي، المُوَاصَلَاتُ النَّظِيفَةُ وَالمَسَاحَاتُ الخَضْرَاءُ، لِأَنَّهَا تُقَرِّبُ النَّاسَ بَعْضَهُمْ مِنْ بَعْضٍ، مِمَّا يَبْنِي مُجْتَمَعًا أَقْوَى.</a:t>
            </a:r>
            <a:endParaRPr lang="ar-SA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Clean transport and green spaces — they bring people together, building a stronger community.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69848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مَا الَّذِي يَجْعَلُ المَدِينَةَ مَكَانًا جَيِّدًا لِلْعَيْشِ؟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(C)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range across all five topics — and a proverb-style ending leaves a strong final impression.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يُوَسِّعُ العَمَلُ فِي الخَارِجِ خِبْرَتَنَا وَيُعَلِّمُنَا الاسْتِقْلَالَ، وَمِنْ نَاحِيَةٍ أُخْرَى، قَدْ نَشْعُرُ بِالوَحْدَةِ بَعِيدًا عَنِ العَائِلَةِ.</a:t>
            </a:r>
            <a:endParaRPr lang="ar-SA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broadens experience and teaches independence, but we may feel lonely far from family.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69848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cs typeface="Amiri" pitchFamily="2" charset="-78"/>
              </a:rPr>
              <a:t>هَلِ العَمَلُ فِي الخَارِجِ فِكْرَةٌ جَيِّدَةٌ؟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(D · E)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عُدْتُ، لَبَدَأْتُ المُرَاجَعَةَ مُبَكِّرًا، وَلَقَرَأْتُ بِالعَرَبِيَّةِ كُلَّ يَوْمٍ، لِأَنَّ القَلِيلَ الدَّائِمَ خَيْرٌ مِنَ الكَثِيرِ المُنْقَطِعِ.</a:t>
            </a:r>
            <a:endParaRPr lang="ar-SA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start revising earlier and read Arabic daily — a little, often, beats a lot, rarely.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عُدْتَ إِلَى بِدَايَةِ الصَّفِّ العَاشِرِ، فَمَاذَا تُغَيِّرُ؟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range across all five topics — and a proverb-style ending leaves a strong final impression.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FR-L06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Final Revision · Speaking workshop · FR-L06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task in full sentences, with no long silences.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checked who I am and who the examiner is before I started.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reasons and used three time frames in the conversation.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asked my role-play questions clearly and correctly.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mimmā and law … la- accurately.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FR-L06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FR-L06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FR-L06 · Speaking Workshop — Final Mock Exam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2026-10-11T18:49:18Z</dcterms:created>
  <dcterms:modified xsi:type="dcterms:W3CDTF">2026-10-11T18:49:18Z</dcterms:modified>
</cp:coreProperties>
</file>