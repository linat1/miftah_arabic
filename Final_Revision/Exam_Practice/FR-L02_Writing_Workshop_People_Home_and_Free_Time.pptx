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the Final Revision series (Topics A–E), Lesson 2 (Final Revision — People, Home and Free Time, FR-L02).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1 — FORM FILLING. About 8 minutes. Core: boxes 1–6. Develop / Stretch: all 8. Box 4: the dual (akhawāni). A boy writes مَرِحٌ وَصَبُورٌ and reads تُرِيدُ / فَعَلْتَ in the headings.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مَتَى انْتَقَلْتُمْ (when did you move — PAST) · صِفِي (describe! — f.) · رَأْيُكِ (your opinion) · اُدْعِي (invite! —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(84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(114 words). Core model: all of Topic B — a holiday in the past (L09), a place with non-human plural agreement (ghurafuhā bayḍāʾu, L04), kunnā + present, a comparison (L03), shopping with colour agreement (L06–L07), describing a friend (L03)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lam takun … ghayra anna, a superlative (ajmalahā), an apposition (riḥlatayni: riḥlata …), dhāt + colour agreement in the genitive (bayḍāʾa), a relative clause with lā yunsā, a cognate (fakhrin lam ashʿur bihi), ḥaythu, mā ziltu, a concession and a passive law khuyyirtu … la-.
ENGLISH SUMMARY (read aloud or paste in the chat for Core students): Granada last summer wasn’t my longest holiday, but certainly my best: for the first time my friend Judy came, so it became two trips — a family trip and a friendship trip → we stayed in an old flat with white walls and a balcony facing the Alhambra, eating breakfast every morning before that unforgettable view, planning our day excitedly → the palace amazed me: Arabic inscriptions fill its walls, and I read some aloud to Judy, feeling a pride I’d never felt; in the evenings we wandered the markets, where Judy bought a red dress and I chose a blue leather bag I still carry to school every day → it was sometimes very hot, but the laughter never stopped, even on the longest, most tiring days; “if I had to choose between anywhere in the world and that little balcony, I’d choose the balcony without hesitation”.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for the Stretch title: a paradox hook with reported speech and akthar min ayyi jīl, a rhetorical question, tutīḥu lanā an ×2 + ka- examples, lā yastaṭīʿu an … aw, a narrated example with a dual verb (jāʾatā), idāfa lā badīl, and idhā … fa-sa- with li- … dūna an.
ENGLISH SUMMARY (read aloud or paste in the chat for Core students): Many young people have hundreds of online “friends”, yet studies say they feel lonelier than any previous generation — can online friendships replace real friends? → the internet lets us meet people who share rare hobbies, like Japanese drawing or chess, and keep in touch with friends who moved abroad, and find support when no one around understands us; yet a virtual friend can’t hug you when you’re sad or visit you when you’re ill, or notice from your face that you’re not OK → I learnt this when I broke my leg: dozens of messages and emojis arrived, but only two friends came every day with homework, sweets and funny stories, until I forgot the pain → online friendships are a lovely addition, not a replacement; “if we use them to bring the distant closer without pushing away those close by, we’ll have the best of both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FINAL REVISION · EXAM PRACTICE  ·  FR-L02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FR-L02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People, Home and Free Time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النَّاسُ وَالبَيْتُ وَوَقْتُ الفَرَاغِ</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Final-revision Paper 4 practice on Topic B: fill in a youth-club membership form, write an email describing your new home and inviting a friend, and write an extended piece about an unforgettable holiday or about whether online friendships can replace real ones. Exam skills: check every adjective agrees, and plan four paragraphs before you write.</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FR-L02 · Final Revision · Advanced Topics A–E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Topics A–E · exam ready</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Final Revision › FR-L02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my new home.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00" dirty="0">
                <a:solidFill>
                  <a:srgbClr val="1F2A37"/>
                </a:solidFill>
                <a:latin typeface="Calibri" pitchFamily="34" charset="0"/>
                <a:cs typeface="Amiri" pitchFamily="2" charset="-78"/>
              </a:rPr>
              <a:t>EXAM CHECK (2 min): every bullet answered? greeting and closing? Then check Topic B accuracy — adjective agreement (sarīrun abyaḍu / ḥaqībatun zarqāʾu), non-human plurals take the feminine singular (al-ghurafu wāsiʿatun), colour adjectives have no tanwīn (zarqāʾu), prepositions of place, and the past for holidays (qaḍaytu, aqamnā, zurnā).</a:t>
            </a:r>
            <a:endParaRPr lang="en-US" sz="12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البَيْتُ أَكْبَرُ مِنْ بَيْتِنَا القَدِيمِ</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house is bigger than our old house</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غُرْفَتِي وَاسِعَةٌ، وَجُدْرَانُهَا زَرْقَاءُ</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room is spacious and its walls are blue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هَلْ تُرِيدِينَ أَنْ تَأْتِي؟</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would you like to come? (f.)</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Youth-club membership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اسْتِمَارَةُ الاشْتِرَاكِ فِي نَادِي الشَّبَابِ</a:t>
            </a:r>
            <a:endParaRPr lang="ar-SA" sz="26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Address</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العُنْوَانُ</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brothers and sisters</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الإِخْوَةِ وَالأَخَوَاتِ</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Hobbies</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الهِوَايَاتُ</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personal qualities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صِفَتَانِ شَخْصِيَّتَانِ</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activity you want to try</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نَشَاطٌ تُرِيدِينَ أَنْ تُجَرِّبِيهِ</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 did last holiday</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فَعَلْتِ فِي آخِرِ عُطْلَةٍ؟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box 6 needs feminine agreement for a girl (marḥa, ṣabūra); the last box is a full sentence in the past.</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Youth-club membership form: model answers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Nadia Ali</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نَادِيَةُ عَلِيٍّ</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fifteen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 عَشْرَةَ سَنَةً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العُمْرُ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 Garden Street</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شَارِعُ الحَدِيقَةِ، رَقْمُ ١٢</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العُنْوَانُ</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sister, two brothers</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أُخْتٌ وَأَخَوَانِ</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عَدَدُ الإِخْوَةِ وَالأَخَوَاتِ</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drawing and netball</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الرَّسْمُ وَكُرَةُ الشَّبَكَةِ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الهِوَايَاتُ</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cheerful and patient</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مَرِحَةٌ وَصَبُورَةٌ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صِفَتَانِ شَخْصِيَّتَانِ</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drama</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المَسْرَحُ</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نَشَاطٌ تُرِيدِينَ أَنْ تُجَرِّبِيهِ</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 travelled to Spain with my family, and we visited the Alhambra.</a:t>
            </a:r>
            <a:endParaRPr lang="en-US" sz="10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سَافَرْتُ إِلَى إِسْبَانْيَا مَعَ عَائِلَتِي، وَزُرْنَا قَصْرَ الحَمْرَاءِ.</a:t>
            </a:r>
            <a:endParaRPr lang="ar-SA" sz="17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مَاذَا فَعَلْتِ فِي آخِرِ عُطْلَةٍ؟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our new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بَيْتُنَا الجَدِيدُ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email in Arabic to a friend of about 80–90 words. You must include: • when you moved and a description of the new home • a description of your room (colours, furniture, where things are) • your opinion of the home (one good point and one bad point) • an invitation with day and time.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adjectives that agree, and two colours.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انْتَقَلْنَا إِلَى بَيْتٍ جَدِيدٍ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moved to a new house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البَيْتُ أَكْبَرُ مِنْ … ، وَفِيهِ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house is bigger than …, and has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فِيهَا سَرِيرٌ … بِجَانِبِ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has a … bed next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تُرِيدِينَ أَنْ تَأْتِي …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would you like to come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your new home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اكْتُبِي رِسَالَةً إِلَى صَدِيقَتِكِ عَنْ بَيْتِكِ الجَدِيدِ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moved; describe the home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مَتَى انْتَقَلْتُمْ؟ صِفِي البَيْتَ الجَدِيدَ.</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room</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صِفِي غُرْفَتَكِ.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of the home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فِي البَيْتِ؟</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Invite your friend; give day and time</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اُدْعِي صَدِيقَتَكِ إِلَى البَيْتِ، وَحَدِّدِي اليَوْمَ وَالوَقْتَ.</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moved to a new house … It is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انْتَقَلْنَا إِلَى بَيْتٍ جَدِيدٍ ______ . البَيْتُ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room is …; its walls are … It has … next to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غُرْفَتِي ______ ، وَجُدْرَانُهَا ______ . فِيهَا ______ بِجَانِبِ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love the house, but it is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البَيْتَ، لٰكِنَّهُ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 we’ll hold … Would you like to come?</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______ سَنُنَظِّمُ ______ . هَلْ تُرِيدِينَ أَنْ تَأْتِي؟</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سَلْمَى،</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عِنْدِي خَبَرٌ جَمِيلٌ: انْتَقَلْنَا إِلَى بَيْتٍ جَدِيدٍ الأُسْبُوعَ المَاضِيَ! البَيْتُ أَكْبَرُ مِنْ بَيْتِنَا القَدِيمِ، وَفِيهِ أَرْبَعُ غُرَفِ نَوْمٍ وَحَدِيقَةٌ صَغِيرَةٌ. غُرْفَتِي وَاسِعَةٌ وَمُشْمِسَةٌ، وَجُدْرَانُهَا زَرْقَاءُ. فِيهَا سَرِيرٌ أَبْيَضُ بِجَانِبِ النَّافِذَةِ، وَمَكْتَبٌ صَغِيرٌ لِلدِّرَاسَةِ. أُحِبُّ البَيْتَ كَثِيرًا، لٰكِنَّهُ بَعِيدٌ عَنِ المَدْرَسَةِ قَلِيلًا. يَوْمَ السَّبْتِ القَادِمِ سَنُنَظِّمُ حَفْلَةً صَغِيرَةً فِي الحَدِيقَةِ. هَلْ تُرِيدِينَ أَنْ تَأْتِي؟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نَادِيَةُ</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Salma, how are you? I have lovely news: we moved to a new house last week! It’s bigger than our old house, with four bedrooms and a small garden. My room is spacious and sunny, and its walls are blue. It has a white bed next to the window and a small desk for studying. I love the house a lot, but it’s a bit far from school. Next Saturday we’ll have a small party in the garden. Would you like to come? Goodbye, Nadia.”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أَكْبَرُ مِنْ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وَجُدْرَانُهَا زَرْقَاءُ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بِجَانِبِ النَّافِذَةِ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هَلْ تُرِيدِينَ أَنْ تَأْتِي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سَلْمَى،</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أَخِيرًا انْتَقَلْنَا إِلَى البَيْتِ الجَدِيدِ الَّذِي حَدَّثْتُكِ عَنْهُ! صَحِيحٌ أَنَّهُ أَبْعَدُ عَنِ المَدْرَسَةِ، غَيْرَ أَنَّهُ أَوْسَعُ بِكَثِيرٍ مِنْ شَقَّتِنَا القَدِيمَةِ، فَلِكُلٍّ مِنَّا غُرْفَتُهُ أَخِيرًا. أَمَّا غُرْفَتِي فَقَدْ دَهَنَّا جُدْرَانَهَا بِاللَّوْنِ الأَزْرَقِ الفَاتِحِ، وَوَضَعْتُ سَرِيرِي الأَبْيَضَ بِجَانِبِ النَّافِذَةِ الكَبِيرَةِ الَّتِي تُطِلُّ عَلَى الحَدِيقَةِ، كَمَا عَلَّقْتُ صُوَرَ رِحْلَتِنَا إِلَى إِسْبَانْيَا فَوْقَ المَكْتَبِ. وَأَجْمَلُ مَا فِي البَيْتِ شَجَرَةُ اللَّيْمُونِ الَّتِي تَمْلَأُ المَطْبَخَ بِرَائِحَتِهَا الجَمِيلَةِ فِي الصَّبَاحِ. وَإِذَا كَانَ الطَّقْسُ جَمِيلًا يَوْمَ السَّبْتِ، فَسَنُقِيمُ حَفْلَةً صَغِيرَةً فِي الحَدِيقَةِ. هَلْ تَأْتِينَ مَعَ أُخْتِكِ فِي الرَّابِعَةِ؟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بِمَحَبَّةٍ،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نَادِيَةُ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Salma, at last we’ve moved into the new house I told you about! It’s further from school, but much more spacious than our old flat, so each of us finally has a room. As for mine, we painted the walls light blue, and I put my white bed by the big window overlooking the garden, and hung photos of our Spain trip above the desk. The best thing is the lemon tree that fills the kitchen with its lovely scent in the morning. If the weather is nice on Saturday, we’ll have a small party in the garden. Will you come with your sister at four? With love, Nadia.”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الَّذِي حَدَّثْتُكِ عَنْهُ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أَوْسَعُ بِكَثِيرٍ مِنْ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الَّتِي تُطِلُّ عَلَى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كَانَ … فَسَنُقِيمُ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unforgettable holiday with my family and friends</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عُطْلَةٌ لَا أَنْسَاهَا مَعَ عَائِلَتِي وَأَصْدِقَائِي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went and with whom · where you stayed · what you did and bought · your opinion and plans for the next holiday</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أَيْنَ ذَهَبْتَ وَمَعَ مَنْ · المَكَانُ الَّذِي أَقَمْتَ فِيهِ · مَاذَا فَعَلْتُمْ وَاشْتَرَيْتُمْ · رَأْيُكَ وَخُطَطُكَ لِلْعُطْلَةِ القَادِمَةِ</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Can online friendships replace real friends?</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تُغْنِي صَدَاقَاتُ الإِنْتَرْنِتِ عَنِ الأَصْدِقَاءِ الحَقِيقِيِّينَ؟</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advantages and limits · an example from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المَوْضُوعُ · المَزَايَا وَالحُدُودُ · مِثَالٌ مِنْ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trip — fī aṣ-ṣayfi al-māḍī qaḍaytu …; sāfartu maʿa … ilā …; baqīnā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Where we stayed — aqamnā fī shaqqatin …; kānat … wāsiʿatan, wa-ghurafuhā bayḍāʾu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we did — awwalan zurnā … wa-kāna ajmala min …; thumma …; ishtaraytu fustānan aḥmara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uḥibbu as-safara maʿa … li-annanā …; fī aṣ-ṣayfi al-qādimi sa- …; Stretch: lam takun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أَقَمْنَا فِي شَقَّةٍ وَاسِعَةٍ قُرْبَ البَحْرِ.</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we stayed in a big flat by the sea.</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اشْتَرَيْتُ فُسْتَانًا أَحْمَرَ وَحَقِيبَةً زَرْقَاءَ.</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colours: a red dress and a blue bag.</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سَنُسَافِرُ إِلَى تُرْكِيَا فِي الصَّيْفِ القَادِمِ.</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we’ll go to Turkey next summer.</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الصَّيْفِ المَاضِي قَضَيْتُ أَجْمَلَ عُطْلَةٍ فِي حَيَاتِي. سَافَرْتُ مَعَ عَائِلَتِي وَصَدِيقَتِي جُودِي إِلَى مَدِينَةِ غَرْنَاطَةَ فِي إِسْبَانْيَا، وَبَقِينَا هُنَاكَ أُسْبُوعَيْنِ، وَكَانَ الجَوُّ حَارًّا وَمُشْمِسًا.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أَقَمْنَا فِي شَقَّةٍ جَمِيلَةٍ قُرْبَ وَسَطِ المَدِينَةِ. كَانَتِ الشَّقَّةُ وَاسِعَةً، وَغُرَفُهَا بَيْضَاءُ وَمُرِيحَةٌ. مِنَ النَّافِذَةِ كُنَّا نَرَى الجِبَالَ العَالِيَةَ وَالبُيُوتَ القَدِيمَةَ.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كُلَّ يَوْمٍ كُنَّا نَفْعَلُ شَيْئًا جَدِيدًا. أَوَّلًا زُرْنَا قَصْرَ الحَمْرَاءِ، وَكَانَ أَجْمَلَ مِنَ الصُّوَرِ. ثُمَّ ذَهَبْنَا إِلَى السُّوقِ، وَاشْتَرَيْتُ فُسْتَانًا أَحْمَرَ وَحَقِيبَةً زَرْقَاءَ. فِي المَسَاءِ كُنَّا نَأْكُلُ فِي مَطْعَمٍ صَغِيرٍ، وَنَلْعَبُ الوَرَقَ مَعَ أَبِي، وَكَانَ دَائِمًا يَفُوزُ!</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أُحِبُّ السَّفَرَ مَعَ عَائِلَتِي، لِأَنَّنَا نَضْحَكُ كَثِيرًا وَنَتَعَلَّمُ أَشْيَاءَ جَدِيدَةً. وَجُودِي صَدِيقَةٌ مَرِحَةٌ وَلَطِيفَةٌ، وَهِيَ أَطْوَلُ مِنِّي قَلِيلًا. فِي الصَّيْفِ القَادِمِ سَنُسَافِرُ إِلَى تُرْكِيَا، وَأُرِيدُ أَنْ تَأْتِيَ جُودِي مَعَنَا مَرَّةً أُخْرَى.</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Best holiday: two weeks in Granada with my family and my friend Judy → a spacious flat with white rooms and mountain views → the Alhambra, more beautiful than the photos; a red dress and a blue bag from the market; evenings of cards with dad → we laugh and learn together; next summer Turkey, with Judy again.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قَضَيْتُ أَجْمَلَ عُطْلَةٍ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وَغُرَفُهَا بَيْضَاءُ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أَجْمَلَ مِنَ الصُّوَرِ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فُسْتَانًا أَحْمَرَ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لَمْ تَكُنْ عُطْلَتُنَا فِي غَرْنَاطَةَ الصَّيْفَ المَاضِيَ أَطْوَلَ عُطْلَةٍ قَضَيْتُهَا، غَيْرَ أَنَّهَا كَانَتْ أَجْمَلَهَا بِلَا شَكٍّ؛ فَلِأَوَّلِ مَرَّةٍ رَافَقَتْنَا صَدِيقَتِي جُودِي، فَصَارَتِ الرِّحْلَةُ رِحْلَتَيْنِ: رِحْلَةَ عَائِلَةٍ، وَرِحْلَةَ صَدَاقَةٍ.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أَقَمْنَا فِي شَقَّةٍ قَدِيمَةٍ جَمِيلَةٍ ذَاتِ جُدْرَانٍ بَيْضَاءَ وَشُرْفَةٍ تُطِلُّ عَلَى قَصْرِ الحَمْرَاءِ، فَكُنَّا نَتَنَاوَلُ الفُطُورَ كُلَّ صَبَاحٍ أَمَامَ ذٰلِكَ المَنْظَرِ الَّذِي لَا يُنْسَى، وَنُخَطِّطُ لِيَوْمِنَا بِحَمَاسٍ.</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أَدْهَشَنِي القَصْرُ حِينَ زُرْنَاهُ؛ فَالكِتَابَاتُ العَرَبِيَّةُ تَمْلَأُ جُدْرَانَهُ، وَاسْتَطَعْتُ أَنْ أَقْرَأَ بَعْضَهَا لِجُودِي بِصَوْتٍ عَالٍ، فَشَعَرْتُ بِفَخْرٍ لَمْ أَشْعُرْ بِهِ مِنْ قَبْلُ. أَمَّا فِي المَسَاءِ، فَكُنَّا نَتَجَوَّلُ فِي الأَسْوَاقِ، حَيْثُ اشْتَرَتْ جُودِي فُسْتَانًا أَحْمَرَ، وَاخْتَرْتُ أَنَا حَقِيبَةً جِلْدِيَّةً زَرْقَاءَ مَا زِلْتُ أَحْمِلُهَا إِلَى المَدْرَسَةِ كُلَّ يَوْمٍ.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الحَرَّ كَانَ شَدِيدًا أَحْيَانًا، غَيْرَ أَنَّ الضَّحِكَ لَمْ يَتَوَقَّفْ، حَتَّى فِي أَطْوَلِ الأَيَّامِ وَأَكْثَرِهَا تَعَبًا. وَلَوْ خُيِّرْتُ بَيْنَ أَيِّ مَكَانٍ فِي العَالَمِ وَتِلْكَ الشُّرْفَةِ الصَّغِيرَةِ، لَاخْتَرْتُ الشُّرْفَةَ دُونَ تَرَدُّدٍ.</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تَكُنْ … غَيْرَ أَنَّهَا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ذَاتِ جُدْرَانٍ بَيْضَاءَ</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أَشْعُرْ بِهِ مِنْ قَبْلُ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خُيِّرْتُ … لَاخْتَرْتُ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Q3 (</a:t>
            </a:r>
            <a:pPr algn="l" indent="0" marL="0">
              <a:buNone/>
            </a:pPr>
            <a:r>
              <a:rPr lang="ar-SA" altLang="en-US" sz="2750" b="1" dirty="0">
                <a:solidFill>
                  <a:srgbClr val="1B3B6F"/>
                </a:solidFill>
                <a:latin typeface="Amiri" pitchFamily="2" charset="-78"/>
                <a:ea typeface="Amiri" pitchFamily="2" charset="-78"/>
                <a:cs typeface="Amiri" pitchFamily="2" charset="-78"/>
              </a:rPr>
              <a:t>ب</a:t>
            </a:r>
            <a:pPr algn="l" indent="0" marL="0">
              <a:buNone/>
            </a:pPr>
            <a:r>
              <a:rPr lang="en-US" sz="2100" b="1" dirty="0">
                <a:solidFill>
                  <a:srgbClr val="1B3B6F"/>
                </a:solidFill>
                <a:latin typeface="Cambria" pitchFamily="34" charset="0"/>
                <a:cs typeface="Amiri" pitchFamily="2" charset="-78"/>
              </a:rPr>
              <a:t>) full-mark model: online vs real friends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لِكَثِيرٍ مِنَ الشَّبَابِ اليَوْمَ مِئَاتُ "الأَصْدِقَاءِ" عَلَى الإِنْتَرْنِتِ، وَمَعَ ذٰلِكَ تَقُولُ الدِّرَاسَاتُ إِنَّهُمْ يَشْعُرُونَ بِالوَحْدَةِ أَكْثَرَ مِنْ أَيِّ جِيلٍ سَابِقٍ. فَهَلْ تُغْنِي صَدَاقَاتُ الإِنْتَرْنِتِ عَنِ الأَصْدِقَاءِ الحَقِيقِيِّينَ؟</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مِنْ نَاحِيَةٍ، تُتِيحُ لَنَا الإِنْتَرْنِتُ أَنْ نَتَعَرَّفَ عَلَى أَشْخَاصٍ يُشَارِكُونَنَا هِوَايَاتٍ نَادِرَةً، كَالرَّسْمِ اليَابَانِيِّ أَوِ الشِّطْرَنْجِ، وَأَنْ نَبْقَى عَلَى اتِّصَالٍ بِأَصْدِقَاءَ انْتَقَلُوا إِلَى بُلْدَانٍ أُخْرَى، وَأَنْ نَجِدَ دَعْمًا عِنْدَمَا نَشْعُرُ بِأَنَّ لَا أَحَدَ حَوْلَنَا يَفْهَمُنَا. وَمِنْ نَاحِيَةٍ أُخْرَى، لَا يَسْتَطِيعُ الصَّدِيقُ الافْتِرَاضِيُّ أَنْ يُعَانِقَكَ حِينَ تَحْزَنُ، أَوْ يَزُورَكَ حِينَ تَمْرَضُ، أَوْ يُلَاحِظَ مِنْ وَجْهِكَ أَنَّكَ لَسْتَ بِخَيْرٍ.</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وَقَدْ تَعَلَّمْتُ ذٰلِكَ عِنْدَمَا كَسَرْتُ رِجْلِي؛ فَقَدْ وَصَلَتْنِي عَشَرَاتُ الرَّسَائِلِ وَالرُّمُوزِ التَّعْبِيرِيَّةِ، غَيْرَ أَنَّ صَدِيقَتَيْنِ فَقَطْ جَاءَتَا كُلَّ يَوْمٍ بِالوَاجِبَاتِ وَالحَلَوِيَّاتِ وَالقِصَصِ المُضْحِكَةِ، حَتَّى نَسِيتُ الأَلَمَ.</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لِذٰلِكَ أَرَى أَنَّ صَدَاقَاتِ الإِنْتَرْنِتِ إِضَافَةٌ جَمِيلَةٌ وَمُفِيدَةٌ لَا بَدِيلٌ. فَإِذَا اسْتَخْدَمْنَاهَا لِنُقَرِّبَ البَعِيدَ دُونَ أَنْ نُبْعِدَ القَرِيبَ، فَسَنَحْصُلُ عَلَى أَفْضَلِ مَا فِي العَالَمَيْنِ.</a:t>
            </a:r>
            <a:endParaRPr lang="ar-SA" sz="170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وَمَعَ ذٰلِكَ تَقُولُ</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لَا يَسْتَطِيعُ … أَنْ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صَدِيقَتَيْنِ فَقَطْ جَاءَتَا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إِضَافَةٌ … لَا بَدِيلٌ</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filled; feminine agreement in box 6 (for a girl).</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three adjectives that agree, two colours and a comparison.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past narrative with kunnā + present for repeated actions.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concession and a conditional; I checked all my agreements.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FR-L02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FR-L03 · Exam practice · Speaking and writing workshops — the next Final Revision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FR-L02 · Writing Workshop — People, Home and Free Time</dc:title>
  <dc:subject>PptxGenJS Presentation</dc:subject>
  <dc:creator>Al Madina Online School · Arabic Department</dc:creator>
  <cp:lastModifiedBy>Al Madina Online School · Arabic Department</cp:lastModifiedBy>
  <cp:revision>1</cp:revision>
  <dcterms:created xsi:type="dcterms:W3CDTF">2026-10-11T18:32:42Z</dcterms:created>
  <dcterms:modified xsi:type="dcterms:W3CDTF">2026-10-11T18:32:42Z</dcterms:modified>
</cp:coreProperties>
</file>