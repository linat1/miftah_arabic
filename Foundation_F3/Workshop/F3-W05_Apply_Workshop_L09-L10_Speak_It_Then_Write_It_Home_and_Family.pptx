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F3-L09 · Learn F3-L10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F3-L09 (Extended Writing: My Home and Family) and F3-L10 (Speaking: My Family and Home).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F3-L09 and F3-L10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F3-L09? After F3-L10?” Take two answers in the chat for each lesson (one word or one sentence is enough). Then read objective 3 — today’s new situation that needs BOTH lessons. Students tick their route goals at the end of the lesson.
F3-L09 language: planning three paragraphs (family · home · opinion); connectors wa · ayḍan · lākinna · li-anna · li-dhālika; reviewing endings and agreement
F3-L10 language: decoding the question word (man · maʿa man · ayna · kam · li-mādhā · ṣif); two connected sentences per answer; repair phrases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F3-L09 and F3-L10. Teacher reads it once with a confident student; then pairs. Ask: “Which lines are from F3-L09? Which from F3-L10?” The question words and “two sentences per answer” come from F3-L10; the connectors (لِأَنَّ · لٰكِنَّ · لِذٰلِكَ) from F3-L09. Line 6 shows a speaking answer that is already a written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decoding question words and two connected sentences (F3-L10) with connectors and opinions from the three-paragraph plan (F3-L09). SUPPORTED: the plan column gives the first words, not the full answer. To a girl Partner A says: كَمْ شَخْصًا فِي عَائِلَتِكِ؟ · صِفِي · أَيْنَ تَسْكُنِينَ؟ · مَا رَأْيُكِ؟ · مَعَ مَنْ تُشَارِكِينَ غُرْفَتَكِ؟.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(46 words). CHECK YOURSELF (2 min). Find each bullet point in the model, and one phrase from F3-L09 and one from F3-L10.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F3  ·  F3-L09 + F3-L10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F3-W05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Speak It, Then Write It: Home and Family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تَكَلَّمْ ثُمَّ اكْتُبْ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turn speaking into writing: they decode question words, give two connected sentences per answer in a family-and-home conversation, then plan and write three short paragraphs with connectors — the same ideas, spoken first and written second.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F3-L09 + F3-L10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F3 › F3-L10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F3-L09 and F3-L10.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F3-L09 +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F3-L09: Extended Writing: My Home and Family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F3-L10: Speaking: My Family and Home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practice speaking test · My home and family: three paragraphs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F3-L09 and F3-L10.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F3-L09 · Extended Writing: My Home and Family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idea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fik-ra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أَفْكَارٌ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مُسَوَّدَةٌ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draft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mu-saw-wa-da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مُسَوَّدَاتٌ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جُمْلَةٌ</a:t>
            </a:r>
            <a:endParaRPr lang="ar-SA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sentence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jum-la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جُمَلٌ</a:t>
            </a:r>
            <a:endParaRPr lang="ar-SA" sz="1500" dirty="0"/>
          </a:p>
        </p:txBody>
      </p:sp>
      <p:sp>
        <p:nvSpPr>
          <p:cNvPr id="49" name="Shape 4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and · also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 · ay-ḍan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69" name="Text 66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70" name="Text 6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F3-L10 · Speaking: My Family and Home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person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مَنْ؟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place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→ لِأَنَّ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li-mādhā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طَلَاقَةٌ</a:t>
            </a:r>
            <a:endParaRPr lang="ar-SA" sz="3000" dirty="0"/>
          </a:p>
        </p:txBody>
      </p:sp>
      <p:sp>
        <p:nvSpPr>
          <p:cNvPr id="57" name="Text 54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fluency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ṭa-lā-qa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نُطْقٌ</a:t>
            </a:r>
            <a:endParaRPr lang="ar-SA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pronunciation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nuṭq</a:t>
            </a:r>
            <a:endParaRPr lang="en-US" sz="1350" dirty="0"/>
          </a:p>
        </p:txBody>
      </p:sp>
      <p:sp>
        <p:nvSpPr>
          <p:cNvPr id="65" name="Shape 6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phrase</a:t>
            </a:r>
            <a:endParaRPr lang="en-US" sz="800" dirty="0"/>
          </a:p>
        </p:txBody>
      </p:sp>
      <p:sp>
        <p:nvSpPr>
          <p:cNvPr id="70" name="Shape 6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بِبُطْءٍ، مِنْ فَضْلِكَ.</a:t>
            </a:r>
            <a:endParaRPr lang="ar-SA" sz="3000" dirty="0"/>
          </a:p>
        </p:txBody>
      </p:sp>
      <p:sp>
        <p:nvSpPr>
          <p:cNvPr id="73" name="Text 7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 slowly, please.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ta-kal-lam bi-buṭ’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Question word or connector?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conversation in two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جُمْلَتَانِ فِي كُلِّ جَوَابٍ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live with?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تَسْكُنُ؟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with my father, my mother and my sister. My older sister is clever and funny.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أَبِي وَأُمِّي وَأُخْتِي. أُخْتِي الكُبْرَى ذَكِيَّةٌ وَمُضْحِكَةٌ.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flat in London. It has three rooms and a small balcony.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لَنْدَنَ. فِيهَا ثَلَاثُ غُرَفٍ وَشُرْفَةٌ صَغِيرَةٌ.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like your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it is comfortable, but my room is small, so I study in the library.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لِأَنَّهُ مُرِيحٌ، لٰكِنَّ غُرْفَتِي صَغِيرَةٌ، لِذٰلِكَ أَدْرُسُ فِي المَكْتَبَةِ.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answer with YOUR facts — always two sentences, always one connector.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وَ… أَيْضًا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in your family?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56648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+ sentence 2: …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/ هِيَ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people are in your family?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وَشَعْرُهُ / وَشَعْرُهَا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/ أُمِّي / أَخِي … هُوَ / هِيَ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person. (paragraph 1)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وَاحِدًا.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عُمْرُهُ … وَهُوَ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شَخْصٍ … ← جَدِّي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oldest person in your family?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أَكْبَرُ شَخْصٍ فِي عَائِلَتِكَ؟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فِيهِ … وَعِنْدَنَا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 Describe it.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فِيهِ / فِيهَا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F3-L09, even numbers from F3-L10.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practice speaking test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اخْتِبَارُ المُحَادَثَةِ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فِي عَائِلَتِي … أَشْخَاصٍ.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Number + who (two sentences).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← … هُوَ / هِيَ … وَ…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Appearance + personality.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/ صِفْ ← نَسْكُنُ فِي … ، فِيهِ …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+ two rooms or features.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أُحِبُّهُ لِأَنَّ … ، لٰكِنَّ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Opinion + reason + a “but”.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← مَرَّةً أُخْرَى … / أُشَارِكُهَا مَعَ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Answer; if unsure, use a repair phrase first.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candidate · Partner A = the examiner.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One minute: my family and my home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دَقِيقَةٌ عَنْ عَائِلَتِي وَبَيْتِي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without stopping, in three parts — like the three paragraphs you will write: (1) your family and one person described, (2) your home and your room, (3) your opinion with a reason and a “but”.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· نَسْكُنُ فِي … · أُحِبُّ بَيْتِي لِأَنَّ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Two sentences in each part, joined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, and a repair phrase if you need time: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لٰكِنَّ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but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that is why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 me think a little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لِأَنَّهَا كَبِيرَةٌ،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 مَعَ جَدَّتِي.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هَادِئَةٌ وَلَطِيفَةٌ.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هَادِئٌ وَلَطِيفٌ.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يَسْكُنُ مَعَنَا،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مُزْدَحِمٌ.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مُزْدَحِمَةٌ.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كَبِيرٌ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but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صَغِيرَةٌ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 لٰكِنَّ غُرْفَتِي صَغِيرَةٌ.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grandmother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feminine adjectives.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 هِيَ هَادِئَةٌ وَلَطِيفَةٌ.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so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 لِذٰلِكَ البَيْتُ مُزْدَحِمٌ.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a pronoun.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Did it answer the question word?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3–10 + plural.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pronoun: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(it, m.).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 خَمْسُ غُرَفٍ.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how many → answer with a number.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Plural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أَشْخَاصٍ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شَخْصٌ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is masculine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______ ، لِذٰلِكَ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But …, so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my opinion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______ أَيْضًا.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… too.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______ أَشْخَاصٍ: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There are … people in my family: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______ هُوَ / هِيَ ______ وَ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(person) is … and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______ فِي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We live in a … in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غُرْفَتِي ______ وَ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my room there is … and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 like my home because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  ·  ثُمَّ  ·  لِأَنَّ  ·  لٰكِنَّ  ·  لِذٰلِكَ  ·  فِي رَأْيِي  ·  فِيهِ · فِيهَا  ·  هُوَ · هِيَ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home and family: three paragraphs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وَعَائِلَتِي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three short paragraphs (about 45–65 words) using what you SAID today as your plan. Paragraph 1: your family — who, and one person described. Paragraph 2: your home and your room. Paragraph 3: your opinion — what you like and don’t like, and why. Use at least four connectors.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F3-L09 AND F3-L10.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أَشْخَاصٍ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… people in my family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 ، فِيهِ / فِيهَا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…; it has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… ، لِذٰلِكَ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…, so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family · home · opinion?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connected sentences for every answer?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أَرْبَعَةُ أَشْخَاصٍ. أَبِي وَأُمِّي وَأَخِي الصَّغِيرُ وَأَنَا.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four people in my family. My father, my mother, my little brother and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قَصِيرَةٌ، وَشَعْرُهَا بُنِّيٌّ. هِيَ لَطِيفَةٌ وَمُجْتَهِدَةٌ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short, and her hair is brown. She is very kind and hard-working.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بَيْتٍ فِي لُوتِن. فِيهِ مَطْبَخٌ كَبِيرٌ وَحَدِيقَةٌ جَمِيلَةٌ.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house in Luton. It has a big kitchen and a lovely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 الحَدِيقَةَ كَبِيرَةٌ، لٰكِنَّ البَيْتَ بَعِيدٌ عَنِ المَدْرَسَةِ.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the garden is big, but the house is far from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أُخْرَى، مِنْ فَضْلِكَ؟ … أُشَارِكُ غُرْفَتِي مَعَ أَخِي، لِذٰلِكَ هِيَ مُزْدَحِمَةٌ قَلِيلًا!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more, please? … I share my room with my brother, so it is a little crowded!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أَشْخَاصٍ: أَبِي وَأُمِّي وَأُخْتَايَ وَأَنَا. أُخْتِي الكُبْرَى طَوِيلَةٌ، وَهِيَ ذَكِيَّةٌ وَمُضْحِكَةٌ.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لَنْدَنَ، فِيهَا ثَلَاثُ غُرَفٍ وَشُرْفَةٌ. فِي غُرْفَتِي سَرِيرٌ أَزْرَقُ وَمَكْتَبٌ صَغِيرٌ.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شَقَّتُنَا مُرِيحَةٌ، وَأُحِبُّهَا لِأَنَّهَا قَرِيبَةٌ مِنَ المَدْرَسَةِ. لٰكِنَّ غُرْفَتِي صَغِيرَةٌ، لِذٰلِكَ أَدْرُسُ فِي المَكْتَبَةِ أَحْيَانًا.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“There are five people in my family: my father, my mother, my two sisters and me. My older sister is tall, and she is clever and funny. / We live in a flat in London; it has three rooms and a balcony. In my room there is a blue bed and a small desk. / In my opinion our flat is comfortable, and I like it because it is near the school. But my room is small, so sometimes I study in the library.”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ذَكِيَّةٌ وَمُضْحِكَةٌ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ثَلَاثُ غُرَفٍ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قَرِيبَةٌ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أَدْرُسُ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F3-L09 and F3-L10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F3-W05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F3-L11 · F3 Consolidation — Integrated Skills Review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مُرَاجَعَةُ الوَحْدَةِ الثَّالِثَةِ — المَهَارَاتُ المُتَكَامِلَةُ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F3-W05 · Apply Workshop — Speak It, Then Write It: Home and Family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2026-10-26T15:04:33Z</dcterms:created>
  <dcterms:modified xsi:type="dcterms:W3CDTF">2026-10-26T15:04:33Z</dcterms:modified>
</cp:coreProperties>
</file>