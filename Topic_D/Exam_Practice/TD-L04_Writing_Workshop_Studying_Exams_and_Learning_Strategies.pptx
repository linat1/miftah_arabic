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4 (Studying, Exams and Learning Strategies, TD-L04).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6–7: verbal nouns (al-murājaʿa, at-tarkīz). Box 8: lan asshara (lan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(how) · مَتَى (when) · مَاذَا حَدَثَ (what happened — PAST) · نَصِيحَتُكَ (your advice)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li-kay + subjunctive, inna + accusative, a routine with lā … bal, kāna / kānat + accusative, fa- result, yanbaghī an … wa-an (plural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kuntu aẓunnu anna … ilā an, a ḥāl clause (aqraʾu wa-uʿīdu), ilā darajati annī, a superlative + relative, verbal nouns (badalan min iʿādat al-qirāʾa), mahmā, a concession and a past law … la-.
ENGLISH SUMMARY (read aloud or paste in the chat for Core students): I used to think exam success depended on hours in front of books — until I learnt a harsh lesson in Year 10, one that changed how I study for ever → before the physics mock I stayed up three nights in a row reading and re-reading, and walked in so tired that I forgot laws I knew well; the result was my worst mark ever, and I left school that day heartbroken → so I changed completely: short spaced sessions, testing myself instead of re-reading, and explaining lessons to my little sister, because explaining clearly shows what I haven’t yet understood well; above all, I now sleep a full eight hours however great the pressure → effort is essential, but using it smartly makes the difference; “if I’d known this earlier, I’d have saved myself a lot of worry and wasted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ḥattā inna, a rhetorical question, inna in a balanced view, verbal nouns, mimmā, a relative + kāna + cognate accusative (khawfan shadīdan), a concession and idhā … fa-sa-.
ENGLISH SUMMARY (read aloud or paste in the chat for Core students): Many students live under huge pressure at exam time, some even losing the ability to sleep or eat — is this pressure a necessary price, or can we avoid it? → a little anxiety helps, pushing us to revise and prepare; too much weakens concentration and memory, so the student loses what they worked for → I saw this in a friend, one of the brightest in class but terrified of exams; after joining the school wellbeing programme and learning breathing exercises and time management, his results improved remarkably and his self-confidence returned → exams are part of every student’s life, but schools and families must ease the pressure; “if students learn that a grade doesn’t define their worth, they’ll enter exams with more confidence and less fear, and achieve better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Studying, Exams and Learning Strategies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الدِّرَاسَةُ وَالامْتِحَانَاتُ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revision-planner form, write an email giving a friend exam advice, and write an extended piece about how you learnt to revise or about exam stress.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TD-L04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with exam advice.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kāna / kānat + accusative (kāna ṣaʿban, kānat jayyidatan); inna + accusative (inna at-tanẓīma …); yanbaghī an / allā + subjunctive (fatḥa); lā + jussive (sukūn) for “don’t”.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إِنَّ تَنْظِيمَ الوَقْتِ أَهَمُّ مِنْ عَدَدِ السَّاعَاتِ</a:t>
            </a:r>
            <a:endParaRPr lang="ar-SA" sz="27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organising time matters more than the number of hours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كَانَتِ الأَسْئِلَةُ أَصْعَبَ مِمَّا تَوَقَّعْتُ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questions were harder than I expected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يَنْبَغِي أَنْ تَبْدَأَ مُبَكِّرًا، وَلَا تَسْهَرْ</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 should start early, and don’t stay up late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Revision-planner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خُطَّةِ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المَادَّةُ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الامْتِحَانِ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revise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المُرَاجَعَةِ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per week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السَّاعَاتِ أُسْبُوعِيًّا</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Revision method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طَرِيقَةُ المُرَاجَعَةِ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Biggest difficulty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أَكْبَرُ صُعُوبَةٍ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change this time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سَتُغَيِّرُ هٰذِهِ المَرَّةَ؟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sa- and lan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Revision-planner form: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Yasser Ali, Year 11</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يَاسِرُ عَلِيٌّ، الحَادِي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الكِيمْيَاءُ</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المَادَّةُ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May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١٢ مَايُو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الامْتِحَانِ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library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المَكْتَبَةُ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المُرَاجَعَةِ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 hours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 سَاعَاتٍ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السَّاعَاتِ أُسْبُوعِيًّا</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summaries and past papers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المُلَخَّصَاتُ وَالامْتِحَانَاتُ السَّابِقَةُ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طَرِيقَةُ المُرَاجَعَةِ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concentrating for a long time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التَّرْكِيزُ لِمُدَّةٍ طَوِيلَةٍ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أَكْبَرُ صُعُوبَةٍ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I’ll start revising a month ahead, and I won’t stay up before the exam.</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سَأَبْدَأُ المُرَاجَعَةَ قَبْلَ شَهْرٍ، وَلَنْ أَسْهَرَ قَبْلَ الامْتِحَانِ.</a:t>
            </a:r>
            <a:endParaRPr lang="ar-SA" sz="17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سَتُغَيِّرُ هٰذِهِ المَرَّةَ؟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advice before the exams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نَصَائِحُ قَبْلَ الامْتِحَانَاتِ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friend is worried about the exams. Write an email in Arabic of about 80–90 words. You must include: • how and when you revise • something that happened in a recent test • your opinion about the best way to prepare • advice for your friend and your plans after the exams.</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verbal noun and advice (yanbaghī an / lā + jussive).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kāna in the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فِي … مِنَ السَّاعَةِ …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in … from …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الاخْتِبَارُ صَعْبًا، لِأَنِّي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test was hard, because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تَنْظِيمَ الوَقْتِ مُهِمٌّ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organising time is important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تَبْدَأَ … وَلَا تَسْهَرْ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should start … and don’t stay up</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is worried about exams: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صَدِيقُكَ قَلِقٌ مِنَ الامْتِحَانَاتِ.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and when you revise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وَمَتَى تُرَاجِعُ؟</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in a recent test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فِي اخْتِبَارٍ مُؤَخَّرًا؟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on the best way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أَفْضَلُ طَرِيقَةٍ لِلِاسْتِعْدَادِ فِي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advice; your plans after the exams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نَصِيحَتُكَ؟ وَمَاذَا سَتَفْعَلُ بَعْدَ الامْتِحَانَاتِ؟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revise in … from … to …, and write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فِي ______ مِنَ السَّاعَةِ ______ إِلَى ______ ، وَأَكْتُبُ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had a test in …, and it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كَانَ عِنْدِي اخْتِبَارٌ فِي ______ ، وَكَانَ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is very important.</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إِنَّ ______ مُهِمٌّ جِدًّا.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 and don’t … After the exams I’ll travel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______ ، وَلَا ______ . بَعْدَ الامْتِحَانَاتِ سَأُسَافِرُ إِلَى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سَامِي،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امْتِحَانَاتٌ مُهِمَّةٌ بَعْدَ أُسْبُوعَيْنِ، لِذٰلِكَ أُرَاجِعُ كُلَّ يَوْمٍ. أُرَاجِعُ فِي المَكْتَبَةِ مِنَ السَّاعَةِ الرَّابِعَةِ إِلَى السَّادِسَةِ، وَأَكْتُبُ مُلَخَّصَاتٍ وَخَرَائِطَ ذِهْنِيَّةً. فِي الأُسْبُوعِ المَاضِي كَانَ عِنْدِي اخْتِبَارٌ فِي الكِيمْيَاءِ، وَكَانَ صَعْبًا، لِأَنِّي لَمْ أُرَاجِعْ جَيِّدًا. فِي رَأْيِي، إِنَّ تَنْظِيمَ الوَقْتِ مُهِمٌّ جِدًّا. نَصِيحَتِي لَكَ: يَنْبَغِي أَنْ تَبْدَأَ مُبَكِّرًا، وَلَا تَسْهَرْ قَبْلَ الامْتِحَانِ. بَعْدَ الامْتِحَانَاتِ سَأُسَافِرُ مَعَ أُسْرَتِي إِلَى البَحْرِ.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يَاسِرُ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how are you? I have important exams in two weeks, so I revise every day — in the library from four to six, writing summaries and mind maps. Last week I had a chemistry test, and it was hard, because I didn’t revise well. In my opinion organising your time is very important. My advice: you should start early, and don’t stay up before the exam. After the exams I’ll go to the seaside with my family. See you, Yasser.”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أُرَاجِعُ فِي المَكْتَبَةِ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وَكَانَ صَعْبًا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تَنْظِيمَ الوَقْتِ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وَلَا تَسْهَرْ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سَامِي،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تَبْدَأُ امْتِحَانَاتِي النِّهَائِيَّةُ بَعْدَ أُسْبُوعَيْنِ، وَقَدْ وَضَعْتُ لِنَفْسِي جَدْوَلًا صَارِمًا: أُرَاجِعُ فِي المَكْتَبَةِ كُلَّ يَوْمٍ مِنَ الرَّابِعَةِ إِلَى السَّابِعَةِ، وَأُحَوِّلُ كُلَّ دَرْسٍ إِلَى خَرِيطَةٍ ذِهْنِيَّةٍ مُلَوَّنَةٍ. وَقَدْ تَعَلَّمْتُ هٰذَا الدَّرْسَ بِالطَّرِيقَةِ الصَّعْبَةِ؛ فَفِي الامْتِحَانِ التَّجْرِيبِيِّ لِلْكِيمْيَاءِ كَانَتِ الأَسْئِلَةُ أَصْعَبَ مِمَّا تَوَقَّعْتُ، لِأَنِّي أَجَّلْتُ المُرَاجَعَةَ إِلَى اللَّيْلَةِ الأَخِيرَةِ. إِنَّ التَّنْظِيمَ فِي رَأْيِي أَهَمُّ مِنْ عَدَدِ السَّاعَاتِ؛ لِذٰلِكَ أَنْصَحُكَ بِأَنْ تَبْدَأَ مُبَكِّرًا، وَأَلَّا تُضَحِّيَ بِالنَّوْمِ أَبَدًا. وَإِذَا نَجَحْتُ كَمَا أَتَمَنَّى، فَسَأَحْتَفِلُ بِرِحْلَةٍ إِلَى البَحْرِ مَعَ أُسْرَتِي.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تَمَنِّيَاتِي بِالتَّوْفِيقِ،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يَاسِرُ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 my final exams start in two weeks, and I’ve set myself a strict plan: revising in the library daily from four to seven and turning every lesson into a colourful mind map. I learnt this the hard way: in the chemistry mock the questions were harder than I expected, because I left revision until the last night. In my view organisation matters more than the number of hours, so I advise you to start early and never sacrifice sleep. If I pass as I hope, I’ll celebrate with a trip to the sea with my family. Wishing you success, Yasser.”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وَضَعْتُ لِنَفْسِي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أَصْعَبَ مِمَّا تَوَقَّعْتُ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التَّنْظِيمَ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وَأَلَّا تُضَحِّيَ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 learnt to revise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تَعَلَّمْتُ أَنْ أُرَاجِعَ</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revision method · organising your time · an exam you won’t forget · your advice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طَرِيقَتُكَ فِي المُرَاجَعَةِ · تَنْظِيمُ الوَقْتِ · امْتِحَانٌ لَا تَنْسَاهُ · نَصَائِحُكَ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 stress: the price of success?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ضَغْطُ الامْتِحَانَاتِ: ثَمَنٌ لِلنَّجَاحِ؟</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 · benefits and harms of anxiety · a real example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المُشْكِلَةُ · فَوَائِدُ القَلَقِ وَأَضْرَارُهُ · مِثَالٌ مِنَ الوَاقِعِ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method — urājiʿu fī …, ughliqu hātifī li-kay urakkiza; mulakhkhaṣāt (non-human pl.).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 — inna tanẓīma al-waqti muhimm; a weekly routine with numbers.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exam — kāna ṣaʿban, sahirtu …, fa-kuntu taʿbān, kānat darajatī ḍaʿīfa.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yanbaghī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أُغْلِقُ هَاتِفِي لِكَيْ أُرَكِّزَ أَكْثَرَ.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switch off my phone so that I concentrate more.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كَانَ الامْتِحَانُ صَعْبًا، وَكَانَتْ دَرَجَتِي ضَعِيفَةً.</a:t>
            </a:r>
            <a:endParaRPr lang="ar-SA" sz="24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exam was hard, and my mark was weak.</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سَأُرَاجِعُ بِطَرِيقَةٍ أَفْضَلَ.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revise in a better way.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فِي الصَّفِّ الحَادِي عَشَرَ، وَعِنْدِي امْتِحَانَاتٌ مُهِمَّةٌ هٰذِهِ السَّنَةَ. لِذٰلِكَ أُرَاجِعُ كُلَّ يَوْمٍ بَعْدَ المَدْرَسَةِ. أُرَاجِعُ فِي غُرْفَتِي، وَأُغْلِقُ هَاتِفِي، لِكَيْ أُرَكِّزَ أَكْثَرَ. أَكْتُبُ مُلَخَّصَاتٍ قَصِيرَةً، وَأَحُلُّ امْتِحَانَاتٍ سَابِقَةً كَثِيرَةً.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إِنَّ تَنْظِيمَ الوَقْتِ مُهِمٌّ جِدًّا. عِنْدِي جَدْوَلٌ لِلْمُرَاجَعَةِ: أُرَاجِعُ مَادَّتَيْنِ كُلَّ يَوْمٍ، وَآخُذُ اسْتِرَاحَةً قَصِيرَةً كُلَّ نِصْفِ سَاعَةٍ. فِي يَوْمِ الجُمُعَةِ لَا أُرَاجِعُ، بَلْ أَلْعَبُ كُرَةَ القَدَمِ مَعَ أَصْدِقَائِي.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السَّنَةِ المَاضِيَةِ كَانَ عِنْدِي امْتِحَانٌ فِي الفِيزْيَاءِ، وَكَانَ صَعْبًا جِدًّا. سَهِرْتُ حَتَّى السَّاعَةِ الثَّانِيَةِ لَيْلًا، فَكُنْتُ تَعْبَانَ فِي الامْتِحَانِ، وَنَسِيتُ أَشْيَاءَ كَثِيرَةً. كَانَتْ دَرَجَتِي ضَعِيفَةً، وَحَزِنْتُ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يَنْبَغِي أَنْ يَبْدَأَ الطُّلَّابُ المُرَاجَعَةَ مُبَكِّرًا، وَأَنْ يَنَامُوا جَيِّدًا. فِي المُسْتَقْبَلِ سَأُرَاجِعُ بِطَرِيقَةٍ أَفْضَلَ، وَسَأَحْصُلُ عَلَى دَرَجَاتٍ عَالِيَةٍ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with important exams, so I revise every day after school, in my room with my phone off to focus; I write short summaries and do lots of past papers → organising time matters: two subjects a day, a short break every half hour; on Fridays I play football instead → last year’s physics exam was very hard: I stayed up till 2 a.m., was tired in the exam and forgot a lot; my mark was weak and I was very upset → students should start revising early and sleep well; I’ll revise better and, God willing, get high marks.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أُرَكِّزَ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تَنْظِيمَ الوَقْتِ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وَكَانَ صَعْبًا جِدًّا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يَنْبَغِي أَنْ يَبْدَأَ</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كُنْتُ أَظُنُّ أَنَّ النَّجَاحَ فِي الامْتِحَانَاتِ يَعْتَمِدُ عَلَى عَدَدِ السَّاعَاتِ الَّتِي نَقْضِيهَا أَمَامَ الكُتُبِ، إِلَى أَنْ تَعَلَّمْتُ دَرْسًا قَاسِيًا فِي الصَّفِّ العَاشِرِ، دَرْسًا غَيَّرَ طَرِيقَتِي فِي الدِّرَاسَةِ إِلَى الأَبَدِ.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فَقَبْلَ امْتِحَانِ الفِيزْيَاءِ التَّجْرِيبِيِّ، سَهِرْتُ ثَلَاثَ لَيَالٍ مُتَتَالِيَةٍ أَقْرَأُ وَأُعِيدُ القِرَاءَةَ، فَدَخَلْتُ القَاعَةَ مُتْعَبًا إِلَى دَرَجَةِ أَنِّي نَسِيتُ قَوَانِينَ كُنْتُ أَحْفَظُهَا جَيِّدًا. وَكَانَتِ النَّتِيجَةُ أَسْوَأَ دَرَجَةٍ حَصَلْتُ عَلَيْهَا فِي حَيَاتِي، فَخَرَجْتُ مِنَ المَدْرَسَةِ يَوْمَهَا مَكْسُورَ القَلْبِ.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عِنْدَهَا غَيَّرْتُ طَرِيقَتِي تَمَامًا؛ فَأَصْبَحْتُ أُرَاجِعُ عَلَى فَتَرَاتٍ قَصِيرَةٍ، وَأَخْتَبِرُ نَفْسِي بَدَلًا مِنْ إِعَادَةِ القِرَاءَةِ، وَأَشْرَحُ الدُّرُوسَ لِأُخْتِي الصَّغِيرَةِ، لِأَنَّ الشَّرْحَ يَكْشِفُ بِوُضُوحٍ مَا لَمْ أَفْهَمْهُ جَيِّدًا بَعْدُ. وَالأَهَمُّ أَنِّي صِرْتُ أَنَامُ ثَمَانِيَ سَاعَاتٍ كَامِلَةً مَهْمَا كَانَ الضَّغْطُ كَبِيرًا.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الجُهْدَ ضَرُورِيٌّ، غَيْرَ أَنَّ الذَّكَاءَ فِي اسْتِخْدَامِهِ هُوَ مَا يَصْنَعُ الفَرْقَ. وَلَوْ عَرَفْتُ هٰذَا مِنْ قَبْلُ، لَوَفَّرْتُ عَلَى نَفْسِي كَثِيرًا مِنَ القَلَقِ وَاللَّيَالِي الضَّائِعَةِ.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أَظُنُّ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إِلَى دَرَجَةِ أَنِّي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 إِعَادَةِ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عَرَفْتُ … لَوَفَّرْتُ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the price of success?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كَثِيرٌ مِنَ الطُّلَّابِ فِي فَتْرَةِ الامْتِحَانَاتِ تَحْتَ ضَغْطٍ هَائِلٍ، حَتَّى إِنَّ بَعْضَهُمْ يَفْقِدُ القُدْرَةَ عَلَى النَّوْمِ أَوِ الأَكْلِ. فَهَلْ هٰذَا الضَّغْطُ ثَمَنٌ ضَرُورِيٌّ لِلنَّجَاحِ، أَمْ أَنَّنَا نَسْتَطِيعُ أَنْ نَتَجَنَّبَهُ؟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إِنَّ قَلِيلًا مِنَ القَلَقِ مُفِيدٌ، لِأَنَّهُ يَدْفَعُنَا إِلَى المُرَاجَعَةِ وَالاسْتِعْدَادِ. وَمِنْ نَاحِيَةٍ أُخْرَى، يُؤَدِّي الضَّغْطُ الزَّائِدُ إِلَى ضَعْفِ التَّرْكِيزِ وَالذَّاكِرَةِ، مِمَّا يَجْعَلُ الطَّالِبَ يَخْسَرُ مَا تَعِبَ مِنْ أَجْلِهِ.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فِي صَدِيقِي، الَّذِي كَانَ مِنْ أَذْكَى طُلَّابِ الصَّفِّ، لٰكِنَّهُ كَانَ يَخَافُ مِنَ الامْتِحَانَاتِ خَوْفًا شَدِيدًا. وَعِنْدَمَا شَارَكَ فِي بَرْنَامَجِ المَدْرَسَةِ لِلدَّعْمِ النَّفْسِيِّ، وَتَعَلَّمَ تَمَارِينَ التَّنَفُّسِ وَتَنْظِيمَ الوَقْتِ، تَحَسَّنَتْ نَتَائِجُهُ بِشَكْلٍ مُدْهِشٍ، وَعَادَتْ إِلَيْهِ ثِقَتُهُ بِنَفْسِهِ.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الامْتِحَانَاتِ جُزْءٌ مِنْ حَيَاةِ كُلِّ طَالِبٍ، غَيْرَ أَنَّ المَدَارِسَ وَالأُسَرَ مَسْؤُولَةٌ عَنْ تَخْفِيفِ ضَغْطِهَا. وَإِذَا تَعَلَّمَ الطُّلَّابُ أَنَّ الدَّرَجَةَ لَا تُحَدِّدُ قِيمَتَهُمْ، فَسَيَدْخُلُونَ الامْتِحَانَ بِثِقَةٍ أَكْبَرَ وَخَوْفٍ أَقَلَّ، وَسَيُحَقِّقُونَ نَتَائِجَ أَفْضَلَ.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حَتَّى إِنَّ بَعْضَهُمْ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قَلِيلًا مِنَ القَلَقِ</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يَجْعَلُ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تَعَلَّمَ … فَسَيَدْخُلُونَ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verbal nouns in boxes 6–7.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kāna + accusative for the test, and advice with yanbaghī an / lā + jussive.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inna and verbal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turning point,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TD-L05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TD-L04 · Writing Workshop — Studying, Exams and Learning Strategies</dc:title>
  <dc:subject>PptxGenJS Presentation</dc:subject>
  <dc:creator>Al Madina Online School · Arabic Department</dc:creator>
  <cp:lastModifiedBy>Al Madina Online School · Arabic Department</cp:lastModifiedBy>
  <cp:revision>1</cp:revision>
  <dcterms:created xsi:type="dcterms:W3CDTF">2026-10-11T13:40:18Z</dcterms:created>
  <dcterms:modified xsi:type="dcterms:W3CDTF">2026-10-11T13:40:18Z</dcterms:modified>
</cp:coreProperties>
</file>