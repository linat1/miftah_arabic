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10 (Career Plans, Ambitions and Choices, TD-L10), using that lesson’s language (the future (sa- / sawfa; lan + subjunctive); hopes (aṭmaḥu ilā, atamannā an, aʾmalu an); conditionals (idhā … fa-sa-, idhā lam … fa-, law … la-)).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future: سَأَدْرُسُ / سَوْفَ أَدْرُسُ. Negative future: لَنْ + subjunctive (لَنْ أَتْرُكَ). Hopes: أَطْمَحُ إِلَى أَنْ أُصْبِحَ … · أَتَمَنَّى أَنْ أَعْمَلَ … (أَنْ + subjunctive).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real condition: إِذَا حَصَلْتُ عَلَى دَرَجَاتٍ جَيِّدَةٍ، فَسَأَدْرُسُ … Plan B: إِذَا لَمْ أُقْبَلْ، فَسَأَبْحَثُ عَنْ تَدْرِيبٍ. Unreal: لَوْ كُنْتُ غَنِيًّا، لَأَسَّسْتُ شَرِكَةً.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careers chat.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سَتَفْعَلِينَ · تُرِيدِينَ · مُهَنْدِسَةً · سَتَبْقَيْنَ · مَدِينَتِكِ.
Core: sa- + present, atamannā an uṣbiḥa + accusative job noun, sa-yadrusu (3rd person), sa-antaqilu ilā.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university open 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يُهِمُّكِ · تَتَوَقَّعِينَهَا · تُقْبَلِي.
Core+: atakhaṣṣaṣa fī, aṭmaḥu ilā an + subjunctive, alladhīna, the CANDIDATE asks (task 3), idhā … fa-sa- and idhā lam + passive jussive (uqbal).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family discussion.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أَنَّكِ تُفَكِّرِينَ · تَعُودِي · يُعْجِبْكِ.
Develop: li-kay + two subjunctives, lan + subjunctive, a passive (qubiltu), a past example with a ḥāl verb (yabnī) and fa-, kamā anna, idhā lam + jussive … fa-sa- with ḥattā.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careers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حُلْمُكِ · بَدَأْتِ · تَنْجَحِي · سَتَنْدَمِينَ · (advice to a girl:) لَا تَتْرُكِي · ابْنِي · اجْمَعِي.
Stretch: aṭmaḥu ilā an, a concession with a relative-like ḥāl (wa-huwa takhaṣṣuṣ), fa-fāza, imperatives (lā tatruk, ibni, ijmaʿ), mā istaṭaʿta, law lam … la- with lan and allā.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hope, a plan and a condition.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Career Plans, Ambitions and Choices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الخُطَطُ وَالطُّمُوحَاتُ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your plans after school and your dream career with the future (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أَعْمَلُ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أَتْرُكَ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express hopes (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give a plan B with conditionals (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فَسَأَعْمَلُ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and weigh up choices.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FUTURE AND HOPES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Will, won’t, I aspire to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المُسْتَقْبَلُ وَالأَحْلَامُ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· سَوْفَ أَدْرُسُ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study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sa-ʾad-ru-su · saw-fa ad-ru-su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not study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أَدْرُسَ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will work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سَيَعْمَلُ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hopes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ambitious (m. · f.)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طَمُوحٌ · طَمُوحَةٌ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ambition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طُمُوحٌ · طُمُوحَاتٌ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hopes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wish / hope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a-ta-man-nā an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dream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حُلْمٌ · أَحْلَامٌ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hope that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آمُلُ أَنْ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achieve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هَدَفٌ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goal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ha-da-fun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achieve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أُحَقِّقُ · تَحْقِيقٌ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أَهْدَافٌ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plan B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plan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khuṭ-ṭa-tun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 B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خُطَّةٌ بَدِيلَةٌ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خُطَطٌ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career path · promotion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مُسْتَقْبَلٌ مِهْنِيٌّ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career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mus-taq-ba-lun mih-niy-yun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promotion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تَرْقِيَةٌ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career path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مَسَارٌ مِهْنِيٌّ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PLANS AND PLAN 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If … then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الخُطَّةُ وَالخُطَّةُ البَدِيلَةُ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travel · volunteer abroad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سَنَةُ فَرَاغٍ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gap year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sa-na-tu fa-rā-ghin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volunteer abroad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أَتَطَوَّعُ فِي الخَارِجِ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travel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38841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388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specialism · major (at university)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أَتَخَصَّصُ فِي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specialise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a-ta-khaṣ-ṣa-ṣu fī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major (at university)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التَّخَصُّصُ الجَامِعِيُّ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specialism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تَخَصُّصٌ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فَسَأَدْرُسُ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(then) I will study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 fa-sa-ʾad-ru-su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نَجَحْتُ، فَسَأَدْرُسُ الطِّبَّ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I’m not accepted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فَسَأَعْمَلُ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hypothetical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were … I would choose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kun-tu … lākh-tar-tu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would travel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لَسَافَرْتُ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I could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232623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2326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business · entrepreneur (m. · f.)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أَسَّسَ شَرِكَةً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founded a company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as-sa-sa sha-ri-ka-tan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entrepreneur (m. · f.)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رَائِدُ أَعْمَالٍ · رَائِدَةُ أَعْمَالٍ</a:t>
            </a:r>
            <a:endParaRPr lang="ar-SA" sz="12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business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مَشْرُوعٌ تِجَارِيٌّ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sure (m. · f.)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مُتَرَدِّدٌ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undecided, hesitant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mu-ta-rad-di-dun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sure (m. · f.)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مُتَأَكِّدٌ · مُتَأَكِّدَةٌ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مُتَرَدِّدَةٌ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CAREERS CHAT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What will you do next year?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السَّنَةَ القَادِمَةَ؟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next step.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الامْتِحَانَاتِ؟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subjects.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أُصْبِحَ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dream job.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تُرِيدُ أَنْ تَعْمَلَ فِي المُسْتَقْبَلِ؟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سَيَدْرُسُ؟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he will study.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ابْنِي يُرِيدُ أَنْ يَكُونَ طَيَّارًا.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سَأَنْتَقِلُ إِلَى … / نَعَمْ،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سَتَبْقَى فِي مَدِينَتِكَ؟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a friend’s parent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UNIVERSITY OPEN 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a university open day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يَوْمٌ مَفْتُوحٌ فِي الجَامِعَةِ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أَتَخَصَّصَ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subject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التَّخَصُّصُ الَّذِي يُهِمُّكَ؟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أَطْمَحُ إِلَى أَنْ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 linked to a job.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 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work placements.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الدِّرَاسَةُ ثَلَاثُ سَنَوَاتٍ.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حَصَلْتُ عَلَيْهَا، فَسَأَتَقَدَّمُ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condition.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الثَّانِيَةِ. وَمَا الدَّرَجَاتُ الَّتِي تَتَوَقَّعُهَا؟</a:t>
            </a:r>
            <a:endParaRPr lang="ar-SA" sz="15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فَسَأَدْرُسُ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(plan B).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تُقْبَلْ؟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sixth-form student  ·  The examiner is: a university admissions officer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FAMILY DISCUSSION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Gap year or straight to university?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سَنَةُ فَرَاغٍ أَمِ الجَامِعَةُ مُبَاشَرَةً؟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… لِكَيْ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plan with purpose.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سَمِعْتُ أَنَّكَ تُفَكِّرُ فِي سَنَةِ فَرَاغٍ. لِمَاذَا؟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Reassure with lan.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لٰكِنِّي أَخَافُ أَلَّا تَعُودَ إِلَى الدِّرَاسَةِ!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 … فَعَادَ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فَعَلَ ذٰلِكَ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سَأَعْمَلُ … وَسَأَدَّخِرُ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how you will pay.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وَالمَالُ؟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يُعْجِبْنِي، فَسَأَعُودُ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(plan B).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يُعْجِبْكَ المَكَانُ؟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mother or father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CAREERS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Follow your passion or play it safe?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الشَّغَفُ أَمِ الأَمَانُ؟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State an ambition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حُلْمُكَ المِهْنِيُّ؟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أَنِّي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strategy.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هٰذَا المَجَالَ صَعْبٌ وَغَيْرُ مَضْمُونٍ.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صَنَعْتُ … فَفَازَ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past evidence.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بَدَأْتَ فِعْلًا؟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balanced advice.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تَقُولُ لِشَابٍّ مُتَرَدِّدٍ بَيْنَ الشَّغَفِ وَالأَمَانِ؟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أَنْجَحْ، لَحَزِنْتُ … لٰكِنِّي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تَنْجَحْ كَمُخْرِجٍ، هَلْ سَتَنْدَمُ؟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they will do after school with sa- / sawfa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expressed a hope and gave a plan B with idhā (lam) … fa-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كُلِّيَّةٍ قَرِيبَةٍ.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study at a nearby college.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الامْتِحَانَاتِ؟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الرِّيَاضِيَّاتِ وَالفِيزْيَاءَ.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study maths and physics.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أُصْبِحَ مُهَنْدِسًا.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hope to become an engineer.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تُرِيدُ أَنْ تَعْمَلَ فِي المُسْتَقْبَلِ؟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سَيَدْرُسُ؟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he study?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ابْنِي يُرِيدُ أَنْ يَكُونَ طَيَّارًا.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سَأَنْتَقِلُ إِلَى لَنْدَنَ لِلْجَامِعَةِ.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I’ll move to London for university.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سَتَبْقَى فِي مَدِينَتِكَ؟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أَتَخَصَّصَ فِي عِلْمِ النَّفْسِ.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specialise in psychology.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التَّخَصُّصُ الَّذِي يُهِمُّكَ؟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أَطْمَحُ إِلَى أَنْ أُسَاعِدَ الشَّبَابَ الَّذِينَ يُعَانُونَ مِنَ القَلَقِ.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aspire to help young people who suffer from anxiety.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أَتَدَرَّبَ فِي مُسْتَشْفًى أَوْ مَدْرَسَةٍ أَثْنَاءَ الدِّرَاسَةِ؟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I do a placement in a hospital or school during the course?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الدِّرَاسَةُ ثَلَاثُ سَنَوَاتٍ.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أَتَوَقَّعُ دَرَجَاتٍ جَيِّدَةً، وَإِذَا حَصَلْتُ عَلَيْهَا، فَسَأَتَقَدَّمُ إِلَى جَامِعَتِكُمْ أَوَّلًا.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expect good grades, and if I get them, your university will be my first choice.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الثَّانِيَةِ. وَمَا الدَّرَجَاتُ الَّتِي تَتَوَقَّعُهَا؟</a:t>
            </a:r>
            <a:endParaRPr lang="ar-SA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فَسَأَدْرُسُ فِي جَامِعَةٍ أُخْرَى، أَوْ سَأَعْمَلُ سَنَةً ثُمَّ أَتَقَدَّمُ مِنْ جَدِيدٍ.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I’m not accepted, I’ll study elsewhere, or work for a year and reapply.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تُقْبَلْ؟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أَتَطَوَّعَ فِي مَدْرَسَةٍ فِي المَغْرِبِ، لِكَيْ أُحَسِّنَ لُغَتِي العَرَبِيَّةَ وَأَكْتَسِبَ خِبْرَةً فِي التَّعْلِيمِ.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volunteer at a school in Morocco, to improve my Arabic and gain teaching experience.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سَمِعْتُ أَنَّكَ تُفَكِّرُ فِي سَنَةِ فَرَاغٍ. لِمَاذَا؟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أَتْرُكَ الدِّرَاسَةَ أَبَدًا، لِأَنِّي قُبِلْتُ فِي الجَامِعَةِ، وَأَجَّلْتُ البِدَايَةَ سَنَةً فَقَطْ.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never give up studying — I’ve been accepted and only deferred a year.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لٰكِنِّي أَخَافُ أَلَّا تَعُودَ إِلَى الدِّرَاسَةِ!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 قَضَى سَنَةً فِي كِينْيَا يَبْنِي مَدَارِسَ، فَعَادَ أَكْثَرَ نُضْجًا، وَعَرَفَ بِالضَّبْطِ مَاذَا يُرِيدُ أَنْ يَدْرُسَ.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cousin spent a year in Kenya building schools, came back more mature and knew exactly what he wanted to study.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فَعَلَ ذٰلِكَ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سَأَعْمَلُ فِي الصَّيْفِ، وَسَأَدَّخِرُ نِصْفَ رَاتِبِي، كَمَا أَنَّ المُنَظَّمَةَ تُوَفِّرُ السَّكَنَ مَجَّانًا.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work in summer and save half my pay; the charity also provides free accommodation.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وَالمَالُ؟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يُعْجِبْنِي، فَسَأَعُودُ بَعْدَ ثَلَاثَةِ أَشْهُرٍ، وَأَعْمَلُ هُنَا حَتَّى تَبْدَأَ الجَامِعَةُ.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don’t like it, I’ll come back after three months and work here until university starts.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يُعْجِبْكَ المَكَانُ؟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أُصْبِحَ مُخْرِجًا سِينِمَائِيًّا، لِأَنَّ الأَفْلَامَ تَسْتَطِيعُ أَنْ تُغَيِّرَ نَظْرَةَ المَلَايِينِ إِلَى العَالَمِ.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aspire to be a film director, because films can change how millions see the world.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حُلْمُكَ المِهْنِيُّ؟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غَيْرُ مَضْمُونٍ، غَيْرَ أَنِّي سَأَدْرُسُ الإِعْلَامَ، وَهُوَ تَخَصُّصٌ يَفْتَحُ أَبْوَابًا كَثِيرَةً، وَسَأَصْنَعُ أَفْلَامًا قَصِيرَةً فِي وَقْتِ فَرَاغِي.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not guaranteed, but I’ll study media, which opens many doors, and make short films in my free time.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هٰذَا المَجَالَ صَعْبٌ وَغَيْرُ مَضْمُونٍ.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صَنَعْتُ فِيلْمًا قَصِيرًا عَنْ جَدَّتِي وَهِجْرَتِهَا، فَفَازَ بِالجَائِزَةِ الثَّانِيَةِ فِي مُسَابَقَةٍ لِلشَّبَابِ.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made a short film about my grandmother’s migration, and it won second prize in a youth competition.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بَدَأْتَ فِعْلًا؟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لَا تَتْرُكْ حُلْمَكَ بِسُرْعَةٍ، وَمِنْ نَاحِيَةٍ أُخْرَى، ابْنِ لِنَفْسِكَ مَهَارَاتٍ تَحْمِيكَ؛ لِذٰلِكَ اجْمَعْ بَيْنَهُمَا مَا اسْتَطَعْتَ.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Don’t drop your dream too fast, but build skills that protect you — so combine both as far as you can.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تَقُولُ لِشَابٍّ مُتَرَدِّدٍ بَيْنَ الشَّغَفِ وَالأَمَانِ؟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أَنْجَحْ، لَحَزِنْتُ قَلِيلًا، لٰكِنِّي لَنْ أَنْدَمَ أَبَدًا، لِأَنَّ النَّدَمَ الحَقِيقِيَّ أَلَّا تُحَاوِلَ.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be a little sad, but I’d never regret it — the real regret is not trying.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تَنْجَحْ كَمُخْرِجٍ، هَلْ سَتَنْدَمُ؟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an ambition with a reason, a concession with a strategy, past evidence, balanced advice and law lam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خِطَطِي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/ سَأَعْمَلُ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after school?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أَحْلُمُ بِأَنْ أَكُونَ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job do you dream of?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تَحْلُمُ بِهَا؟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أَعْمَلَ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want to work?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تَعْمَلَ؟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سَأَدْرُسُ … / لَا، لَنْ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you go to university?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سَتَدْرُسُ فِي الجَامِعَةِ؟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أَتَمَنَّى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want to travel before working?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تُسَافِرَ قَبْلَ العَمَلِ؟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الطُّمُوحَاتُ وَالخِيَارَاتُ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سَأُنْهِي … ثُمَّ سَأَدْرُسُ … وَأَخِيرًا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plan for the next five years.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خُطَّتَكَ لِلسَّنَوَاتِ الخَمْسِ القَادِمَةِ.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الَّذِي / الَّتِي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has influenced your career choices?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أَثَّرَ فِي اخْتِيَارَاتِكَ المِهْنِيَّةِ؟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أَحْلُمُ … أَمَّا الآنَ فَأُرِيدُ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dream changed since childhood?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حُلْمُكَ مُنْذُ الطُّفُولَةِ؟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 …، فَسَأَدْرُسُ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plan B?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خُطَّتُكَ البَدِيلَةُ؟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لٰكِنَّ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Would you rather work for yourself or a company?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أَنْ تَعْمَلَ لِنَفْسِكَ أَمْ لِشَرِكَةٍ؟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sequenced future plans, a hope, a relative clause and a plan B.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المُسْتَقْبَلُ المِهْنِيُّ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young people choose careers early?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يَخْتَارَ الشَّبَابُ مِهَنَهُمْ فِي سِنٍّ مُبَكِّرَةٍ؟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parents choose their children’s careers?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يَنْبَغِي أَنْ يَخْتَارَ الأَهْلُ مِهْنَةَ أَبْنَائِهِمْ؟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المُتَوَقَّعِ أَنْ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world of work be like when you graduate?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عَالَمُ العَمَلِ عِنْدَمَا تَتَخَرَّجُ؟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money more important than happiness in choosing a career?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المَالُ أَهَمُّ مِنَ السَّعَادَةِ فِي اخْتِيَارِ المِهْنَةِ؟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لَسَأَلْتُ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ask your forty-year-old self one question, what would it be?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تَسْأَلَ نَفْسَكَ فِي سِنِّ الأَرْبَعِينَ سُؤَالًا، مَاذَا تَسْأَلُ؟</a:t>
            </a:r>
            <a:endParaRPr lang="ar-SA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view, min al-mutawaqqaʿ an … mimmā, arā anna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الجَامِعَةِ.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study at university.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أَحْلُمُ بِأَنْ أَكُونَ طَيَّارًا.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dream of being a pilot.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تَحْلُمُ بِهَا؟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أَعْمَلَ فِي الخَارِجِ.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work abroad.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تَعْمَلَ؟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سَأَدْرُسُ الطِّبَّ.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study medicine.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سَتَدْرُسُ فِي الجَامِعَةِ؟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أَتَمَنَّى أَنْ أُسَافِرَ إِلَى اليَابَانِ.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hope to travel to Japan.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تُسَافِرَ قَبْلَ العَمَلِ؟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sa- or atamannā an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سَأُنْهِي الثَّانَوِيَّةَ، ثُمَّ سَأَدْرُسُ الهَنْدَسَةَ ثَلَاثَ سَنَوَاتٍ، وَأَخِيرًا أَطْمَحُ إِلَى أَنْ أَعْمَلَ فِي شَرِكَةٍ لِلطَّاقَةِ النَّظِيفَةِ.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Finish sixth form, study engineering for three years, then I aspire to work for a clean-energy company.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خُطَّتَكَ لِلسَّنَوَاتِ الخَمْسِ القَادِمَةِ.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أَثَّرَتْ فِيَّ خَالَتِي الَّتِي تَعْمَلُ طَبِيبَةً فِي مُنَظَّمَةٍ إِنْسَانِيَّةٍ، فَقَدْ حَكَتْ لِي عَنْ عَمَلِهَا فِي أَفْرِيقْيَا.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aunt, a doctor with a humanitarian organisation — she told me about her work in Africa.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أَثَّرَ فِي اخْتِيَارَاتِكَ المِهْنِيَّةِ؟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أَحْلُمُ بِأَنْ أَكُونَ رَائِدَ فَضَاءٍ، أَمَّا الآنَ فَأُرِيدُ أَنْ أُصَمِّمَ الصَّوَارِيخَ بَدَلًا مِنْ أَنْ أَرْكَبَهَا!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dreamt of being an astronaut; now I want to design rockets instead of riding them!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حُلْمُكَ مُنْذُ الطُّفُولَةِ؟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 فِي كُلِّيَّةِ الطِّبِّ، فَسَأَدْرُسُ الصَّيْدَلَةَ، لِأَنَّهَا قَرِيبَةٌ مِنْ حُلْمِي.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I’m not accepted for medicine, I’ll study pharmacy, which is close to my dream.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خُطَّتُكَ البَدِيلَةُ؟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أَنْ أُؤَسِّسَ شَرِكَتِي الخَاصَّةَ، لِأَنِّي أُحِبُّ الحُرِّيَّةَ، لٰكِنِّي سَأَعْمَلُ لِشَرِكَةٍ أَوَّلًا لِأَكْتَسِبَ الخِبْرَةَ.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Found my own company — I love freedom — but I’ll work for a company first to gain experience.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أَنْ تَعْمَلَ لِنَفْسِكَ أَمْ لِشَرِكَةٍ؟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Future sequence + hope + condition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التَّخْطِيطَ المُبَكِّرَ مُفِيدٌ، غَيْرَ أَنَّ الإِنْسَانَ يَتَغَيَّرُ، وَكَثِيرٌ مِنَ النَّاجِحِينَ غَيَّرُوا مَسَارَهُمْ أَكْثَرَ مِنْ مَرَّةٍ.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Early planning helps, but people change, and many successful people changed path more than once.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يَخْتَارَ الشَّبَابُ مِهَنَهُمْ فِي سِنٍّ مُبَكِّرَةٍ؟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لَدَى الأَهْلِ خِبْرَةٌ وَنَصَائِحُ قَيِّمَةٌ، وَمِنْ نَاحِيَةٍ أُخْرَى، القَرَارُ النِّهَائِيُّ يَجِبُ أَنْ يَكُونَ لِمَنْ سَيَعِيشُ هٰذِهِ المِهْنَةَ.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Parents have experience and valuable advice, but the final decision belongs to whoever will live that career.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يَنْبَغِي أَنْ يَخْتَارَ الأَهْلُ مِهْنَةَ أَبْنَائِهِمْ؟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المُتَوَقَّعِ أَنْ يَعْمَلَ النَّاسُ مَعَ الذَّكَاءِ الاصْطِنَاعِيِّ فِي كُلِّ مَجَالٍ، مِمَّا سَيَجْعَلُ المَهَارَاتِ الإِنْسَانِيَّةَ أَثْمَنَ مِنْ أَيِّ وَقْتٍ مَضَى.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will likely work with AI in every field, making human skills more valuable than ever.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عَالَمُ العَمَلِ عِنْدَمَا تَتَخَرَّجُ؟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prediction with mimmā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المَالَ ضَرُورِيٌّ لِحَيَاةٍ كَرِيمَةٍ، لٰكِنَّ السَّعَادَةَ هِيَ الَّتِي تَجْعَلُكَ تَسْتَيْقِظُ كُلَّ صَبَاحٍ بِحَمَاسٍ.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Money is needed for a decent life, but happiness is what gets you up every morning with enthusiasm.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المَالُ أَهَمُّ مِنَ السَّعَادَةِ فِي اخْتِيَارِ المِهْنَةِ؟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لَسَأَلْتُ: "هَلْ أَنْتَ فَخُورٌ بِمَا فَعَلْتَ؟"، لِأَنَّ هٰذَا أَهَمُّ مِنْ أَيِّ رَاتِبٍ أَوْ مَنْصِبٍ.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“Are you proud of what you did?” — that matters more than any salary or title.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تَسْأَلَ نَفْسَكَ فِي سِنِّ الأَرْبَعِينَ سُؤَالًا، مَاذَا تَسْأَلُ؟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prediction with mimmā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I will do with sa- / sawfa.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my dream job (atamannā an uṣbiḥa + accusative).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expressed a hope (aṭmaḥu ilā an …) and used lan + subjunctive.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plan B with idhā lam … fa-sa-.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TD-L10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TD-L10 · Speaking Workshop — Career Plans, Ambitions and Choices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2026-10-11T14:04:20Z</dcterms:created>
  <dcterms:modified xsi:type="dcterms:W3CDTF">2026-10-11T14:04:20Z</dcterms:modified>
</cp:coreProperties>
</file>