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11 (Topic D Integrated Communication Workshop, TD-L11), using that lesson’s language (mixed tenses in one answer (kuntu … ammā al-ān … sa-); register (informal vs formal: ahlan / ḥaḍrat …); cohesion (awwalan, bi-l-iḍāfati ilā dhālika, maʿa dhālika, li-dhālika)).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Topic D story in three tenses: كُنْتُ أَدْرُسُ … أَمَّا الآنَ فَأَتَدَرَّبُ … وَسَأَعْمَلُ … Link with أَوَّلًا · بِالإِضَافَةِ إِلَى ذٰلِكَ · مَعَ ذٰلِكَ · لِذٰلِكَ. Target: three linkers and three tenses in every developed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examiner may jump from school to jobs to plans: have one sentence ready for each. Register: with a friend أَهْلًا · كَيْفَ حَالُكَ؟; in an interview حَضْرَتُكَ · يَسُرُّنِي أَنْ · شُكْرًا عَلَى وَقْتِكُمْ.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careers fair stall.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مَادَّتُكِ · تُرِيدِينَ · مُصَمِّمَةَ أَلْعَابٍ · عِنْدَكِ.
Core: four Topic D themes in one card — school (L01, L03), training (L05), jobs (L06) and experience (L07); kam usbūʿan, arbaʿatu asābīʿa.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two registers.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وَجَدْتِ · يُمْكِنُكِ · امْتِحَانَاتُكِ · سَتَدْرُسِينَ.
Core+: switching register (aḥlan / ṣabāḥa an-nūr … yasurrunī), lākinna, the CANDIDATE asks formally (hal yumkinunī an …?), aṭmaḥu ilā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mentoring session.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حَدِّثِينِي · دِرَاسَتِكِ · اكْتَسَبْتِهَا · سَتَبْحَثِينَ · تَجِدِي.
Develop: kuntu + present vs ammā al-āna fa-, awwalan / bi-l-iḍāfati ilā dhālika, allatī + returning pronoun, sa- + li-kay, idhā lam … fa-sawfa + wa-maʿa dhālika.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final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تَسْتَحِقِّينَ · وَاجَهْتِهِ · دِرَاسَتِكِ · سَتَسْتَخْدِمِينَ · تَحْصُلِي · حُلْمُكِ.
Stretch: formal register (yasurrunī an, arā annanī), wa-d-dalīlu anna, lam akun + kuntu + present … ḥattā, a balanced concession with li-dhālika, a future chain with aṭmaḥu ilā an + li-kay, law lam … la- with 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linkers and two or three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TD-L11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TD-L11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Integrated Communication Workshop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وَرْشَةُ التَّوَاصُلِ المُتَكَامِلِ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rooms, mixing all of Topic D: school and subjects, revision, training and skills, jobs, workplaces, interviews and future plans. Move between past, present and future, switch between informal and formal Arabic, and link ideas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TD-L11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COHESION AND TENSES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Link it, then time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أَدَوَاتُ الرَّبْطِ وَالأَزْمِنَةُ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sequence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 · أَخِيرًا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then · finally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 · a-khī-ran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before that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ذٰلِكَ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after that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ذٰلِكَ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adding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addition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bil-ʾi-ḍā-fa-ti i-lā dhā-li-ka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moreover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فَضْلًا عَنْ ذٰلِكَ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also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كَمَا أَنَّ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 · غَيْرَ أَنَّ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nevertheless · however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ma-ʿa dhā-li-ka · ghay-ra an-na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whereas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although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أَنَّ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cause / result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· مِمَّا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therefore · which (result)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li-dhā-li-ka · mim-mā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 that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 of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three tenses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أَدْرُسُ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study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ad-ru-su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study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now I study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الآنَ أَدْرُسُ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register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حَضْرَتُكَ · حَضْرَتُكِ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(formal 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ḥaḍ-ra-tu-ka · ḥaḍ-ra-tu-ki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dear Sir / Madam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حَضْرَةَ … المُحْتَرَمِ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informal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أَنْتَ · أَنْتِ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THE TOPIC D JOURNEY AND REGISTER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School → skills → work → future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رِحْلَةُ المِحْوَرِ د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education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المَرْحَلَةُ الثَّانَوِيَّةُ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secondary school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al-mar-ḥa-la-tu ath-thā-na-wiy-ya-tu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revision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المُرَاجَعَةُ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subjects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المَوَادُّ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training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شَهَادَةٌ · دَوْرَةٌ · تَدْرِيبٌ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certificate · course · training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sha-hā-da-tun · daw-ra-tun · tad-rī-bun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experience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خِبْرَةٌ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skills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مَهَارَاتٌ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work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وَظِيفَةٌ · مِهْنَةٌ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job · a profession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wa-ẓī-fa-tun · mih-na-tun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salary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رَاتِبٌ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workplace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مَكَانُ العَمَلِ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applications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مُقَابَلَةٌ · سِيرَةٌ ذَاتِيَّةٌ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interview · a CV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mu-qā-ba-la-tun · sī-ra-tun dhā-tiy-ya-tun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accepted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قُبِلْتُ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apply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أَتَقَدَّمُ لِوَظِيفَةٍ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aspire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aṭ-ma-ḥu i-lā an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 B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خُطَّةٌ بَدِيلَةٌ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hope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conditions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… فَسَوْفَ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not … then will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lam … fa-saw-fa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won’t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لَنْ أَتْرُكَ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I were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CAREERS FAIR STALL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careers fair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مَعْرِضِ المِهَنِ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الصَّفِّ … فِي مَدْرَسَةِ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year and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فِي أَيِّ صَفٍّ أَنْتَ؟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it with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أُسْبُوعًا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long it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شَرِكَتُنَا تُقَدِّمُ تَدْرِيبًا صَيْفِيًّا.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dream job.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أَرْبَعَةُ أَسَابِيعَ. مَاذَا تُرِيدُ أَنْ تَعْمَلَ فِي المُسْتَقْبَلِ؟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عَمِلْتُ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خِبْرَةُ عَمَلٍ؟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a company representative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TWO REGISTERS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Telling a friend, then the manager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صَدِيقٍ ثُمَّ مَعَ المُدِيرِ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نَعَمْ! أَعْمَلُ فِي …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your friend (informal).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(صَدِيقٌ) أَهْلًا! سَمِعْتُ أَنَّكَ وَجَدْتَ عَمَلًا!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… لٰكِنَّ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opinion (informal).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العَمَلُ؟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النُّورِ يَا حَضْرَةَ المُدِيرِ … لٰكِنْ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manager formally.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(المُدِيرُ) صَبَاحَ الخَيْرِ. هَلْ يُمْكِنُكَ أَنْ تَعْمَلَ يَوْمَ الأَحَدِ أَيْضًا؟</a:t>
            </a:r>
            <a:endParaRPr lang="ar-SA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يُمْكِنُنِي أَنْ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politely to start later.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أَفْهَمُ. مَتَى تَنْتَهِي امْتِحَانَاتُكَ؟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… لِأَنِّي أَطْمَحُ إِلَى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طَبْعًا. وَمَاذَا سَتَدْرُسُ بَعْدَ المَدْرَسَةِ؟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with a new weekend job  ·  The examiner is: a friend (tasks 1–2), then the manager (tasks 3–5)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MENTORING SESSION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journey so far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رِحْلَتِي حَتَّى الآنَ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الثَّانَوِيَّةِ كُنْتُ … أَمَّا الآنَ فَأَدْرُسُ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Past → present with linkers.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دِرَاسَتِكَ.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skills with evidence.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المَهَارَاتُ الَّتِي اكْتَسَبْتَهَا خَارِجَ المَدْرَسَةِ؟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الوَظِيفَةُ الَّتِي … هِيَ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Match skills to a job (relative clause).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تُنَاسِبُ هٰذِهِ المَهَارَاتِ؟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سَأَتَقَدَّمُ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plan with purpose.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سَتَبْحَثُ عَنْ خِبْرَةِ عَمَلٍ هٰذَا الصَّيْفَ؟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أَجِدْ …، فَسَوْفَ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(plan B).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تَجِدْ تَدْرِيبًا؟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12 student  ·  The examiner is: a mentor from a local business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FINAL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The scholarship interview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مُقَابَلَةُ المِنْحَةِ الدِّرَاسِيَّةِ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… وَالدَّلِيلُ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Make a formal, evidenced case.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تَسْتَحِقُّ هٰذِهِ المِنْحَةَ؟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كُنْتُ … فَكُنْتُ أَدْرُسُ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challenge (past) and its result.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تَحَدٍّ وَاجَهْتَهُ فِي دِرَاسَتِكَ؟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لِذٰلِكَ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balance.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الدَّرَجَاتُ أَهَمُّ مِنَ المَهَارَاتِ؟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… ثُمَّ أَطْمَحُ إِلَى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Plan the future with hopes and purpose.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سَتَسْتَخْدِمُ المِنْحَةَ؟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أَحْصُلْ …، لَعَمِلْتُ … لٰكِنَّ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lam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تَحْصُلْ عَلَى المِنْحَةِ، هَلْ سَيَتَغَيَّرُ حُلْمُكَ؟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scholarship candidate  ·  The examiner is: the head of the scholarship panel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on school, work and future plans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tenses and three linking words in one answer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الصَّفِّ الحَادِي عَشَرَ فِي مَدْرَسَةِ النُّورِ.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in Year 11 at Al Noor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فِي أَيِّ صَفٍّ أَنْتَ؟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مَادَّتِيَ المُفَضَّلَةُ الحَاسُوبُ، لِأَنَّهُ مُمْتِعٌ.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subject is computing, because it is fun.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أُسْبُوعًا يَسْتَمِرُّ التَّدْرِيبُ؟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weeks does the training last?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شَرِكَتُنَا تُقَدِّمُ تَدْرِيبًا صَيْفِيًّا.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مُصَمِّمَ أَلْعَابٍ.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a games designer.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أَرْبَعَةُ أَسَابِيعَ. مَاذَا تُرِيدُ أَنْ تَعْمَلَ فِي المُسْتَقْبَلِ؟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عَمِلْتُ فِي مَحَلٍّ لِلْحَوَاسِيبِ أُسْبُوعًا وَاحِدًا.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worked in a computer shop for one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خِبْرَةُ عَمَلٍ؟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نَعَمْ! أَعْمَلُ فِي مَكْتَبَةٍ يَوْمَ السَّبْتِ.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Yes! I work in a bookshop on Saturdays.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(صَدِيقٌ) أَهْلًا! سَمِعْتُ أَنَّكَ وَجَدْتَ عَمَلًا!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مُمْتِعٌ، لٰكِنَّ السَّاعَاتِ طَوِيلَةٌ قَلِيلًا.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work is fun, but the hours are a bit long.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العَمَلُ؟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النُّورِ. يَسُرُّنِي ذٰلِكَ، لٰكِنْ عِنْدِي امْتِحَانَاتٌ هٰذَا الشَّهْرَ.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morning. I’d be pleased to, but I have exams this month.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(المُدِيرُ) صَبَاحَ الخَيْرِ. هَلْ يُمْكِنُكَ أَنْ تَعْمَلَ يَوْمَ الأَحَدِ أَيْضًا؟</a:t>
            </a:r>
            <a:endParaRPr lang="ar-SA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تَنْتَهِي فِي آخِرِ الشَّهْرِ. هَلْ يُمْكِنُنِي أَنْ أَبْدَأَ أَيَّامَ الأَحَدِ بَعْدَ ذٰلِكَ؟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the end of the month. May I start Sundays after that?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أَفْهَمُ. مَتَى تَنْتَهِي امْتِحَانَاتُكَ؟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الأَدَبَ الإِنْجْلِيزِيَّ، لِأَنِّي أَطْمَحُ إِلَى أَنْ أَعْمَلَ فِي دَارِ نَشْرٍ.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literature — I aspire to work in a publishing house.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طَبْعًا. وَمَاذَا سَتَدْرُسُ بَعْدَ المَدْرَسَةِ؟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الثَّانَوِيَّةِ كُنْتُ أُحِبُّ العُلُومَ، أَمَّا الآنَ فَأَدْرُسُ الكِيمْيَاءَ وَالأَحْيَاءَ وَالرِّيَاضِيَّاتِ، وَأُرَاجِعُ كُلَّ يَوْمٍ سَاعَتَيْنِ.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secondary I loved science; now I study chemistry, biology and maths, revising two hours a 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دِرَاسَتِكَ.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حَصَلْتُ عَلَى شَهَادَةٍ فِي الإِسْعَافَاتِ الأَوَّلِيَّةِ؛ بِالإِضَافَةِ إِلَى ذٰلِكَ، أَتَطَوَّعُ فِي دَارٍ لِلْمُسِنِّينَ، فَتَعَلَّمْتُ الصَّبْرَ وَالاسْتِمَاعَ.</a:t>
            </a:r>
            <a:endParaRPr lang="ar-SA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First, a first-aid certificate; also I volunteer at a care home, where I learnt patience and listening.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المَهَارَاتُ الَّتِي اكْتَسَبْتَهَا خَارِجَ المَدْرَسَةِ؟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الوَظِيفَةُ الَّتِي تُنَاسِبُنِي هِيَ الصَّيْدَلَةُ، لِأَنَّهَا تَجْمَعُ بَيْنَ العِلْمِ وَمُسَاعَدَةِ النَّاسِ.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Pharmacy suits me, because it combines science and helping people.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تُنَاسِبُ هٰذِهِ المَهَارَاتِ؟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سَأَتَقَدَّمُ لِتَدْرِيبٍ فِي صَيْدَلِيَّةِ المُسْتَشْفَى، لِكَيْ أَرَى العَمَلَ الحَقِيقِيَّ قَبْلَ الجَامِعَةِ.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apply for a placement in the hospital pharmacy to see real work before university.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سَتَبْحَثُ عَنْ خِبْرَةِ عَمَلٍ هٰذَا الصَّيْفَ؟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لَمْ أَجِدْ تَدْرِيبًا، فَسَوْفَ أَعْمَلُ فِي صَيْدَلِيَّةِ الحَيِّ، وَمَعَ ذٰلِكَ سَأُوَاصِلُ التَّطَوُّعَ.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don’t find a placement, I’ll work in the local chemist — and keep volunteering anyway.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لَمْ تَجِدْ تَدْرِيبًا؟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أَكُونَ هُنَا. أَرَى أَنَّنِي أَسْتَحِقُّهَا لِأَنِّي أَجْمَعُ بَيْنَ التَّفَوُّقِ وَخِدْمَةِ المُجْتَمَعِ؛ وَالدَّلِيلُ أَنَّنِي حَصَلْتُ عَلَى أَعْلَى الدَّرَجَاتِ، وَأَسَّسْتُ نَادِيًا لِلدُّرُوسِ المَجَّانِيَّةِ.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believe I deserve it: I combine excellence and community service — top grades, and I founded a free-tuition club.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تَسْتَحِقُّ هٰذِهِ المِنْحَةَ؟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انْتَقَلْنَا إِلَى بَرِيطَانْيَا، لَمْ أَكُنْ أَتَكَلَّمُ الإِنْجْلِيزِيَّةَ جَيِّدًا، فَكُنْتُ أَدْرُسُ ثَلَاثَ سَاعَاتٍ إِضَافِيَّةً كُلَّ يَوْمٍ، حَتَّى أَصْبَحْتُ مِنَ الأَوَائِلِ فِي صَفِّي.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we moved to Britain I didn’t speak English well, so I studied three extra hours a day until I was among the top in my class.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تَحَدٍّ وَاجَهْتَهُ فِي دِرَاسَتِكَ؟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الدَّرَجَاتِ تَفْتَحُ أَبْوَابَ الجَامِعَاتِ، غَيْرَ أَنَّ المَهَارَاتِ هِيَ الَّتِي تَفْتَحُ أَبْوَابَ العَمَلِ؛ لِذٰلِكَ حَرَصْتُ عَلَى الاثْنَيْنِ.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Grades open university doors, but skills open work doors — so I worked on both.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الدَّرَجَاتُ أَهَمُّ مِنَ المَهَارَاتِ؟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الهَنْدَسَةَ الطِّبِّيَّةَ، ثُمَّ أَطْمَحُ إِلَى أَنْ أُصَمِّمَ أَجْهِزَةً رَخِيصَةً لِلْمُسْتَشْفَيَاتِ الفَقِيرَةِ، لِكَيْ يَحْصُلَ الجَمِيعُ عَلَى العِلَاجِ.</a:t>
            </a:r>
            <a:endParaRPr lang="ar-SA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medical engineering, then aspire to design low-cost devices for poor hospitals, so everyone can get treatment.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سَتَسْتَخْدِمُ المِنْحَةَ؟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أَحْصُلْ عَلَيْهَا، لَعَمِلْتُ وَدَرَسْتُ فِي الوَقْتِ نَفْسِهِ؛ فَالطَّرِيقُ سَيَكُونُ أَطْوَلَ، لٰكِنَّ الحُلْمَ لَنْ يَتَغَيَّرَ.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work and study at once — the road would be longer, but the dream wouldn’t change.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تَحْصُلْ عَلَى المِنْحَةِ، هَلْ سَيَتَغَيَّرُ حُلْمُكَ؟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the whole Topic D journey — education, effort, skills, ambition and a conditional — in formal Arabic.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الدِّرَاسَةُ وَالعَمَلُ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subject?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… وَأَكْتُبُ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revise for exams?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تُرَاجِعُ لِلِامْتِحَانَاتِ؟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/ أُمِّي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does someone in your family do?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يَعْمَلُ أَحَدُ أَفْرَادِ أُسْرَتِكَ؟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أَعْمَلُ … / لَا،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a part-time job?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عَمَلٌ جُزْئِيٌّ؟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do after school?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each comes from a different Topic D lesson.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المَدْرَسَةِ إِلَى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فَأَدْرُسُ … وَسَأَخْتَارُ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study changed since primary?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دِرَاسَتُكَ مُنْذُ الابْتِدَائِيَّةِ؟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skills do employers want?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يَطْلُبُهَا أَصْحَابُ العَمَلِ؟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تَطَوَّعْتُ … فَتَعَلَّمْتُ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work or volunteering experience.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تَجْرِبَةَ عَمَلٍ أَوْ تَطَوُّعٍ.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لٰكِنَّ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matters more: university or experience?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أَهَمُّ: الجَامِعَةُ أَمِ الخِبْرَةُ؟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… وَإِذَا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see yourself in ten years?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تَرَى نَفْسَكَ بَعْدَ عَشْرِ سَنَوَاتٍ؟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at least two linkers and two time frames per answer.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التَّعْلِيمُ وَالعَمَلُ وَالمُسْتَقْبَلُ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schools prepare students for the world of work?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تُعِدُّ المَدَارِسُ الطُّلَّابَ لِعَالَمِ العَمَلِ؟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students work while studying?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يَعْمَلَ الطُّلَّابُ أَثْنَاءَ الدِّرَاسَةِ؟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وَالِدَايَ … أَمَّا جِيلُنَا فَسَيُغَيِّرُ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your generation’s opportunities differ from your parents’?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فُرَصُ جِيلِكَ عَنْ فُرَصِ وَالِدَيْكَ؟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أَنَّ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most important lesson you’ve learnt about success?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دَرْسٍ تَعَلَّمْتَهُ عَنِ النَّجَاحِ؟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نَصَحْتُهُ، لَقُلْتُ لَهُ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gave one piece of advice to a Year 7 student, what would it be?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أَعْطَيْتَ نَصِيحَةً وَاحِدَةً لِطَالِبٍ فِي الصَّفِّ السَّابِعِ، مَاذَا تَقُولُ؟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link education, work and the future — a concession, a balanced view, past vs present, a turning point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مَادَّتِيَ المُفَضَّلَةُ التَّارِيخُ، لِأَنَّهُ مُمْتِعٌ.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History — it’s interesting.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فِي المَكْتَبَةِ، وَأَكْتُبُ مُلَخَّصَاتٍ.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library, writing summaries.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تُرَاجِعُ لِلِامْتِحَانَاتِ؟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مُمَرِّضَةٌ، وَتَعْمَلُ فِي مُسْتَشْفًى.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mum is a nurse in a hospital.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يَعْمَلُ أَحَدُ أَفْرَادِ أُسْرَتِكَ؟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لٰكِنِّي أَتَطَوَّعُ فِي نَادِي الحَيِّ.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but I volunteer at the local club.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عَمَلٌ جُزْئِيٌّ؟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سَأَدْرُسُ القَانُونَ فِي الجَامِعَةِ.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study law at university.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سَتَفْعَلُ بَعْدَ المَدْرَسَةِ؟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reason = a secure Core answer on any Topic D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أَدْرُسُ مَوَادَّ قَلِيلَةً وَسَهْلَةً، أَمَّا الآنَ فَأَدْرُسُ تِسْعَ مَوَادَّ، وَسَأَخْتَارُ ثَلَاثًا فَقَطْ فِي السَّنَةِ القَادِمَةِ.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studied a few easy subjects; now nine, and next year I’ll choose only three.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دِرَاسَتُكَ مُنْذُ الابْتِدَائِيَّةِ؟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التَّوَاصُلُ وَالعَمَلُ الجَمَاعِيُّ؛ بِالإِضَافَةِ إِلَى ذٰلِكَ، المَهَارَاتُ الرَّقْمِيَّةُ وَالقُدْرَةُ عَلَى التَّعَلُّمِ.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Communication and teamwork; also digital skills and the ability to learn.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يَطْلُبُهَا أَصْحَابُ العَمَلِ؟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 تَطَوَّعْتُ فِي مُخَيَّمٍ لِلْأَطْفَالِ، فَتَعَلَّمْتُ الصَّبْرَ وَالتَّنْظِيمَ، وَمَعَ ذٰلِكَ كَانَ العَمَلُ مُتْعِبًا.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summer I volunteered at a children’s camp and learnt patience and organisation — though it was tiring.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تَجْرِبَةَ عَمَلٍ أَوْ تَطَوُّعٍ.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الجَامِعَةَ مُهِمَّةٌ لِبَعْضِ المِهَنِ، لٰكِنَّ الخِبْرَةَ ضَرُورِيَّةٌ لِلْجَمِيعِ؛ لِذٰلِكَ سَأَعْمَلُ وَأَنَا أَدْرُسُ.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University matters for some jobs, but experience is essential for all — so I’ll work while studying.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أَيُّهُمَا أَهَمُّ: الجَامِعَةُ أَمِ الخِبْرَةُ؟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أَكُونَ مُهَنْدِسًا فِي شَرِكَةٍ لِلطَّاقَةِ، وَإِذَا نَجَحْتُ فِي ذٰلِكَ، فَسَأُؤَسِّسُ شَرِكَتِي الخَاصَّةَ.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engineer at an energy company — and if that goes well, I’ll found my own.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تَرَى نَفْسَكَ بَعْدَ عَشْرِ سَنَوَاتٍ؟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Linkers + several time frames = a strong Develop answer on any Topic D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تُعَلِّمُ المَعْرِفَةَ، غَيْرَ أَنَّهَا لَا تُعَلِّمُ كِتَابَةَ السِّيرَةِ الذَّاتِيَّةِ أَوِ التَّصَرُّفَ فِي المُقَابَلَاتِ، مِمَّا يَجْعَلُ البِدَايَةَ صَعْبَةً.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teach knowledge, but not CV writing or interview skills, which makes the start hard.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تُعِدُّ المَدَارِسُ الطُّلَّابَ لِعَالَمِ العَمَلِ؟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يَكْتَسِبُونَ خِبْرَةً وَمَالًا، وَمِنْ نَاحِيَةٍ أُخْرَى، قَدْ تَتَأَثَّرُ دَرَجَاتُهُمْ إِذَا كَانَتِ السَّاعَاتُ طَوِيلَةً.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gain experience and money, but grades may suffer if hours are long.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يَعْمَلَ الطُّلَّابُ أَثْنَاءَ الدِّرَاسَةِ؟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وَالِدَايَ يَعْمَلَانِ فِي وَظِيفَةٍ وَاحِدَةٍ طُولَ حَيَاتِهِمَا، أَمَّا جِيلُنَا فَسَيُغَيِّرُ مِهْنَتَهُ مَرَّاتٍ، مِمَّا يَتَطَلَّبُ تَعَلُّمًا مُسْتَمِرًّا.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parents kept one job all their lives; our generation will change careers several times, needing lifelong learning.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فُرَصُ جِيلِكَ عَنْ فُرَصِ وَالِدَيْكَ؟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mimmā, a narrated lesson and law … la- with imperatives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أَنَّ الفَشَلَ جُزْءٌ مِنَ النَّجَاحِ، عِنْدَمَا رَسَبْتُ فِي امْتِحَانٍ تَجْرِيبِيٍّ، ثُمَّ نَجَحْتُ بَعْدَهُ بِتَفَوُّقٍ.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failure is part of success — I failed a mock, then passed with distinction afterwards.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دَرْسٍ تَعَلَّمْتَهُ عَنِ النَّجَاحِ؟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نَصَحْتُهُ، لَقُلْتُ لَهُ: "جَرِّبْ كُلَّ شَيْءٍ، وَتَطَوَّعْ، وَاقْرَأْ؛ فَالمَهَارَاتُ الَّتِي تَبْنِيهَا اليَوْمَ سَتَفْتَحُ لَكَ أَبْوَابًا لَا تَتَخَيَّلُهَا".</a:t>
            </a:r>
            <a:endParaRPr lang="ar-S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“Try everything, volunteer and read — the skills you build today will open doors you can’t imagine.”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أَعْطَيْتَ نَصِيحَةً وَاحِدَةً لِطَالِبٍ فِي الصَّفِّ السَّابِعِ، مَاذَا تَقُولُ؟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mimmā, a narrated lesson and law … la- with imperatives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on school, work and future plans.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in every answer.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three different linking words.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past, present and future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switched register correctly and used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TD-L11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TD-L11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TD-L11 · Speaking Workshop — Integrated Communication Workshop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2026-10-11T14:09:15Z</dcterms:created>
  <dcterms:modified xsi:type="dcterms:W3CDTF">2026-10-11T14:09:15Z</dcterms:modified>
</cp:coreProperties>
</file>