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12 (Topic D Review — mock exam practice, TD-L12), using that lesson’s language (all of Topic D: ordinal numbers and stages, verbs with prepositions, time and timetables, the imperative and advice, verbal nouns, professions in m. / f. / pl., kāna + present, adjectives of quality, formal requests, sa- / aṭmaḥu ilā an and conditionals).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revision map: each card recalls one lesson (L01–L11). Ask students to say ONE sentence with each structure before the role plays.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top-band answers are precise (m. / f. professions, times, verbs with prepositions), linked (awwalan, li-dhālika, maʿa dhālika) and developed (a concession and a conditional).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language institute.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تَدْرُسِينَ · عِنْدَكِ · تَحْتَاجِينَ · مَشْغُولَةٌ.
Core: stages and ordinals (al-ṣaff al-ʿāshir, L01), uffaḍḍilu + li-anna (L03), matā tabdaʾu al-ḥiṣṣa? (L03), aḥtāju ilā + classroom tools (L02).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تَفَضَّلِي · عَمِلْتِ · صِفَاتُكِ · نَشِيطَةٌ وَمُهَذَّبَةٌ · سَتُوَفِّقِينَ.
Core+: awaddu an atqaddama (L09), kuntu aʿmalu (L07), qualities + mathalan (L08), the CANDIDATE asks (kam ar-rātib?), sa- + lan with khamsi sāʿātin (L04, 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meeting with a teacher.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رَاجَعْتِ · تُرِيدِينَ · رَأْيُكِ.
Develop: najaḥtu fī + afḍalu min … bi-kathīr (L04), sequencing + kuntu urājiʿu (L04, L11), a verbal noun (dirāsata, ṣināʿata, L05), ammā … fa- + li-dhālika (L03, L10), idhā … fa-sawfa + 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formal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تَقَدَّمْتِ · عِنْدَكِ · ضَعْفِكِ · تَحْصُلِي · سَتَفْعَلِينَ · مُشْرِفَةً · قَرِيبَةً.
Stretch: formal register (yasurrunī an, arā anna), mundhu, kuntu + present … fa-taʿallamtu an (L07–L08), kuntu … ammā al-āna fa- + qad aṣbaḥtu, a concession with wa-d-dalīlu anna and a dual (sanatayni mutatāliyatayni), law lam … la- + li-kay (L09–L10).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mixing time frames.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TD-L12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TD-L12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Topic D Mock Exam</a:t>
            </a:r>
            <a:endParaRPr lang="en-US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امْتِحَانٌ تَجْرِيبِيٌّ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A full Paper 3 mock in breakout rooms: four role plays and a mixed topic conversation covering the whole of Topic D — schools and stages, subjects and timetables, revision and exams, training, jobs and workplaces, personal qualities, interviews and career plans.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ONE KEY STRUCTURE FROM EACH PART OF TOPIC 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D in twelve structures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د فِي اثْنَتَيْ عَشْرَةَ بِنْيَةً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المَرْحَلَةُ الابْتِدَائِيَّةُ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primary stage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al-mar-ḥa-la-tu alb-ti-dā-ʾiy-ya-tu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university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الجَامِعَةُ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secondary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الثَّانَوِيَّةُ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· أَسْتَخْدِمُ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need … · I use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aḥ-tā-ju i-lā … · as-takh-di-mu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calculator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آلَةٌ حَاسِبَةٌ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ruler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مِسْطَرَةٌ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تَبْدَأُ الحِصَّةُ فِي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lesson starts at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tab-da-ʾu al-ḥiṣ-ṣa-tu fī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prefer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at half past eight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الثَّامِنَةِ وَالنِّصْفِ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أُرَاجِعُ · رَاجِعْ!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 · revise! (imp.)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 · rā-jiʿ!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passed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نَجَحْتُ فِي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should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حَصَلْتُ عَلَى شَهَادَةٍ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got a certificate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ḥa-ṣal-tu ʿa-lā sha-hā-da-tin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learning (v.n.)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course in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دَوْرَةٌ فِي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طَبِيبٌ · طَبِيبَةٌ · أَطِبَّاءُ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doctor (m. · f. · pl.)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ṭa-bī-bun · ṭa-bī-ba-tun · a-ṭib-bā-ʾu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teachers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مُعَلِّمُونَ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engineer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مُهَنْدِسَةٌ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Precise, linked, developed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أَعْمَلُ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to work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kun-tu aʿ-ma-lu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colleagues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زُمَلَاءُ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shifts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نَوْبَاتٌ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صَبُورٌ · مُنَظَّمٌ · دَقِيقٌ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patient · organised · precise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ṣa-bū-run · mu-naẓ-ẓa-mun · da-qī-qun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teamwork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الجَمَاعِيُّ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صَبُورَةٌ · مُنَظَّمَةٌ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أَوَدُّ أَنْ أَتَقَدَّمَ لِوَظِيفَةٍ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would like to apply for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a-wad-du an a-ta-qad-da-ma li-wa-ẓī-fa-tin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look forward to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أَتَطَلَّعُ إِلَى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enclosed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مُرْفَقٌ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L10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aspire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aṭ-ma-ḥu i-lā an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plan B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خُطَّةٌ بَدِيلَةٌ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L11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9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· بِالإِضَافَةِ إِلَى ذٰلِكَ</a:t>
            </a:r>
            <a:endParaRPr lang="ar-SA" sz="29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firstly · in addition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aw-wa-lan · bil-ʾi-ḍā-fa-ti i-lā dhā-li-ka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therefore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لِذٰلِكَ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however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ذٰلِكَ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will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 فَسَوْفَ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 لَاخْتَرْتُ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LANGUAGE INSTITUTE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Enrolling on an Arabic course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التَّسْجِيلُ فِي مَعْهَدٍ لِلُّغَةِ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أَدْرُسَ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 to study.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تُرِيدُ أَنْ تَدْرُسَ؟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المَرْحَلَةِ … فِي الصَّفِّ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your stage and year.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مَرْحَلَةٍ تَدْرُسُ الآنَ؟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you prefer and why.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صَفٌّ مَسَائِيٌّ وَصَفٌّ يَوْمَ السَّبْتِ.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time the lesson starts.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مُمْتَازٌ. هَلْ عِنْدَكَ سُؤَالٌ؟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العَاشِرَةِ. مَاذَا تَحْتَاجُ لِلصَّفِّ؟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student  ·  The examiner is: the institute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part-time job at a café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عَمَلٌ جُزْئِيٌّ فِي مَقْهًى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إِعْلَانًا عَنْ … وَأَوَدُّ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why you are calling.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مَقْهَى الوَاحَةِ، تَفَضَّلْ.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أَعْمَلُ فِي … فِي العُطَلِ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past experience.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فِي مَقْهًى مِنْ قَبْلُ؟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 ، مَثَلًا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qualities with an example.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صِفَاتُكَ الشَّخْصِيَّةُ؟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الرَّاتِبُ فِي السَّاعَةِ؟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pay and the uniform.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يَوْمَ الجُمُعَةِ مِنَ الرَّابِعَةِ إِلَى التَّاسِعَةِ.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سَأُرَاجِعُ … وَلَنْ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سَتُوَفِّقُ بَيْنَ العَمَلِ وَالدِّرَاسَةِ؟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looking for work  ·  The examiner is: the café manager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MEETING WITH A TEACHER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Results day and choosing a course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يَوْمُ النَّتَائِجِ وَاخْتِيَارُ الدِّرَاسَةِ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نَجَحْتُ فِي … وَكَانَتْ … أَفْضَلَ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results with comparison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مَبْرُوكٌ عَلَى النَّتَائِجِ! كَيْفَ كَانَتْ؟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methods with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السِّرُّ؟ كَيْفَ رَاجَعْتَ؟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دِرَاسَةَ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and why (verbal noun).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تَدْرُسَ بَعْدَ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… أَمَّا المَسَارُ الأَكَادِيمِيُّ فَيَفْتَحُ … لِذٰلِكَ …</a:t>
            </a:r>
            <a:endParaRPr lang="ar-SA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the options and choose.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دَوْرَةٌ مِهْنِيَّةٌ أَوْ مَسَارٌ أَكَادِيمِيٌّ.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…، فَسَوْفَ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تَغَيَّرَ رَأْيُكَ بَعْدَ سَنَةٍ؟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FORMAL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Interview for a summer job at a museum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مُقَابَلَةُ عَمَلٍ فِي المَتْحَفِ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 فَقَدْ … مُنْذُ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formal, motivated answer.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تَقَدَّمْتَ لِهٰذِهِ الوَظِيفَةِ؟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كُنْتُ … فَتَعَلَّمْتُ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experience with a result.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خِبْرَةٌ فِي العَمَلِ مَعَ الأَطْفَالِ؟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فَأَتَدَرَّبُ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Admit a weakness and show progress.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ضَعْفِكَ؟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الوَظِيفَةُ تَتَطَلَّبُ العَمَلَ فِي عُطْلَةِ نِهَايَةِ الأُسْبُوعِ.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أَحْصُلْ …، لَتَطَوَّعْتُ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lam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تَحْصُلْ عَلَى الوَظِيفَةِ، مَاذَا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job applicant  ·  The examiner is: the museum’s head of education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completed every role-play task, including the unexpected one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three Topic D structures accurately and two time frames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أَدْرُسَ اللُّغَةَ العَرَبِيَّةَ، مِنْ فَضْلِكَ.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Arabic,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 وَسَهْلًا! مَاذَا تُرِيدُ أَنْ تَدْرُسَ؟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فِي المَرْحَلَةِ الثَّانَوِيَّةِ، فِي الصَّفِّ العَاشِرِ.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at secondary stage, in Year 10.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مَرْحَلَةٍ تَدْرُسُ الآنَ؟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صَفَّ يَوْمِ السَّبْتِ، لِأَنِّي مَشْغُولٌ فِي المَسَاءِ.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Saturday class, because I’m busy in the evenings.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صَفٌّ مَسَائِيٌّ وَصَفٌّ يَوْمَ السَّبْتِ.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تَبْدَأُ الحِصَّةُ؟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lesson start?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مُمْتَازٌ. هَلْ عِنْدَكَ سُؤَالٌ؟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دَفْتَرٍ وَقَامُوسٍ.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an exercise book and a dictionary.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العَاشِرَةِ. مَاذَا تَحْتَاجُ لِلصَّفِّ؟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رَأَيْتُ إِعْلَانًا عَنْ عَمَلٍ جُزْئِيٍّ، وَأَوَدُّ أَنْ أَتَقَدَّمَ لَهُ.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an advert for a part-time job and would like to apply.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مَقْهَى الوَاحَةِ، تَفَضَّلْ.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كُنْتُ أَعْمَلُ فِي مَطْعَمِ عَمِّي فِي العُطَلِ.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used to work in my uncle’s restaurant in the holidays.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عَمِلْتَ فِي مَقْهًى مِنْ قَبْلُ؟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نَشِيطٌ وَمُهَذَّبٌ؛ مَثَلًا، أَبْتَسِمُ دَائِمًا لِلزَّبَائِنِ حَتَّى عِنْدَمَا يَكُونُ المَطْعَمُ مُزْدَحِمًا.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energetic and polite; for example, I always smile at customers even when it’s busy.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صِفَاتُكَ الشَّخْصِيَّةُ؟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كَمِ الرَّاتِبُ فِي السَّاعَةِ؟ وَهَلْ هُنَاكَ زِيٌّ خَاصٌّ؟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hourly pay? And is there a uniform?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العَمَلُ يَوْمَ الجُمُعَةِ مِنَ الرَّابِعَةِ إِلَى التَّاسِعَةِ.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سَأُرَاجِعُ دُرُوسِي يَوْمَ السَّبْتِ صَبَاحًا، وَلَنْ أَعْمَلَ أَكْثَرَ مِنْ خَمْسِ سَاعَاتٍ فِي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revise on Saturday mornings, and I won’t work more than five hours a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وَكَيْفَ سَتُوَفِّقُ بَيْنَ العَمَلِ وَالدِّرَاسَةِ؟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نَجَحْتُ فِي كُلِّ المَوَادِّ، وَكَانَتْ نَتِيجَةُ الرِّيَاضِيَّاتِ أَفْضَلَ مِنْ نَتِيجَةِ الامْتِحَانِ التَّجْرِيبِيِّ بِكَثِيرٍ.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Thanks! I passed everything, and maths was much better than in the mock.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مَبْرُوكٌ عَلَى النَّتَائِجِ! كَيْفَ كَانَتْ؟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وَضَعْتُ جَدْوَلًا لِلْمُرَاجَعَةِ، ثُمَّ حَلَلْتُ امْتِحَانَاتٍ سَابِقَةً؛ بِالإِضَافَةِ إِلَى ذٰلِكَ، كُنْتُ أُرَاجِعُ مَعَ صَدِيقٍ كُلَّ يَوْمِ أَحَدٍ.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I made a revision timetable, then did past papers; also I revised with a friend every Sunday.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السِّرُّ؟ كَيْفَ رَاجَعْتَ؟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دِرَاسَةَ التَّصْمِيمِ وَالتِّكْنُولُوجْيَا، لِأَنَّنِي أُحِبُّ صِنَاعَةَ الأَشْيَاءِ بِيَدَيَّ.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study design and technology, because I love making things with my hands.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تُرِيدُ أَنْ تَدْرُسَ بَعْدَ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الدَّوْرَةُ المِهْنِيَّةُ عَمَلِيَّةٌ أَكْثَرَ، أَمَّا المَسَارُ الأَكَادِيمِيُّ فَيَفْتَحُ بَابَ الجَامِعَةِ؛ لِذٰلِكَ سَأَخْتَارُ المَسَارَ الأَكَادِيمِيَّ.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vocational course is more practical, but the academic route opens the door to university, so I’ll choose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دَوْرَةٌ مِهْنِيَّةٌ أَوْ مَسَارٌ أَكَادِيمِيٌّ.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إِذَا تَغَيَّرَ رَأْيِي، فَسَوْفَ أَنْتَقِلُ إِلَى الدَّوْرَةِ المِهْنِيَّةِ، وَمَعَ ذٰلِكَ لَنْ أَنْدَمَ عَلَى التَّجْرِبَةِ.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change my mind, I’ll switch to the vocational course — and I won’t regret the experience.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وَإِذَا تَغَيَّرَ رَأْيُكَ بَعْدَ سَنَةٍ؟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أَكُونَ هُنَا. فَقَدْ أَحْبَبْتُ التَّارِيخَ مُنْذُ طُفُولَتِي، وَأَرَى أَنَّ المَتْحَفَ أَفْضَلُ مَكَانٍ لِأَنْقُلَ هٰذَا الحُبَّ إِلَى الأَطْفَالِ.</a:t>
            </a:r>
            <a:endParaRPr lang="ar-SA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I’ve loved history since childhood, and the museum is the best place to pass that love on to children.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تَقَدَّمْتَ لِهٰذِهِ الوَظِيفَةِ؟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الصَّيْفِ المَاضِي كُنْتُ مُشْرِفًا فِي مُخَيَّمٍ لِلْأَطْفَالِ، وَكُنْتُ أُنَظِّمُ لَهُمْ أَلْعَابًا تَعْلِيمِيَّةً، فَتَعَلَّمْتُ أَنْ أَشْرَحَ الأَفْكَارَ الصَّعْبَةَ بِطَرِيقَةٍ بَسِيطَةٍ.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summer I supervised a children’s camp, organising educational games — and learnt to explain hard ideas simply.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خِبْرَةٌ فِي العَمَلِ مَعَ الأَطْفَالِ؟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أَخْجَلُ مِنَ الكَلَامِ أَمَامَ الجُمْهُورِ، أَمَّا الآنَ فَأَتَدَرَّبُ فِي نَادِي المُنَاظَرَاتِ، وَقَدْ أَصْبَحْتُ أَكْثَرَ ثِقَةً.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be shy speaking in public; now I train in the debating club and have become more confident.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نُقْطَةُ ضَعْفِكَ؟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ذٰلِكَ سَيَأْخُذُ مِنْ وَقْتِ رَاحَتِي، غَيْرَ أَنَّ الخِبْرَةَ أَهَمُّ عِنْدِي؛ وَالدَّلِيلُ أَنَّنِي عَمِلْتُ فِي العُطَلِ سَنَتَيْنِ مُتَتَالِيَتَيْنِ.</a:t>
            </a:r>
            <a:endParaRPr lang="ar-SA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take some of my rest time, but experience matters more to me — I’ve worked holidays two years running.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الوَظِيفَةُ تَتَطَلَّبُ العَمَلَ فِي عُطْلَةِ نِهَايَةِ الأُسْبُوعِ.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أَحْصُلْ عَلَيْهَا، لَتَطَوَّعْتُ فِي المَتْحَفِ يَوْمًا فِي الأُسْبُوعِ، لِكَيْ أَبْقَى قَرِيبًا مِنَ المَجَالِ الَّذِي أُحِبُّهُ.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volunteer at the museum one day a week, to stay close to the field I love.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تَحْصُلْ عَلَى الوَظِيفَةِ، مَاذَا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every Topic D skill in one card — motivation, narrated experience, honest self-reflection, a concession and law lam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مَدْرَسَتِي وَعَمَلِي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مَدْرَسَةِ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school do you go to?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مَدْرَسَةٍ تَدْرُسُ؟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your school day start?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أَحْمِلُ … وَ…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carry in your bag?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تَحْمِلُ فِي حَقِيبَتِكَ؟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يَكُونَ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qualities are important for a teacher?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المُهِمَّةُ لِلْمُعَلِّمِ؟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job do you want?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each question comes from a different Topic D lesson.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وَدِرَاسَتِي وَمُسْتَقْبَلِي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الابْتِدَائِيَّةُ … أَمَّا الثَّانَوِيَّةُ فَأَكْبَرُ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primary and secondary schools.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مَدْرَسَتِكَ الابْتِدَائِيَّةِ وَالثَّانَوِيَّةِ.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… وَلَا تَسْهَرْ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advice for a student before exams?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قَبْلَ الامْتِحَانَاتِ؟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عَمِلْتُ / زُرْتُ … كَانَ … وَكَانَ الزُّمَلَاءُ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workplace you visited or worked in.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أَحْصُلَ عَلَى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certificates or courses do you want?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الشَّهَادَاتُ أَوِ الدَّوْرَاتُ الَّتِي تُرِيدُهَا؟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would you like to work in future?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تَعْمَلَ فِي المُسْتَقْبَلِ؟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description, a reason, a past or future detail and linking words.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التَّعْلِيمُ وَمُسْتَقْبَلُ العَمَلِ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exams the best way to assess students?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الامْتِحَانَاتُ أَفْضَلُ طَرِيقَةٍ لِتَقْيِيمِ الطُّلَّابِ؟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سَتَخْتَفِي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will technology change the world of work?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سَيَتَغَيَّرُ عَالَمُ العَمَلِ بِسَبَبِ التِّكْنُولُوجْيَا؟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salary more important than happiness at work?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الرَّاتِبُ أَهَمُّ مِنَ السَّعَادَةِ فِي العَمَلِ؟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أَثَّرَتْ فِيَّ / أَثَّرَ فِيَّ … عِنْدَمَا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influenced your choice of career?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أَثَّرَ فِي اخْتِيَارِكَ لِمِهْنَتِكَ؟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…، لَأَضَفْتُ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education minister, what would you change?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future with mimmā, a balanced view, a narrated influence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أَدْرُسُ فِي مَدْرَسَةِ المَدِينَةِ، وَهِيَ مَدْرَسَةٌ كَبِيرَةٌ.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at Al Madina School; it’s a big school.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أَيِّ مَدْرَسَةٍ تَدْرُسُ؟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يَبْدَأُ فِي الثَّامِنَةِ وَالنِّصْفِ، وَيَنْتَهِي فِي الثَّالِثَةِ.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starts at 8.30 and ends at three.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يَبْدَأُ يَوْمُكَ الدِّرَاسِيُّ؟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أَحْمِلُ كُتُبِي وَمِقْلَمَتِي وَآلَةً حَاسِبَةً.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books, pencil case and a calculator.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تَحْمِلُ فِي حَقِيبَتِكَ؟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يَكُونَ صَبُورًا وَمُنَظَّمًا.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teacher must be patient and organised.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الصِّفَاتُ المُهِمَّةُ لِلْمُعَلِّمِ؟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أَكُونَ طَبِيبَ أَسْنَانٍ، لِأَنَّ الرَّاتِبَ جَيِّدٌ.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dentist, because the salary is good.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الوَظِيفَةُ الَّتِي تُرِيدُهَا؟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accurate agreement = a secure Core answer on every theme.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الابْتِدَائِيَّةُ صَغِيرَةً وَقَرِيبَةً مِنْ بَيْتِي، أَمَّا الثَّانَوِيَّةُ فَأَكْبَرُ بِكَثِيرٍ، وَفِيهَا مُخْتَبَرَاتٌ وَمَكْتَبَةٌ حَدِيثَةٌ.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Primary was small and near home; secondary is much bigger, with labs and a modern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بَيْنَ مَدْرَسَتِكَ الابْتِدَائِيَّةِ وَالثَّانَوِيَّةِ.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رَاجِعْ قَلِيلًا كُلَّ يَوْمٍ، وَلَا تَسْهَرْ لَيْلَةَ الامْتِحَانِ، لِأَنَّ النَّوْمَ يُسَاعِدُ الذَّاكِرَةَ.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Revise a little every day and don’t stay up the night before, because sleep helps memory.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نَصِيحَتُكَ لِطَالِبٍ قَبْلَ الامْتِحَانَاتِ؟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عَمِلْتُ أُسْبُوعًا فِي مَكْتَبِ مُحَامٍ؛ كَانَ المَكْتَبُ هَادِئًا، وَكَانَ الزُّمَلَاءُ لُطَفَاءَ، لٰكِنَّ السَّاعَاتِ كَانَتْ طَوِيلَةً.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worked a week in a lawyer’s office: quiet, kind colleagues, but long hours.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مَكَانَ عَمَلٍ زُرْتَهُ أَوْ عَمِلْتَ فِيهِ.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أَحْصُلَ عَلَى شَهَادَةٍ فِي البَرْمَجَةِ، لِكَيْ أَجِدَ عَمَلًا جُزْئِيًّا وَأَنَا فِي الجَامِعَةِ.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programming certificate, so I can find part-time work while at university.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الشَّهَادَاتُ أَوِ الدَّوْرَاتُ الَّتِي تُرِيدُهَا؟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أَطْمَحُ إِلَى أَنْ أَعْمَلَ فِي شَرِكَةٍ دُوَلِيَّةٍ، لِأَنِّي أُحِبُّ السَّفَرَ وَاللُّغَاتِ.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aspire to work for an international company — I love travel and languages.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تُحِبُّ أَنْ تَعْمَلَ فِي المُسْتَقْبَلِ؟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Comparison + a reason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عَادِلَةٌ وَوَاضِحَةٌ، غَيْرَ أَنَّهَا لَا تَقِيسُ الإِبْدَاعَ وَالعَمَلَ الجَمَاعِيَّ، لِذٰلِكَ أُفَضِّلُ أَنْ تُضَافَ إِلَيْهَا مَشَارِيعُ.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fair and clear, but don’t measure creativity or teamwork, so I’d add projects.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الامْتِحَانَاتُ أَفْضَلُ طَرِيقَةٍ لِتَقْيِيمِ الطُّلَّابِ؟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سَتَخْتَفِي بَعْضُ الوَظَائِفِ الرُّوتِينِيَّةِ، وَسَتَظْهَرُ وَظَائِفُ جَدِيدَةٌ، مِمَّا يَعْنِي أَنَّنَا سَنَحْتَاجُ إِلَى التَّعَلُّمِ طُولَ الحَيَاةِ.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Some routine jobs will vanish and new ones appear, meaning we’ll need lifelong learning.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سَيَتَغَيَّرُ عَالَمُ العَمَلِ بِسَبَبِ التِّكْنُولُوجْيَا؟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نَحْتَاجُ إِلَى رَاتِبٍ يَكْفِي لِحَيَاةٍ كَرِيمَةٍ، وَمِنْ نَاحِيَةٍ أُخْرَى، نَقْضِي فِي العَمَلِ ثُلُثَ حَيَاتِنَا، فَلَا بُدَّ أَنْ نُحِبَّهُ.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need a decent salary, but we spend a third of our lives at work, so we must love it.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الرَّاتِبُ أَهَمُّ مِنَ السَّعَادَةِ فِي العَمَلِ؟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(tuḍāfa), mimmā yaʿnī, balance with lā budda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أَثَّرَتْ فِيَّ مُعَلِّمَةُ العُلُومِ عِنْدَمَا شَجَّعَتْنِي عَلَى المُشَارَكَةِ فِي مُسَابَقَةٍ، فَاكْتَشَفْتُ حُبِّي لِلْبَحْثِ العِلْمِيِّ.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science teacher, when she encouraged me to enter a competition — I discovered my love of research.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أَثَّرَ فِي اخْتِيَارِكَ لِمِهْنَتِكَ؟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وَزِيرًا لِلتَّعْلِيمِ، لَأَضَفْتُ حِصَّةً أُسْبُوعِيَّةً لِلْمَهَارَاتِ المِهْنِيَّةِ، وَلَجَعَلْتُ التَّدْرِيبَ فِي الشَّرِكَاتِ جُزْءًا مِنَ المَنْهَجِ.</a:t>
            </a:r>
            <a:endParaRPr lang="ar-SA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add a weekly careers-skills lesson and make company placements part of the curriculum.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وَزِيرَ التَّعْلِيمِ، مَاذَا تُغَيِّرُ؟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the passive (tuḍāfa), mimmā yaʿnī, balance with lā budda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TD-L12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TD-L12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completed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in full sentences on at least three Topic D themes.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times, ordinals or m. / f. professions accurately.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ideas and used two time frames in one answer.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and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TD-L12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TD-L12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TD-L12 · Speaking Workshop — Topic D Mock Exam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2026-10-11T14:14:13Z</dcterms:created>
  <dcterms:modified xsi:type="dcterms:W3CDTF">2026-10-11T14:14:13Z</dcterms:modified>
</cp:coreProperties>
</file>