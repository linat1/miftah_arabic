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9 (Applications and Interviews, TD-L09), using that lesson’s language (formal questions (hal yumkinunī an …? · mā hiya …?); past experience (ʿamiltu, katabtu, nazzamtu); object pronouns (asāʿiduhum, aʿṭānī iyyāhā, nazzamtuhu)).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formal register: أَوَدُّ أَنْ أَتَقَدَّمَ لِوَظِيفَةِ … · يَسُرُّنِي أَنْ أُرْسِلَ لَكُمْ سِيرَتِي الذَّاتِيَّةَ. In an interview use حَضْرَتُكَ / حَضْرَتُكِ for “you” and finish with شُكْرًا عَلَى وَقْتِكُمْ.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attach the object to the verb: نَظَّمْتُ الحَفْلَ → نَظَّمْتُهُ · سَاعَدْتُ الأَطْفَالَ → سَاعَدْتُهُمْ · كَتَبْتُ الرِّسَالَةَ → كَتَبْتُهَا. Two objects: أَعْطَانِي إِيَّاهَا (he gave it to 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phone enquiry.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عُمْرُكِ · عِنْدَكِ · تَسْتَطِيعِينَ · مُسَاعِدَةٍ.
Core: bi-khuṣūṣi, waẓīfatu musāʿidin (iḍāfa), sabʿa ʿashrata sanatan, sa-ursiluhā (object pronoun -hā for as-sīra), an ātiya (subjunctive).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short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· تُرِيدِينَ · عَمِلْتِ · كُنْتِ تَفْعَلِينَ · عِنْدَكِ.
Core+: verbal nouns (at-taʿāmul), kuntu + present with object pronouns (urattibuhu, asʾilatihim), the CANDIDATE asks formally (hal yumkinunī an …?), fa-mathalan + kāna + accusative plural.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volunteering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حَدِّثِينَا · نَفْسِكِ · لَدَيْكِ · تَشْرَحِينَ · يُنَاسِبُكِ · سَأَلَكِ.
Develop: formal yasurrunī an, object pronouns (qaddamtuhu, aʿjabahum, yarsumūhā, ursiluhu), a relative without alladhī, thumma, hal yumkinunī an + embedded question, idhā … fa-sa-.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competitive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نَخْتَارَكِ · تَعَلَّمْتِ · دِرَاسَتِكِ · لَدَيْكِ · تُقْبَلِي.
Stretch: wa-d-dalīlu annanī, object pronouns (ṭawwartuhu, yuwājihuhā), ḥattā aṣbaḥa, a failure → lesson, a concession with evidence, formal indirect questions (awaddu an aʿrifa mā …), a passive law lam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past experience and object pronouns.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Applications and Interviews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الطَّلَبَاتُ وَالمُقَابَلَاتُ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read job adverts, answer interview questions formally, talk about past experience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عَمِلْتُ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نَظَّمْتُ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تَعَلَّمْتُ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using object pronouns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أُسَاعِدُهُمْ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نَظَّمْتُهُ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and ask the interviewer polite questions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هَلْ يُمْكِنُنِي أَنْ أَسْأَلَ …؟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APPLICATIONS AND INTERVIEWS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Advert, CV, interview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التَّقَدُّمُ لِوَظِيفَةٍ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vacancy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إِعْلَانُ وَظِيفَةٍ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job advert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iʿ-lā-nu wa-ẓī-fa-tin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vacancy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وَظِيفَةٌ شَاغِرَةٌ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إِعْلَانَاتُ وَظَائِفَ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69930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699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apply for a job · applicant (m. · f.)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طَلَبُ تَوْظِيفٍ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job application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ṭa-la-bu taw-ẓī-fin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applicant (m. · f.)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مُتَقَدِّمٌ · مُتَقَدِّمَةٌ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apply for a job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أَتَقَدَّمُ لِوَظِيفَةٍ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cover letter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سِيرَةٌ ذَاتِيَّةٌ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CV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sī-ra-tun dhā-tiy-ya-tun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cover letter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رِسَالَةُ تَقْدِيمٍ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سِيَرٌ ذَاتِيَّةٌ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interviewer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مُقَابَلَةٌ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interview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mu-qā-ba-la-tun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interviewer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المُحَاوِرُ · المُحَاوِرَةُ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مُقَابَلَاتٌ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previous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خِبْرَةٌ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experience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khib-ra-tun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previous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خِبْرَةٌ سَابِقَةٌ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خِبْرَاتٌ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referee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تَوْصِيَةٌ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reference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taw-ṣi-ya-tun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referee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المُوصِي · المُوصِيَةُ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تَوْصِيَاتٌ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PAST EXPERIENCE AND OBJECT PRONOUNS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 organised it, I helped them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خِبْرَتِي السَّابِقَةُ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عَمِلْتُ · نَظَّمْتُ · تَعَلَّمْتُ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worked · organised · learnt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ʿa-mil-tu · naẓ-ẓam-tu · ta-ʿal-lam-tu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عَمِلَتْ · نَظَّمَتْ · تَعَلَّمَتْ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عَمِلَ · نَظَّمَ · تَعَلَّمَ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object pronouns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أُسَاعِدُهُمْ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help them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u-sā-ʿi-du-hum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(formal)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أُسَاعِدُكُمْ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him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أُسَاعِدُهُ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أُسَاعِدُهَا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formal questions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يُمْكِنُنِي أَنْ …؟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may I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hal yum-ki-nu-nī an …?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what are …?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هِيَ …؟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could you …?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يُمْكِنُكَ أَنْ …؟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contract · trial period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رَاتِبٌ شَهْرِيٌّ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monthly salary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rā-ti-bun shah-riy-yun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trial period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فَتْرَةُ تَجْرِبَةٍ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contract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عَقْدٌ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enthusiasm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مُتَحَمِّسٌ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keen, enthusiastic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mu-ta-ḥam-mi-sun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enthusiasm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الحَمَاسُ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مُتَحَمِّسَةٌ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register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يَسُرُّنِي أَنْ …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am pleased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ya-sur-ru-nī an …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thank you for your time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شُكْرًا عَلَى وَقْتِكُمْ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would like to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أَوَدُّ أَنْ</a:t>
            </a:r>
            <a:endParaRPr lang="ar-SA" sz="135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PHONE ENQUIRY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Phoning about a job advert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اسْتِفْسَارٌ عَنْ وَظِيفَةٍ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أَتَّصِلُ بِخُصُوصِ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why you are calling.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فُنْدُقُ النَّخِيلِ، صَبَاحَ الخَيْرِ.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وَظِيفَةُ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job.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وَظِيفَةٍ؟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age.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عُمْرُكَ؟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سَأُرْسِلُهَا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offer to send it.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سِيرَةٌ ذَاتِيَّةٌ؟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أَسْتَطِيعُ أَنْ آتِيَ يَوْمَ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تَسْتَطِيعُ أَنْ تَأْتِيَ لِلْمُقَابَلَةِ؟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applicant  ·  The examiner is: a hotel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SHORT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Interview for a shop assistant job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مُقَابَلَةٌ فِي مَحَلٍّ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أُحِبُّ … وَأُرِيدُ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تَفَضَّلْ بِالجُلُوسِ. لِمَاذَا تُرِيدُ هٰذِهِ الوَظِيفَةَ؟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عَمِلْتُ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past work.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عَمِلْتَ مِنْ قَبْلُ؟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أَبِيعُ … وَأُرَتِّبُهُ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duties with object pronouns.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كُنْتَ تَفْعَلُ هُنَاكَ؟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يُمْكِنُنِي أَنْ أَسْأَلَ عَنْ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formal question.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أَسْئِلَةٌ؟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 فَمَثَلًا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evidence.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أَكْبَرُ نُقْطَةِ قُوَّةٍ عِنْدَكَ؟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applicant  ·  The examiner is: the shop manager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VOLUNTEERING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Interview to be a museum guide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مُرْشِدٌ فِي المَتْحَفِ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يَسُرُّنِي أَنْ … أَنَا … وَأَدْرُسُ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Introduce yourself formally.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نَفْسِكَ.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نَظَّمْتُ … وَقَدَّمْتُهُ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experience with object pronouns.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لَدَيْكَ خِبْرَةٌ فِي التَّحَدُّثِ أَمَامَ الجُمْهُورِ؟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أَبْدَأُ بِسُؤَالٍ … ثُمَّ أَطْلُبُ مِنْهُمْ 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method.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تَشْرَحُ قِطْعَةً أَثَرِيَّةً لِلْأَطْفَالِ؟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يُنَاسِبُنِي. هَلْ يُمْكِنُنِي أَنْ أَسْأَلَ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ask about training.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العَمَلُ يَوْمَ السَّبْتِ. هَلْ يُنَاسِبُكَ؟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سَأَلَنِي …، فَسَأَعْتَرِفُ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إِذَا سَأَلَكَ زَائِرٌ سُؤَالًا لَا تَعْرِفُ جَوَابَهُ؟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applicant  ·  The examiner is: the museum’s education officer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COMPETITIVE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Interview for a youth ambassador role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سَفِيرُ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لِأَنَّنِي … وَالدَّلِيلُ أَنَّنِي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Make a persuasive case with evidence.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يَجِبُ أَنْ نَخْتَارَكَ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البِدَايَةِ … لٰكِنِّي تَعَلَّمْتُ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failure and the lesson.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فَشَلٍ تَعَلَّمْتَ مِنْهُ.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أَنِّي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reassure.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الدَّوْرُ يَتَطَلَّبُ وَقْتًا كَثِيرًا. أَلَنْ يُؤَثِّرَ فِي دِرَاسَتِكَ؟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أَوَدُّ أَنْ أَعْرِفَ … وَهَلْ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formal questions.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لَدَيْكَ سُؤَالٌ لَنَا؟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أُقْبَلْ، لَطَلَبْتُ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lam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تُقْبَلْ، مَاذَا سَتَفْعَلُ؟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candidate  ·  The examiner is: a panel member from a charity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interview questions in full, formal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past experience using an object pronoun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النُّورِ، أَتَّصِلُ بِخُصُوصِ إِعْلَانِ الوَظِيفَةِ.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morning, I’m calling about the job advert.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فُنْدُقُ النَّخِيلِ، صَبَاحَ الخَيْرِ.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وَظِيفَةُ مُسَاعِدٍ فِي المَطْعَمِ.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restaurant assistant job.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وَظِيفَةٍ؟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عُمْرِي سَبْعَ عَشْرَةَ سَنَةً.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seventeen.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عُمْرُكَ؟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سَأُرْسِلُهَا بِالبَرِيدِ الإِلِكْتْرُونِيِّ اليَوْمَ.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I’ll send it by email today.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سِيرَةٌ ذَاتِيَّةٌ؟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أَسْتَطِيعُ أَنْ آتِيَ يَوْمَ الخَمِيسِ بَعْدَ الظُّهْرِ.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come on Thursday afternoon.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تَسْتَطِيعُ أَنْ تَأْتِيَ لِلْمُقَابَلَةِ؟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أُحِبُّ التَّعَامُلَ مَعَ النَّاسِ، وَأُرِيدُ أَنْ أَكْسِبَ خِبْرَةً.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enjoy dealing with people and want to gain experience.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تَفَضَّلْ بِالجُلُوسِ. لِمَاذَا تُرِيدُ هٰذِهِ الوَظِيفَةَ؟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عَمِلْتُ فِي مَخْبَزٍ فِي الصَّيْفِ المَاضِي.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worked in a bakery last summer.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عَمِلْتَ مِنْ قَبْلُ؟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أَبِيعُ الخُبْزَ وَأُرَتِّبُهُ عَلَى الرُّفُوفِ، وَأُسَاعِدُ الزَّبَائِنَ وَأُجِيبُ عَنْ أَسْئِلَتِهِمْ.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sold bread and arranged it on the shelves, and helped customers and answered their questions.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كُنْتَ تَفْعَلُ هُنَاكَ؟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هَلْ يُمْكِنُنِي أَنْ أَسْأَلَ عَنْ سَاعَاتِ العَمَلِ؟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may I ask about the working hours?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أَسْئِلَةٌ؟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صَبُورٌ؛ فَمَثَلًا كَانَ بَعْضُ الزَّبَائِنِ غَاضِبِينَ، فَاسْتَمَعْتُ إِلَيْهِمْ بِهُدُوءٍ.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patient — some customers were angry, and I listened to them calmly.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أَكْبَرُ نُقْطَةِ قُوَّةٍ عِنْدَكَ؟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يَسُرُّنِي أَنْ أَكُونَ هُنَا. أَنَا طَالِبٌ فِي الصَّفِّ الثَّانِي عَشَرَ، وَأَدْرُسُ التَّارِيخَ وَالعَرَبِيَّةَ.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pleased to be here. I’m in Year 12, studying history and Arabic.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نَفْسِكَ.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نَظَّمْتُ مَعْرِضًا عَنْ تَارِيخِ الأَنْدَلُسِ فِي مَدْرَسَتِي، وَقَدَّمْتُهُ لِأَوْلِيَاءِ الأُمُورِ، فَأَعْجَبَهُمْ كَثِيرًا.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organised an exhibition on al-Andalus at school and presented it to parents, who liked it very much.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لَدَيْكَ خِبْرَةٌ فِي التَّحَدُّثِ أَمَامَ الجُمْهُورِ؟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أَبْدَأُ بِسُؤَالٍ يُثِيرُ فُضُولَهُمْ، ثُمَّ أَحْكِي لَهُمْ قِصَّةً قَصِيرَةً عَنْهَا، وَأَطْلُبُ مِنْهُمْ أَنْ يَرْسُمُوهَا.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start with a question that sparks curiosity, then tell a short story about it, and ask them to draw it.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تَشْرَحُ قِطْعَةً أَثَرِيَّةً لِلْأَطْفَالِ؟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يُنَاسِبُنِي تَمَامًا. هَلْ يُمْكِنُنِي أَنْ أَسْأَلَ: هَلْ تُقَدِّمُونَ تَدْرِيبًا لِلْمُرْشِدِينَ الجُدُدِ؟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it suits me perfectly. May I ask — do you offer training for new guides?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العَمَلُ يَوْمَ السَّبْتِ. هَلْ يُنَاسِبُكَ؟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سَأَلَنِي سُؤَالًا لَا أَعْرِفُ جَوَابَهُ، فَسَأَعْتَرِفُ بِذٰلِكَ بِأَدَبٍ، وَسَأَبْحَثُ عَنِ الجَوَابِ، ثُمَّ أُرْسِلُهُ إِلَيْهِ.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asked something I don’t know, I’d admit it politely, find the answer and send it to them.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إِذَا سَأَلَكَ زَائِرٌ سُؤَالًا لَا تَعْرِفُ جَوَابَهُ؟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لِأَنَّنِي أَجْمَعُ بَيْنَ الحَمَاسِ وَالخِبْرَةِ؛ وَالدَّلِيلُ أَنَّنِي أَسَّسْتُ نَادِيًا لِلتَّطَوُّعِ فِي مَدْرَسَتِي، وَطَوَّرْتُهُ حَتَّى أَصْبَحَ يَضُمُّ خَمْسِينَ عُضْوًا.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combine enthusiasm and experience — I founded a volunteering club at school and grew it to fifty members.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يَجِبُ أَنْ نَخْتَارَكَ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البِدَايَةِ نَظَّمْتُ حَمْلَةً لِجَمْعِ التَّبَرُّعَاتِ دُونَ تَخْطِيطٍ كَافٍ، فَلَمْ يَأْتِ أَحَدٌ، لٰكِنِّي تَعَلَّمْتُ أَنَّ الإِعْلَانَ المُبَكِّرَ نِصْفُ النَّجَاحِ.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first I organised a fundraiser with too little planning and nobody came — but I learnt early publicity is half of success.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فَشَلٍ تَعَلَّمْتَ مِنْهُ.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 يَتَطَلَّبُ وَقْتًا، غَيْرَ أَنِّي تَعَوَّدْتُ أَنْ أُوَازِنَ بَيْنَ الدِّرَاسَةِ وَالنَّشَاطَاتِ، وَنَتَائِجِي هٰذَا العَامَ أَفْضَلُ مِنَ العَامِ المَاضِي.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takes time, but I’m used to balancing study and activities, and my results this year are better than last.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الدَّوْرُ يَتَطَلَّبُ وَقْتًا كَثِيرًا. أَلَنْ يُؤَثِّرَ فِي دِرَاسَتِكَ؟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أَوَدُّ أَنْ أَعْرِفَ مَا أَهَمُّ التَّحَدِّيَاتِ الَّتِي يُوَاجِهُهَا السُّفَرَاءُ، وَهَلْ سَيَكُونُ هُنَاكَ مُرْشِدٌ يُتَابِعُ عَمَلَنَا؟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like to know the main challenges ambassadors face, and whether a mentor will follow our work.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لَدَيْكَ سُؤَالٌ لَنَا؟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أُقْبَلْ، لَطَلَبْتُ مِنْكُمْ مُلَاحَظَاتٍ عَلَى أَدَائِي، وَلَتَقَدَّمْتُ مَرَّةً أُخْرَى فِي العَامِ القَادِمِ بِخِبْرَةٍ أَكْبَرَ.</a:t>
            </a:r>
            <a:endParaRPr lang="ar-SA" sz="15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weren’t accepted, I’d ask you for feedback on my performance and apply again next year with more experience.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تُقْبَلْ، مَاذَا سَتَفْعَلُ؟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persuasive case, a failure turned into a lesson, a concession with evidence, formal questions and law lam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الطَّلَبُ وَالمُقَابَلَةُ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CV?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سِيرَةٌ ذَاتِيَّةٌ؟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قُمْتُ بِمُقَابَلَةٍ لِعَمَلٍ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had an interview before?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قُمْتَ بِمُقَابَلَةٍ مِنْ قَبْلُ؟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أَلْبَسُ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wear to an interview?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تَلْبَسُ فِي المُقَابَلَةِ؟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قَلِيلًا، لٰكِنِّي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feel nervous before an interview?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تَشْعُرُ بِالتَّوَتُّرِ قَبْلَ المُقَابَلَةِ؟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أَتَقَدَّمَ لِوَظِيفَةِ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job do you want to apply for?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الوَظِيفَةُ الَّتِي تُرِيدُ أَنْ تَتَقَدَّمَ لَهَا؟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الاسْتِعْدَادُ لِلْعَمَلِ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أَقْرَأُ عَنِ … ثُمَّ أَتَدَرَّبُ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prepare for an interview?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تَسْتَعِدُّ لِلْمُقَابَلَةِ؟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كَانَتِ المُقَابَلَةُ … سَأَلُونِي … فَأَخْبَرْتُهُمْ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interview you had.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مُقَابَلَةً قُمْتَ بِهَا.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أَكْتُبُ فِيهَا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put on your CV?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تَكْتُبُهُ فِي سِيرَتِكَ الذَّاتِيَّةِ؟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أَصْعَبُ سُؤَالٍ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hardest interview question?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أَصْعَبُ سُؤَالٍ فِي المُقَابَلَاتِ؟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سَأَتَقَدَّمُ لِوَظِيفَةٍ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job will you apply for in summer?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لِأَيِّ وَظِيفَةٍ سَتَتَقَدَّمُ فِي الصَّيْفِ؟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past experience, object pronouns and sequence (thumma, qabla an).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التَّوْظِيفُ اليَوْمَ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an interview the best way to choose an employee?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المُقَابَلَةُ أَفْضَلُ طَرِيقَةٍ لِاخْتِيَارِ المُوَظَّفِ؟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أَعْتَقِدُ ذٰلِكَ،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employers ask for photos on CVs?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يَطْلُبَ أَصْحَابُ العَمَلِ صُوَرًا فِي السِّيرَةِ الذَّاتِيَّةِ؟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think of online interviews?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المُقَابَلَاتِ عَنْ بُعْدٍ؟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كَانُوا يَجِدُونَهُ … أَمَّا اليَوْمَ فَيَتَقَدَّمُ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people find work in the past?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النَّاسُ يَجِدُونَ العَمَلَ فِي المَاضِي؟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أُجْرِي مُقَابَلَةً، لَسَأَلْتُ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interviewing, what question would you ask?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تُجْرِي مُقَابَلَةً، مَا السُّؤَالُ الَّذِي تَطْرَحُهُ؟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yuʾaddī ilā + badalan min, a balanced view, kānū + object pronoun vs ammā … fa-,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كَتَبْتُهَا فِي حِصَّةِ المِهَنِ.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wrote it in a careers lesson.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سِيرَةٌ ذَاتِيَّةٌ؟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قُمْتُ بِمُقَابَلَةٍ لِعَمَلٍ فِي مَقْهًى.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an interview for a café job.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قُمْتَ بِمُقَابَلَةٍ مِنْ قَبْلُ؟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أَلْبَسُ مَلَابِسَ رَسْمِيَّةً وَنَظِيفَةً.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wear smart, clean clothes.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تَلْبَسُ فِي المُقَابَلَةِ؟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قَلِيلًا، لٰكِنِّي أَتَدَرَّبُ قَبْلَهَا.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 little, but I practise beforehand.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تَشْعُرُ بِالتَّوَتُّرِ قَبْلَ المُقَابَلَةِ؟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أَتَقَدَّمَ لِوَظِيفَةِ مُدَرِّبِ سِبَاحَةٍ.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swimming-coach job.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الوَظِيفَةُ الَّتِي تُرِيدُ أَنْ تَتَقَدَّمَ لَهَا؟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an object pronoun (katabtuhā, qablahā)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أَقْرَأُ عَنِ الشَّرِكَةِ وَأَتَعَرَّفُ عَلَى عَمَلِهَا، ثُمَّ أَتَدَرَّبُ عَلَى الأَسْئِلَةِ مَعَ أُمِّي.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read about the company and learn what it does, then practise questions with my mum.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تَسْتَعِدُّ لِلْمُقَابَلَةِ؟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كَانَتِ المُقَابَلَةُ فِي مَطْعَمٍ، وَسَأَلُونِي عَنْ خِبْرَتِي، فَأَخْبَرْتُهُمْ عَنْ عَمَلِي فِي المَخْبَزِ، وَقَبِلُونِي.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at a restaurant; they asked about my experience, I told them about the bakery, and they accepted 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مُقَابَلَةً قُمْتَ بِهَا.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أَكْتُبُ فِيهَا دِرَاسَتِي وَمَهَارَاتِي وَخِبْرَاتِي فِي التَّطَوُّعِ، وَأُرَاجِعُهَا بِدِقَّةٍ قَبْلَ أَنْ أُرْسِلَهَا.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studies, skills and volunteering, and I check it carefully before sending it.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تَكْتُبُهُ فِي سِيرَتِكَ الذَّاتِيَّةِ؟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أَصْعَبُ سُؤَالٍ هُوَ "مَا نُقْطَةُ ضَعْفِكَ؟"، لِأَنَّنَا نَخَافُ أَنْ نُعْطِيَ صُورَةً سَيِّئَةً عَنْ أَنْفُسِنَا.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“What is your weakness?” — we’re afraid of giving a bad impression.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أَصْعَبُ سُؤَالٍ فِي المُقَابَلَاتِ؟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سَأَتَقَدَّمُ لِوَظِيفَةٍ فِي مُخَيَّمٍ لِلْأَطْفَالِ، لِأَنِّي أُحِبُّ الرِّيَاضَةَ، وَأَسْتَطِيعُ أَنْ أُدَرِّبَهُمْ.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children’s camp job — I love sport and can coach them.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لِأَيِّ وَظِيفَةٍ سَتَتَقَدَّمُ فِي الصَّيْفِ؟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Past experience + object pronouns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تَكْشِفُ شَخْصِيَّةَ المُتَقَدِّمِ، غَيْرَ أَنَّ بَعْضَ الأَكْفَاءِ يَتَوَتَّرُونَ فِيهَا، فَلَا تَظْهَرُ قُدُرَاتُهُمُ الحَقِيقِيَّةُ.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reveals personality, but some capable people get nervous, so their true abilities don’t show.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المُقَابَلَةُ أَفْضَلُ طَرِيقَةٍ لِاخْتِيَارِ المُوَظَّفِ؟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أَعْتَقِدُ ذٰلِكَ، لِأَنَّ الصُّورَةَ قَدْ تُؤَدِّي إِلَى التَّمْيِيزِ بِسَبَبِ الشَّكْلِ أَوِ العُمْرِ، بَدَلًا مِنَ المَهَارَاتِ.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— a photo can lead to discrimination by looks or age instead of skills.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يَطْلُبَ أَصْحَابُ العَمَلِ صُوَرًا فِي السِّيرَةِ الذَّاتِيَّةِ؟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تُوَفِّرُ الوَقْتَ وَالسَّفَرَ، وَمِنْ نَاحِيَةٍ أُخْرَى، يَصْعُبُ فِيهَا بِنَاءُ عَلَاقَةٍ إِنْسَانِيَّةٍ مَعَ المُحَاوِرِ.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save time and travel, but it’s hard to build a human connection with the interviewer.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المُقَابَلَاتِ عَنْ بُعْدٍ؟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cause → effect, balance, past vs present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كَانُوا يَجِدُونَهُ عَنْ طَرِيقِ الأَقَارِبِ وَإِعْلَانَاتِ الصُّحُفِ، أَمَّا اليَوْمَ فَيَتَقَدَّمُ النَّاسُ لِعَشَرَاتِ الوَظَائِفِ عَلَى الإِنْتَرْنِتِ فِي يَوْمٍ وَاحِدٍ.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Through relatives and newspaper ads; today people apply for dozens of jobs online in a 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النَّاسُ يَجِدُونَ العَمَلَ فِي المَاضِي؟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أُجْرِي مُقَابَلَةً، لَسَأَلْتُ: "حَدِّثْنِي عَنْ مَرَّةٍ سَاعَدْتَ فِيهَا زَمِيلًا دُونَ أَنْ يَطْلُبَ مِنْكَ أَحَدٌ ذٰلِكَ."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“Tell me about a time you helped a colleague without anyone asking you to.”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تُجْرِي مُقَابَلَةً، مَا السُّؤَالُ الَّذِي تَطْرَحُهُ؟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cause → effect, balance, past vs present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interview questions in full, polite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past job with ʿamiltu / kuntu aʿmalu.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object pronouns (sāʿadtuhum, nazzamtuhu, katabtuhā).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 formal question (hal yumkinunī an …?).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evidence,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TD-L09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TD-L09 · Speaking Workshop — Applications and Interviews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2026-10-11T13:59:31Z</dcterms:created>
  <dcterms:modified xsi:type="dcterms:W3CDTF">2026-10-11T13:59:31Z</dcterms:modified>
</cp:coreProperties>
</file>