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2 (The Classroom and Learning Tools, TD-L02), using that lesson’s language (yūjadu / tūjadu; demonstratives (hādhā · hādhihi · hāʾulāʾi); relative clauses (alladhī · allatī nastakhdimuhu / nastakhdimuhā)).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يُوجَدُ + masculine: يُوجَدُ حَاسُوبٌ. تُوجَدُ + feminine OR non-human plural: تُوجَدُ سَبُّورَةٌ ذَكِيَّةٌ · تُوجَدُ كُتُبٌ كَثِيرَةٌ. Negative: لَا يُوجَدُ / لَا تُوجَدُ.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هٰذَا القَلَمُ · هٰذِهِ المِسْطَرَةُ · هٰذِهِ الكُتُبُ (non-human pl. → هٰذِهِ). Relative + returning pronoun: السَّبُّورَةُ الَّتِي نَكْتُبُ عَلَيْهَا · الحَاسُوبُ الَّذِي نَسْتَخْدِمُهُ.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school stationery shop.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تَحْتَاجِينَ · عِنْدَكِ · مَادَّتُكِ.
Core: a dual (daftarayni), hādhā ad-daftar al-kabīr (demonstrative + noun + adjective), mistara khaḍrāʾ (f. colour), hādhihi al-ashyāʾ (non-human pl.).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showing a visitor round.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يُعْجِبُكِ · ابْنِكِ.
Core+: hādhā / hādhihi, yūjadu vs tūjadu, allatī … ʿalayhā (returning pronoun), mamnūʿa (non-human pl. → f.), the CANDIDATE asks back (task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new student.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تَجِدِينَهَا · ارْفَعِي يَدَكِ · لَا تَأْكُلِي · يَوْمُكِ · سَتُسَاعِدِينَنِي.
Develop: allatī … ʿalayhā, imperatives (irfaʿ, lā taʾkul), a past narrative with fa-, comparatives with lākinna, a future offer.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student council.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تَقْتَرِحِينَ.
Stretch: awwalan / thāniyan, allatī nastakhdimuhā, a concession, passives (jurribat, wuzziʿat), ḥaythu + fa- result, alladhīna, a balanced view and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relative clause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TD-L02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The Classroom and Learning Tools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الفَصْلُ وَأَدَوَاتُ التَّعَلُّمِ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your classroom and the tools you learn with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point things out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explain what tools are for with relative clauses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نَسْتَخْدِمُهُ لِلْبَحْثِ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discuss classroom rules and routines.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IN THE CLASSROOM (SG.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Board, books, tablets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الفَصْلِ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bright (m.)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فَصْلٌ · صَفٌّ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classroom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faṣ-lun · ṣaf-fun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bright (m.)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فَصْلٌ مُضِيءٌ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فُصُولٌ · صُفُوفٌ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smart board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سَبُّورَةٌ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board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sab-bū-ra-tun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سَبُّورَاتٌ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smart board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سَبُّورَةٌ ذَكِيَّةٌ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مَقْعَدٌ · طَاوِلَةٌ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seat · a table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maq-ʿa-dun · ṭā-wi-la-tun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مَقَاعِدُ · طَاوِلَاتٌ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دَفْتَرٌ · كِتَابٌ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exercise book · a book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daf-ta-run · ki-tā-bun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دَفَاتِرُ · كُتُبٌ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قَلَمٌ · مِمْحَاةٌ · مِسْطَرَةٌ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pen · a rubber · a ruler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qa-la-mun · mim-ḥā-tun · mis-ṭa-ra-tun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أَقْلَامٌ · مَمَاحٍ · مَسَاطِرُ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laptop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حَاسُوبٌ لَوْحِيٌّ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tablet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ḥā-sū-bun law-ḥiy-yun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laptop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حَاسُوبٌ مَحْمُولٌ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حَوَاسِيبُ لَوْحِيَّةٌ</a:t>
            </a:r>
            <a:endParaRPr lang="ar-SA" sz="150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POINTING AND EXPLAINING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one, which we use for …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الَّذِي …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demonstratives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· هٰذِهِ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hā-dhā · hā-dhi-hi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these (things)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these (people)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هٰؤُلَاءِ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· الَّتِي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which, who (m. · f.)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al-َ-dhī · al-َ-tī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(people)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الَّذِينَ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tablet which we use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الحَاسُوبُ الَّذِي نَسْتَخْدِمُهُ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use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أَسْتَخْدِمُ … لِلدِّرَاسَةِ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 … for studying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as-takh-di-mu … lild-di-rā-sa-ti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اسْتِخْدَامٌ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يَسْتَخْدِمُ · تَسْتَخْدِمُ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forbidden · allowed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قَاعِدَةٌ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rule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qā-ʿi-da-tun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allowed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مَسْمُوحٌ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forbidden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943660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مَمْنُوعٌ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قَوَاعِدُ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submit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وَاجِبٌ مَنْزِلِيٌّ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homework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wā-ji-bun man-zi-liy-yun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submit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يُسَلِّمُ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وَاجِبَاتٌ مَنْزِلِيَّةٌ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upload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مِنَصَّةٌ تَعْلِيمِيَّةٌ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learning platform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mi-naṣ-ṣa-tun taʿ-lī-miy-ya-tun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upload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يَرْفَعُ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مِنَصَّاتٌ تَعْلِيمِيَّةٌ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SCHOOL STATIONERY 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Buying school supplies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مَكْتَبَةِ القِرْطَاسِيَّةِ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things you need.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مَاذَا تَحْتَاجُ لِلْمَدْرَسَةِ؟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هٰذَا … لِأَنَّهُ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one.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الدَّفْتَرُ كَبِيرٌ، وَهٰذَا صَغِيرٌ.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هَلْ عِنْدَكَ … 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colours.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تَحْتَاجُ إِلَى مِسْطَرَةٍ؟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total price.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تَفَضَّلْ.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the shop assistant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SHOWING A VISITOR ROUND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Showing a visitor your classroom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جَوْلَةٌ فِي الفَصْلِ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فَصْلُ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the room is for.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هٰذَا الفَصْلُ؟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وَتُوجَدُ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three things.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فِيهِ؟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الشَّاشَةُ الَّتِي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with a relative clause.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وَهٰذِهِ الشَّاشَةُ؟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… مَمْنُوعَةٌ، لٰكِنْ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rule.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تَسْتَخْدِمُونَ الهَوَاتِفَ فِي الحِصَّةِ؟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وَأَنْتَ، هَلْ …؟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visitor a question back.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يُعْجِبُكَ هٰذَا الفَصْلُ؟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guide  ·  The examiner is: a visiting parent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NEW STUDENT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Helping a new student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مُسَاعَدَةُ طَالِبٍ جَدِيدٍ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المِنَصَّةِ الَّتِي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platform with a relative clause.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أَعْرِفُ الوَاجِبَاتِ؟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ارْفَعْ … / لَا تَأْكُلْ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rules (imperatives).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القَوَاعِدُ المُهِمَّةُ فِي الفَصْلِ؟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يَوْمِي الأَوَّلِ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first day (past).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يَوْمُكَ الأَوَّلُ هُنَا؟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الحَاسُوبُ أَسْرَعُ، لٰكِنَّ الدَّفْتَرَ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two reasons.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الحَاسُوبُ أَفْضَلُ مِنَ الدَّفْتَرِ؟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طَبْعًا، سَنَدْرُسُ مَعًا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سَتُسَاعِدُنِي فِي الرِّيَاضِيَّاتِ؟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class buddy  ·  The examiner is: a new student from abroad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STUDENT COUNCIL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Should every student have a tablet?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حَاسُوبٌ لَوْحِيٌّ لِكُلِّ طَالِبٍ؟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ثَانِيًا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تَقْتَرِحُ أَنْ يَحْصُلَ كُلُّ طَالِبٍ عَلَى حَاسُوبٍ لَوْحِيٍّ. لِمَاذَا؟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propose a solution.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الطُّلَّابَ سَيَلْعَبُونَ بِهَا!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… حَيْثُ وُزِّعَتْ … فَتَحَسَّنَتْ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example with evidence.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جُرِّبَتْ هٰذِهِ الفِكْرَةُ مِنْ قَبْلُ؟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answer.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عَنِ الطُّلَّابِ الَّذِينَ يُفَضِّلُونَ الوَرَقَ؟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رَفَضَتْ، لَاقْتَرَحْنَا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(conditional).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رَفَضَتِ الإِدَارَةُ، مَاذَا تَفْعَلُونَ؟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student-council member  ·  The examiner is: the deputy head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what there is in the classroom with yūjadu / tūjadu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demonstrative and a relative clause with a returning pronoun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دَفْتَرَيْنِ وَقَلَمٍ أَزْرَقَ.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need two exercise books and a blue pen.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مَاذَا تَحْتَاجُ لِلْمَدْرَسَةِ؟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هٰذَا الدَّفْتَرَ الكَبِيرَ، لِأَنَّهُ أَفْضَلُ لِلرِّيَاضِيَّاتِ.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this big exercise book, because it is better for maths.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الدَّفْتَرُ كَبِيرٌ، وَهٰذَا صَغِيرٌ.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هَلْ عِنْدَكَ مِسْطَرَةٌ خَضْرَاءُ؟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do you have a green ruler?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تَحْتَاجُ إِلَى مِسْطَرَةٍ؟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كُلِّ هٰذِهِ الأَشْيَاءِ؟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are all these things?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تَفَضَّلْ.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مَادَّتِيَ المُفَضَّلَةُ العُلُومُ، لِأَنَّهَا مُمْتِعَةٌ.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subject is science, because it is fun.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فَصْلُ العُلُومِ.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is the science classroom.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هٰذَا الفَصْلُ؟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فِيهِ مُخْتَبَرٌ صَغِيرٌ، وَتُوجَدُ سَبُّورَةٌ ذَكِيَّةٌ وَحَوَاسِيبُ كَثِيرَةٌ.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small lab, a smart board and many computers.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فِيهِ؟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الشَّاشَةُ الَّتِي يَعْرِضُ عَلَيْهَا المُعَلِّمُ التَّجَارِبَ.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is the screen on which the teacher shows the experiments.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وَهٰذِهِ الشَّاشَةُ؟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الهَوَاتِفُ مَمْنُوعَةٌ، لٰكِنْ نَسْتَخْدِمُ الحَوَاسِيبَ اللَّوْحِيَّةَ أَحْيَانًا.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phones are banned, but we sometimes use tablets.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تَسْتَخْدِمُونَ الهَوَاتِفَ فِي الحِصَّةِ؟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كَثِيرًا. وَأَنْتَ، هَلْ عِنْدَكُمْ مُخْتَبَرٌ مِثْلُهُ فِي مَدْرَسَةِ ابْنِكَ؟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very much. And you — is there a lab like this at your son’s school?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يُعْجِبُكَ هٰذَا الفَصْلُ؟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تَجِدُهَا عَلَى المِنَصَّةِ الَّتِي يَرْفَعُ عَلَيْهَا المُعَلِّمُونَ الوَاجِبَاتِ كُلَّ يَوْمٍ.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find it on the platform where the teachers upload homework every 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أَعْرِفُ الوَاجِبَاتِ؟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ارْفَعْ يَدَكَ قَبْلَ أَنْ تَتَكَلَّمَ، وَلَا تَأْكُلْ فِي الفَصْلِ.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Raise your hand before you speak, and don’t eat in class.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القَوَاعِدُ المُهِمَّةُ فِي الفَصْلِ؟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يَوْمِي الأَوَّلِ ضِعْتُ فِي المَمَرَّاتِ، لٰكِنَّ طَالِبًا لَطِيفًا سَاعَدَنِي، فَأَصْبَحْنَا صَدِيقَيْنِ.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my first day I got lost in the corridors, but a kind student helped me, and we became friends.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يَوْمُكَ الأَوَّلُ هُنَا؟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الحَاسُوبُ أَسْرَعُ وَأَسْهَلُ لِلْبَحْثِ، لٰكِنَّ الدَّفْتَرَ يُسَاعِدُنِي عَلَى التَّذَكُّرِ أَكْثَرَ.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computer is faster and easier for research, but the notebook helps me remember more.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الحَاسُوبُ أَفْضَلُ مِنَ الدَّفْتَرِ؟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طَبْعًا، سَنَدْرُسُ مَعًا فِي المَكْتَبَةِ يَوْمَ الثُّلَاثَاءِ بَعْدَ المَدْرَسَةِ.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Of course — we’ll study together in the library on Tuesday after school.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سَتُسَاعِدُنِي فِي الرِّيَاضِيَّاتِ؟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لِأَنَّ الكُتُبَ الوَرَقِيَّةَ ثَقِيلَةٌ وَغَالِيَةٌ؛ ثَانِيًا، لِأَنَّ المِنَصَّاتِ الَّتِي نَسْتَخْدِمُهَا تَحْتَاجُ إِلَى جِهَازٍ خَاصٍّ.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Firstly, paper books are heavy and expensive; secondly, the platforms we use need a personal device.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تَقْتَرِحُ أَنْ يَحْصُلَ كُلُّ طَالِبٍ عَلَى حَاسُوبٍ لَوْحِيٍّ. لِمَاذَا؟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بَعْضَهُمْ قَدْ يَلْعَبُ، غَيْرَ أَنَّنَا نَسْتَطِيعُ أَنْ نُغْلِقَ الأَلْعَابَ وَالمَوَاقِعَ غَيْرَ التَّعْلِيمِيَّةِ أَثْنَاءَ الحِصَصِ.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may play, but we can block games and non-educational sites during lessons.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الطُّلَّابَ سَيَلْعَبُونَ بِهَا!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مَدْرَسَةِ ابْنِ عَمِّي، حَيْثُ وُزِّعَتِ الأَجْهِزَةُ العَامَ المَاضِي، فَتَحَسَّنَتْ نَتَائِجُ الطُّلَّابِ فِي القِرَاءَةِ.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at my cousin’s school, where devices were handed out last year, and reading results improved.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جُرِّبَتْ هٰذِهِ الفِكْرَةُ مِنْ قَبْلُ؟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يَجِبُ أَنْ نَحْتَرِمَ اخْتِيَارَهُمْ، وَمِنْ نَاحِيَةٍ أُخْرَى، يَحْتَاجُ الجَمِيعُ إِلَى مَهَارَاتٍ رَقْمِيَّةٍ لِلْمُسْتَقْبَلِ.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should respect their choice, but everyone needs digital skills for the future.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عَنِ الطُّلَّابِ الَّذِينَ يُفَضِّلُونَ الوَرَقَ؟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رَفَضَتِ الإِدَارَةُ، لَاقْتَرَحْنَا تَجْرِبَةً لِمُدَّةِ فَصْلٍ دِرَاسِيٍّ وَاحِدٍ فِي صَفٍّ وَاحِدٍ، ثُمَّ نُقَارِنُ النَّتَائِجَ.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management refused, we’d suggest a one-term trial in one class, then compare results.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رَفَضَتِ الإِدَارَةُ، مَاذَا تَفْعَلُونَ؟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reasons, a concession with a solution, evidence with passives, a balanced view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فَصْلِي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classroom.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فَصْلَكَ.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وَتُوجَدُ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there in your classroom?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فَصْلِكَ؟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حَقِيبَتِي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in your bag?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فِي حَقِيبَتِكَ؟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أَسْتَخْدِمُهُ لِلْبَحْثِ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use a computer at school?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تَسْتَخْدِمُ الحَاسُوبَ فِي المَدْرَسَةِ؟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الهَوَاتِفُ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phones allowed in your classroom?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الهَوَاتِفُ مَسْمُوحَةٌ فِي فَصْلِكَ؟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أَدَوَاتُ التَّعَلُّمِ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الأَدَاةُ الَّتِي … هِيَ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tool can’t you study without?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الأَدَاةُ الَّتِي لَا تَسْتَطِيعُ أَنْ تَدْرُسَ بِدُونِهَا؟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فَصْلِي … وَكَانَتْ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primary classroom.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فَصْلَكَ فِي المَدْرَسَةِ الابْتِدَائِيَّةِ.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 وَمَمْنُوعٌ أَنْ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the rules in your class?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القَوَاعِدُ فِي فَصْلِكَ؟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 لٰكِنَّ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paper or e-books?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الكُتُبَ الوَرَقِيَّةَ أَمِ الإِلِكْتْرُونِيَّةَ؟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فِيهِ … وَسَنَدْرُسُ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the classroom of the future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سَيَكُونُ فَصْلُ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relative clause, a rule or a comparison,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التِّكْنُولُوجْيَا فِي الفَصْلِ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technology help students learn?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تُسَاعِدُ التِّكْنُولُوجْيَا الطُّلَّابَ عَلَى التَّعَلُّمِ؟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phones be banned in schools?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تُمْنَعَ الهَوَاتِفُ فِي المَدَارِسِ؟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بِالإِضَافَةِ إِلَى ذٰلِكَ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makes a classroom a good place to learn?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 الفَصْلَ مَكَانًا جَيِّدًا لِلتَّعَلُّمِ؟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… أَمَّا نَحْنُ فَنَجِدُ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students learn before the internet?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الطُّلَّابُ يَتَعَلَّمُونَ قَبْلَ الإِنْتَرْنِتِ؟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صَمَّمْتُهُ،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designed an ideal classroom,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فَصْلًا مِثَالِيًّا، كَيْفَ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balanced view, a concession with li-dhālika, linkers, kānū + present vs ammā … fa-,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فَصْلِي كَبِيرٌ وَمُضِيءٌ.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classroom is big and bright.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فَصْلَكَ.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حَاسُوبٌ، وَتُوجَدُ سَبُّورَةٌ ذَكِيَّةٌ.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computer and a smart board.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فَصْلِكَ؟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حَقِيبَتِي كُتُبٌ وَدَفَاتِرُ وَأَقْلَامٌ.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bag there are books, exercise books and pens.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فِي حَقِيبَتِكَ؟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أَسْتَخْدِمُهُ لِلْبَحْثِ وَالوَاجِبَاتِ.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use it for research and homework.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تَسْتَخْدِمُ الحَاسُوبَ فِي المَدْرَسَةِ؟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الهَوَاتِفُ مَمْنُوعَةٌ فِي الفَصْلِ.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phones are banned in class.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الهَوَاتِفُ مَسْمُوحَةٌ فِي فَصْلِكَ؟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yūjadu / tūjadu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الأَدَاةُ الَّتِي لَا أَسْتَطِيعُ أَنْ أَدْرُسَ بِدُونِهَا هِيَ حَاسُوبِي المَحْمُولُ، لِأَنَّ كُلَّ دُرُوسِي عَلَى الإِنْتَرْنِتِ.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tool I can’t study without is my laptop, because all my lessons are online.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الأَدَاةُ الَّتِي لَا تَسْتَطِيعُ أَنْ تَدْرُسَ بِدُونِهَا؟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فَصْلِي مُلَوَّنًا، وَكَانَتْ عَلَى الجُدْرَانِ رُسُومَاتٌ كَثِيرَةٌ رَسَمْنَاهَا بِأَنْفُسِنَا.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classroom was colourful, with lots of drawings we made ourselves on the walls.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فَصْلَكَ فِي المَدْرَسَةِ الابْتِدَائِيَّةِ.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نَصِلَ فِي الوَقْتِ، وَمَمْنُوعٌ أَنْ نَسْتَخْدِمَ الهَوَاتِفَ دُونَ إِذْنٍ.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must arrive on time, and it’s forbidden to use phones without permission.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القَوَاعِدُ فِي فَصْلِكَ؟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الوَرَقِيَّةَ لِلْقِرَاءَةِ، لِأَنَّهَا أَرْيَحُ لِلْعَيْنَيْنِ، لٰكِنَّ الإِلِكْتْرُونِيَّةَ أَخَفُّ فِي الحَقِيبَةِ.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Paper for reading — easier on the eyes — but e-books are lighter in the bag.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الكُتُبَ الوَرَقِيَّةَ أَمِ الإِلِكْتْرُونِيَّةَ؟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فِيهِ مُعَلِّمٌ آلِيٌّ يُسَاعِدُ المُعَلِّمَ، وَسَنَدْرُسُ التَّارِيخَ بِالوَاقِعِ الافْتِرَاضِيِّ.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There’ll be a robot assistant, and we’ll study history in virtual reality.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سَيَكُونُ فَصْلُ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Relative clause + reason + time frame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تَجْعَلُ الدُّرُوسَ تَفَاعُلِيَّةً وَمُمْتِعَةً، وَمِنْ نَاحِيَةٍ أُخْرَى، قَدْ تُشَتِّتُ الانْتِبَاهَ إِذَا لَمْ تُسْتَخْدَمْ بِحِكْمَةٍ.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makes lessons interactive and fun, but may distract if not used wisely.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تُسَاعِدُ التِّكْنُولُوجْيَا الطُّلَّابَ عَلَى التَّعَلُّمِ؟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تُشَتِّتُ الطُّلَّابَ، غَيْرَ أَنَّ المَنْعَ الكَامِلَ يَحْرِمُهُمْ مِنْ أَدَاةٍ مُفِيدَةٍ لِلْبَحْثِ؛ لِذٰلِكَ أُفَضِّلُ قَوَاعِدَ وَاضِحَةً.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distract, but a total ban removes a useful research tool — so I prefer clear rules.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تُمْنَعَ الهَوَاتِفُ فِي المَدَارِسِ؟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المُعَلِّمُ الَّذِي يُشَجِّعُ الأَسْئِلَةَ؛ بِالإِضَافَةِ إِلَى ذٰلِكَ، الهُدُوءُ وَالضَّوْءُ الطَّبِيعِيُّ وَالاحْتِرَامُ بَيْنَ الطُّلَّابِ.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teacher who encourages questions; also calm, natural light and respect between students.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يَجْعَلُ الفَصْلَ مَكَانًا جَيِّدًا لِلتَّعَلُّمِ؟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a passive condition, ṣaḥīḥun anna … ghayra anna, past vs present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يَبْحَثُونَ فِي المَوْسُوعَاتِ وَيَكْتُبُونَ كُلَّ شَيْءٍ بِأَيْدِيهِمْ، أَمَّا نَحْنُ فَنَجِدُ المَعْلُومَةَ فِي ثَوَانٍ.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searched encyclopaedias and wrote everything by hand; we find information in seconds.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الطُّلَّابُ يَتَعَلَّمُونَ قَبْلَ الإِنْتَرْنِتِ؟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صَمَّمْتُهُ، لَجَعَلْتُ فِيهِ نَوَافِذَ كَبِيرَةً، وَطَاوِلَاتٍ دَائِرِيَّةً لِلْعَمَلِ الجَمَاعِيِّ، وَزَاوِيَةً هَادِئَةً لِلْقِرَاءَةِ.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give it big windows, round tables for group work and a quiet reading corner.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فَصْلًا مِثَالِيًّا، كَيْفَ يَكُونُ؟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a passive condition, ṣaḥīḥun anna … ghayra anna, past vs present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what there is in my classroom (yūjadu / tūjadu).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hādhā / hādhihi correctly.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alladhī / allatī with a returning pronoun (nastakhdimuhu).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my primary classroom in the past.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TD-L02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TD-L02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TD-L02 · Speaking Workshop — The Classroom and Learning Tools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2026-10-11T13:32:49Z</dcterms:created>
  <dcterms:modified xsi:type="dcterms:W3CDTF">2026-10-11T13:32:49Z</dcterms:modified>
</cp:coreProperties>
</file>