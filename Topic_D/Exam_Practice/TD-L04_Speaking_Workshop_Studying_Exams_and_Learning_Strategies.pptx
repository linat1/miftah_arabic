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D, Lesson 4 (Studying, Exams and Learning Strategies, TD-L04), using that lesson’s language (verbal nouns (al-murājaʿa, at-tarkīz, at-tanẓīm); advice (yanbaghī an, min al-mufīd an, lā + jussive); inna and kāna (inna al-murājaʿata muhimmatun · kāna al-imtiḥānu ṣaʿban)).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the verbal noun names the activity: أُرَاجِعُ → المُرَاجَعَةُ مُهِمَّةٌ · أُرَكِّزُ → التَّرْكِيزُ صَعْبٌ · أُنَظِّمُ وَقْتِي → تَنْظِيمُ الوَقْتِ مُفِيدٌ.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advice: يَنْبَغِي أَنْ تُرَاجِعَ (fatḥa) · لَا تَسْهَرْ (sukūn). إِنَّ + noun in the accusative: إِنَّ النَّوْمَ ضَرُورِيٌّ. كَانَ + predicate in the accusative: كَانَ الامْتِحَانُ طَوِيلًا.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revision chat.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امْتِحَانُكِ · تُرَاجِعِينَ · (advice to a girl:) تَنَامِي.
Core: yawma al-ithnayni al-qādim, mulakhkhaṣātin qaṣīra (non-human pl.), yanbaghī an tanāma (subjunctive), a time with as-sāʿata.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study-skills session.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تُرَاجِعِينَ · ضَعِي · خُذِي · امْتِحَانُكِ.
Core+: lā astaṭīʿu an + subjunctive, the CANDIDATE asks (mādhā yanbaghī an afʿala?), a verbal noun as object (al-murājaʿa), kāna ṣaʿban, lam + jussive.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after results day.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نَتَائِجُكِ · رَأْيِكِ · رَاجَعْتِ · خُطَّتُكِ · تَقُولِينَ.
Develop: kānat + accusative (jayyida, mukhayyiba), bi-sababi + verbal nouns, kuntu + present, inna + accusative, li-dhālika sa- … li-kay, lā + jussive, min al-mufīd 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wellbeing assembly.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مَرَرْتِ · نَصِيحَتُكِ · أَلْغَيْتِ.
Stretch: a cause chain with mimmā and verbal nouns, kuntu + present … ilā an … fa-, plural imperatives (ḍaʿū, lā tuqārinū), inna, a concession with lā … wa-lā, law … la- with a passive (yuqayyamu).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verbal noun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D · EXAM PRACTICE  ·  TD-L04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TD-L04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Studying, Exams and Learning Strategies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الدِّرَاسَةُ وَالامْتِحَانَاتُ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how you revise and prepare for exams, give advice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يَنْبَغِي أَنْ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مِنَ المُفِيدِ أَنْ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لَا تَسْهَرْ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use verbal nouns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المُرَاجَعَةُ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التَّرْكِيزُ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describe a past exam with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كَانَ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Advanced Topic D · The World of Work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D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D › TD-L04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STUDY VERBS AND THEIR VERBAL NOUNS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Revise, concentrate, organise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أَفْعَالٌ وَمَصَادِرُ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51790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517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final · a test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امْتِحَانٌ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exam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am-ti-ḥā-nun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test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اخْتِبَارٌ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final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امْتِحَانٌ نِهَائِيٌّ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امْتِحَانَاتٌ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→ noun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revise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u-rā-ji-ʿu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revision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المُرَاجَعَةُ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سَأُرَاجِعُ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رَاجَعْتُ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→ noun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أُرَكِّزُ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concentrate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u-rak-ki-zu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focused (m. · f.)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مُرَكِّزٌ · مُرَكِّزَةٌ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concentration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التَّرْكِيزُ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→ noun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أُنَظِّمُ وَقْتِي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organise my time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u-naẓ-ẓi-mu waq-tī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organised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مُنَظَّمٌ · مُنَظَّمَةٌ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organisation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تَنْظِيمُ الوَقْتِ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memorising · by heart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أَحْفَظُ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memorise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aḥ-fa-ẓu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by heart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عَنْ ظَهْرِ قَلْبٍ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memorising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الحِفْظُ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 mind map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مُلَخَّصٌ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summary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mu-lakh-kha-ṣun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mind map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خَرِيطَةٌ ذِهْنِيَّةٌ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مُلَخَّصَاتٌ</a:t>
            </a:r>
            <a:endParaRPr lang="ar-SA" sz="150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ADVICE, INNA AND KĀNA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 should … it was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النَّصِيحَةُ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success · failure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أَنْجَحُ · أَرْسُبُ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pass · I fail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an-ja-ḥu · ar-su-bu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failure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الرُّسُوبُ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success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النَّجَاحُ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full marks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دَرَجَةٌ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mark, grade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da-ra-ja-tun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full marks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الدَّرَجَةُ الكَامِلَةُ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دَرَجَاتٌ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245059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worried (m. · f.) · stress of exams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قَلَقٌ · ضَغْطٌ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anxiety · pressure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qa-la-qun · ḍagh-ṭun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stress of exams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ضَغْطُ الامْتِحَانَاتِ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worried (m. · f.)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قَلِقٌ · قَلِقَةٌ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should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yan-ba-ghī an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don’t (m.)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تَسْهَرْ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is useful to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المُفِيدِ أَنْ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inna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indeed … (+ accusative)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in-na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because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المُرَاجَعَةَ مُهِمَّةٌ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kāna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was (+ accusative)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kā-na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الأَسْئِلَةُ سَهْلَةً</a:t>
            </a:r>
            <a:endParaRPr lang="ar-SA" sz="150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e.g.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الامْتِحَانُ صَعْبًا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REVISION CHAT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Revising with a friend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نُرَاجِعُ مَعًا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امْتِحَانِي 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 your exam 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امْتِحَانُكَ؟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the subject.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مَادَّةٍ؟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… وَأَكْتُبُ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you revise.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تُرَاجِعُ؟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piece of advice.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قَلِقٌ جِدًّا.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… السَّاعَةَ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نَدْرُسُ مَعًا غَدًا؟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classmate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STUDY-SKILLS SESSION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Asking a tutor for advice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نَصِيحَةٌ مِنَ المُعَلِّمِ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أَسْتَطِيعُ أَنْ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problem.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فِي … وَهَاتِفِي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and with what.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وَأَيْنَ تُرَاجِعُ؟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يَنْبَغِي أَنْ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you should do.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هُوَ السَّبَبُ!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فِكْرَةٌ جَيِّدَةٌ. سَأُجَرِّبُ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and say what you will try.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ضَعِ الهَاتِفَ فِي غُرْفَةٍ أُخْرَى، وَخُذْ اسْتِرَاحَةً قَصِيرَةً.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… لِأَنِّي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(kāna).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امْتِحَانُكَ الأَخِيرُ؟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study-skills tutor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AFTER RESULTS DAY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After the mock exams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بَعْدَ الامْتِحَانَاتِ التَّجْرِيبِيَّةِ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… فِي …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results with kānat.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كَانَتْ نَتَائِجُكَ؟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قِلَّةِ … وَ…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verbal nouns.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فِي رَأْيِكَ؟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صَنَعْتُ … وَكُنْتُ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successful method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رَاجَعْتَ لِلْعَرَبِيَّةِ؟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… لِذٰلِكَ سَأَحُلُّ … لِكَيْ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plan with inna and purpose.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خُطَّتُكَ لِلرِّيَاضِيَّاتِ إِذَنْ؟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تُؤَجِّلِ … وَمِنَ المُفِيدِ أَنْ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(advice).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تَقُولُ لِطَالِبٍ أَصْغَرَ مِنْكَ؟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your head of year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WELLBEING ASSEMBLY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Exam stress: who can help?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ضَغْطُ الامْتِحَانَاتِ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… مِمَّا يُؤَدِّي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a cause chain.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يَشْعُرُ الطُّلَّابُ بِالقَلَقِ قَبْلَ الامْتِحَانَاتِ؟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كُنْتُ … إِلَى أَنْ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experience and a turning point.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مَرَرْتَ بِتَجْرِبَةٍ كَهٰذِهِ؟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 … ثَانِيًا … أَخِيرًا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three pieces of advice with linkers.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لِلطُّلَّابِ؟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أَلَيْسَتِ الامْتِحَانَاتُ ضَرُورِيَّةً؟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أَلْغَيْتُهَا، لَوَضَعْتُ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أَلْغَيْتَ الامْتِحَانَاتِ، مَاذَا تَضَعُ مَكَانَهَا؟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sixth-form mentor  ·  The examiner is: the assembly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how they revise and gave one piece of advice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verbal noun and kāna + accusative to describe a past exam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امْتِحَانِي يَوْمَ الاثْنَيْنِ القَادِمِ.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exam is next Monday.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امْتِحَانُكَ؟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الكِيمْيَاءِ.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chemistry.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مَادَّةٍ؟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كُلَّ مَسَاءٍ، وَأَكْتُبُ مُلَخَّصَاتٍ قَصِيرَةً.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revise every evening and write short summaries.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تُرَاجِعُ؟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تَنَامَ جَيِّدًا قَبْلَ الامْتِحَانِ.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 should sleep well before the exam.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قَلِقٌ جِدًّا.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المَكْتَبَةِ السَّاعَةَ الرَّابِعَةَ.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in the library at four o’clock.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نَدْرُسُ مَعًا غَدًا؟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أَسْتَطِيعُ أَنْ أُرَكِّزَ أَكْثَرَ مِنْ عِشْرِينَ دَقِيقَةً.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can’t concentrate for more than twenty minutes.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فِي غُرْفَتِي، وَهَاتِفِي بِجَانِبِي.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revise in my room, with my phone next to me.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وَأَيْنَ تُرَاجِعُ؟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إِذَنْ مَاذَا يَنْبَغِي أَنْ أَفْعَلَ؟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what should I do?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هُوَ السَّبَبُ!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فِكْرَةٌ جَيِّدَةٌ. سَأُجَرِّبُ المُرَاجَعَةَ نِصْفَ سَاعَةٍ، ثُمَّ اسْتِرَاحَةً لِمُدَّةِ خَمْسِ دَقَائِقَ.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idea. I’ll try half an hour of revision, then a five-minute break.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ضَعِ الهَاتِفَ فِي غُرْفَةٍ أُخْرَى، وَخُذْ اسْتِرَاحَةً قَصِيرَةً.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صَعْبًا، لِأَنِّي لَمْ أُرَاجِعْ بِشَكْلٍ مُنَظَّمٍ.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hard, because I didn’t revise in an organised way.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امْتِحَانُكَ الأَخِيرُ؟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جَيِّدَةً فِي العَرَبِيَّةِ وَالتَّارِيخِ، لٰكِنَّ دَرَجَتِي فِي الرِّيَاضِيَّاتِ كَانَتْ مُخَيِّبَةً.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Good in Arabic and history, but my maths mark was disappointing.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كَانَتْ نَتَائِجُكَ؟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قِلَّةِ التَّمَارِينِ، وَتَأْجِيلِ المُرَاجَعَةِ إِلَى آخِرِ أُسْبُوعٍ.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of too little practice and leaving revision to the last week.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فِي رَأْيِكَ؟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صَنَعْتُ بِطَاقَاتٍ لِلْمُفْرَدَاتِ، وَكُنْتُ أُرَاجِعُهَا عَشْرَ دَقَائِقَ كُلَّ صَبَاحٍ فِي الحَافِلَةِ.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made vocab cards and went over them ten minutes every morning on the bus.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وَكَيْفَ رَاجَعْتَ لِلْعَرَبِيَّةِ؟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التَّدْرِيبَ اليَوْمِيَّ هُوَ الحَلُّ، لِذٰلِكَ سَأَحُلُّ عَشْرَ مَسَائِلَ كُلَّ يَوْمٍ، لِكَيْ أَتَعَوَّدَ عَلَى الأَسْئِلَةِ.</a:t>
            </a:r>
            <a:endParaRPr lang="ar-SA" sz="17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Daily practice is the answer, so I’ll do ten problems a day to get used to the questions.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خُطَّتُكَ لِلرِّيَاضِيَّاتِ إِذَنْ؟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تُؤَجِّلِ المُرَاجَعَةَ، وَمِنَ المُفِيدِ أَنْ تَبْدَأَ قَبْلَ الامْتِحَانِ بِشَهْرٍ عَلَى الأَقَلِّ.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Don’t put off revision; it helps to start at least a month before the exam.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تَقُولُ لِطَالِبٍ أَصْغَرَ مِنْكَ؟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كَثِيرًا مِنْهُمْ يَرْبِطُونَ مُسْتَقْبَلَهُمْ كُلَّهُ بِدَرَجَةٍ وَاحِدَةٍ، مِمَّا يُؤَدِّي إِلَى قِلَّةِ النَّوْمِ وَضَعْفِ التَّرْكِيزِ.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Many link their whole future to one grade, which leads to poor sleep and weak focus.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يَشْعُرُ الطُّلَّابُ بِالقَلَقِ قَبْلَ الامْتِحَانَاتِ؟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كُنْتُ أَسْهَرُ حَتَّى الفَجْرِ قَبْلَ كُلِّ امْتِحَانٍ، إِلَى أَنْ نَسِيتُ كُلَّ شَيْءٍ فِي امْتِحَانِ الفِيزْيَاءِ، فَغَيَّرْتُ طَرِيقَتِي تَمَامًا.</a:t>
            </a:r>
            <a:endParaRPr lang="ar-SA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used to stay up till dawn before exams, until I blanked in physics — so I changed my approach completely.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مَرَرْتَ بِتَجْرِبَةٍ كَهٰذِهِ؟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أَوَّلًا، ضَعُوا جَدْوَلًا وَاقِعِيًّا؛ ثَانِيًا، لَا تُقَارِنُوا أَنْفُسَكُمْ بِغَيْرِكُمْ؛ وَأَخِيرًا، إِنَّ النَّوْمَ جُزْءٌ مِنَ المُرَاجَعَةِ لَا عَدُوُّهَا.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First, make a realistic plan; second, don’t compare yourselves; finally, sleep is part of revision, not its enemy.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لِلطُّلَّابِ؟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ضَرُورِيَّةٌ لِقِيَاسِ التَّقَدُّمِ، غَيْرَ أَنَّهَا لَا تَقِيسُ الإِبْدَاعَ وَلَا التَّعَاوُنَ.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are needed to measure progress, but they don’t measure creativity or teamwork.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أَلَيْسَتِ الامْتِحَانَاتُ ضَرُورِيَّةً؟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أَلْغَيْتُهَا، لَوَضَعْتُ مَكَانَهَا مَشَارِيعَ طَوِيلَةً يُقَيَّمُ فِيهَا الطَّالِبُ عَلَى مَدَارِ السَّنَةِ.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scrapped them, I’d replace them with long projects assessed across the year.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أَلْغَيْتَ الامْتِحَانَاتِ، مَاذَا تَضَعُ مَكَانَهَا؟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cause → effect, a turning point, structured advice, a concession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كَيْفَ أَدْرُسُ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usually revise?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تُرَاجِعُ عَادَةً؟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 you revise?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تُرَاجِعُ؟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feel anxious before an exam?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تَشْعُرُ بِالقَلَقِ قَبْلَ الامْتِحَانِ؟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أَصْعَبُ امْتِحَانٍ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hardest exam?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أَصْعَبُ امْتِحَانٍ عِنْدَكَ؟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advice to a worried friend?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لِصَدِيقٍ قَلِقٍ؟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اسْتِرَاتِيجِيَّاتُ التَّعَلُّمِ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أَفْضَلَ طَرِيقَةٍ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best way to revise?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أَفْضَلُ طَرِيقَةٍ لِلْمُرَاجَعَةِ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… وَكُنْتُ … لٰكِنَّ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exam you won’t forget.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صِفِ امْتِحَانًا لَا تَنْسَاهُ.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studying alone or with others?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الدِّرَاسَةَ وَحْدَكَ أَمْ مَعَ الآخَرِينَ؟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أَضَعُ جَدْوَلًا … وَأُخَصِّصُ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organise your time during exams?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تُنَظِّمُ وَقْتَكَ فِي فَتْرَةِ الامْتِحَانَاتِ؟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سَأَبْدَأُ … وَلَنْ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will you change in how you study?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سَتُغَيِّرُ فِي طَرِيقَةِ دِرَاسَتِكَ؟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verbal noun, inna or kāna + accusative,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الامْتِحَانَاتُ وَالنَّجَاحُ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exams measure intelligence?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تَقِيسُ الامْتِحَانَاتُ ذَكَاءَ الطَّالِبِ؟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private tutors necessary?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الدُّرُوسُ الخُصُوصِيَّةُ ضَرُورِيَّةٌ؟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التَّطْبِيقَاتِ … لٰكِنَّ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technology affect revision?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تُؤَثِّرُ التِّكْنُولُوجْيَا فِي المُرَاجَعَةِ؟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كَانَا يَدْرُسَانِ … أَمَّا أَنَا فَأُشَاهِدُ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your parents study?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وَالِدَاكَ يَدْرُسَانِ؟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رَسَبْتُ، لَحَزِنْتُ … ثُمَّ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failed an important exam,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رَسَبْتَ فِي امْتِحَانٍ مُهِمٍّ،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 with mimmā, inna, a dual verb in the past (kānā yadrusān)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فِي غُرْفَتِي أَوْ فِي المَكْتَبَةِ.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revise in my room or in the library.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تُرَاجِعُ عَادَةً؟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أُرَاجِعُ فِي المَسَاءِ بَعْدَ العَشَاءِ.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revise in the evening after dinner.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تُرَاجِعُ؟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أَشْعُرُ بِالقَلَقِ قَلِيلًا.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feel a little anxious.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تَشْعُرُ بِالقَلَقِ قَبْلَ الامْتِحَانِ؟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أَصْعَبُ امْتِحَانٍ عِنْدِي امْتِحَانُ الفِيزْيَاءِ.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hardest exam is physics.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أَصْعَبُ امْتِحَانٍ عِنْدَكَ؟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يَنْبَغِي أَنْ يَنَامَ جَيِّدًا وَيَأْكُلَ فُطُورًا صِحِّيًّا.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 should sleep well and eat a healthy breakfast.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نَصِيحَتُكَ لِصَدِيقٍ قَلِقٍ؟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yanbaghī an + subjunctive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أَفْضَلَ طَرِيقَةٍ هِيَ حَلُّ الامْتِحَانَاتِ السَّابِقَةِ، لِأَنَّهَا تُعَلِّمُنَا نَوْعَ الأَسْئِلَةِ وَتَنْظِيمَ الوَقْتِ.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best way is doing past papers, because they teach the question types and timing.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أَفْضَلُ طَرِيقَةٍ لِلْمُرَاجَعَةِ فِي رَأْيِكَ؟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امْتِحَانُ العَرَبِيَّةِ الشَّفَهِيُّ، وَكُنْتُ قَلِقًا جِدًّا، لٰكِنَّ المُمْتَحِنَ كَانَ لَطِيفًا، فَنَجَحْتُ بِتَفَوُّقٍ.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Arabic speaking exam: I was very anxious, but the examiner was kind, and I passed with distinction.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صِفِ امْتِحَانًا لَا تَنْسَاهُ.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الدِّرَاسَةَ وَحْدِي لِلتَّرْكِيزِ، لٰكِنَّ المُرَاجَعَةَ مَعَ صَدِيقٍ مُفِيدَةٌ قَبْلَ الامْتِحَانِ بِيَوْمٍ.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Alone, to concentrate — but revising with a friend the day before helps.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الدِّرَاسَةَ وَحْدَكَ أَمْ مَعَ الآخَرِينَ؟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أَضَعُ جَدْوَلًا لِلْمُرَاجَعَةِ، وَأُخَصِّصُ سَاعَتَيْنِ لِكُلِّ مَادَّةٍ، مَعَ اسْتِرَاحَاتٍ قَصِيرَةٍ.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make a revision timetable, two hours per subject, with short breaks.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تُنَظِّمُ وَقْتَكَ فِي فَتْرَةِ الامْتِحَانَاتِ؟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سَأَبْدَأُ المُرَاجَعَةَ مُبَكِّرًا، وَلَنْ أَسْتَخْدِمَ الهَاتِفَ أَثْنَاءَ الدِّرَاسَةِ.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start revising early, and I won’t use my phone while studying.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سَتُغَيِّرُ فِي طَرِيقَةِ دِرَاسَتِكَ؟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Verbal noun + kāna / inna + time frame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تَقِيسُ الحِفْظَ وَالفَهْمَ، غَيْرَ أَنَّهَا لَا تَقِيسُ الإِبْدَاعَ أَوِ القُدْرَةَ عَلَى العَمَلِ فِي فَرِيقٍ.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measure memory and understanding, but not creativity or teamwork.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تَقِيسُ الامْتِحَانَاتُ ذَكَاءَ الطَّالِبِ؟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تُسَاعِدُ الطَّالِبَ الضَّعِيفَ، وَمِنْ نَاحِيَةٍ أُخْرَى، هِيَ غَالِيَةٌ، مِمَّا يَجْعَلُ الفُرَصَ غَيْرَ مُتَسَاوِيَةٍ.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help struggling students, but they’re expensive, which makes opportunities unequal.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الدُّرُوسُ الخُصُوصِيَّةُ ضَرُورِيَّةٌ؟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إِنَّ التَّطْبِيقَاتِ التَّعْلِيمِيَّةَ تَجْعَلُ المُرَاجَعَةَ مُمْتِعَةً، لٰكِنَّ الإِشْعَارَاتِ تَقْطَعُ التَّرْكِيزَ كُلَّ دَقِيقَتَيْنِ.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Educational apps make revision fun, but notifications break concentration every two minutes.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تُؤَثِّرُ التِّكْنُولُوجْيَا فِي المُرَاجَعَةِ؟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inna, past vs present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كَانَا يَدْرُسَانِ مِنَ الكُتُبِ فَقَطْ، وَيَحْفَظَانِ كَثِيرًا، أَمَّا أَنَا فَأُشَاهِدُ شُرُوحًا وَأَحُلُّ اخْتِبَارَاتٍ عَلَى الإِنْتَرْنِتِ.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studied only from books and memorised a lot; I watch explainers and do online quizzes.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وَالِدَاكَ يَدْرُسَانِ؟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رَسَبْتُ، لَحَزِنْتُ يَوْمًا وَاحِدًا، ثُمَّ لَحَلَّلْتُ أَخْطَائِي، وَلَأَعَدْتُ الامْتِحَانَ بِخُطَّةٍ أَفْضَلَ.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be sad for a day, then analyse my mistakes and retake it with a better plan.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رَسَبْتَ فِي امْتِحَانٍ مُهِمٍّ، مَاذَا تَفْعَلُ؟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balance, inna, past vs present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TD-L04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D · Speaking workshop · TD-L04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how, where and when I revise.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advice with yanbaghī an + subjunctive.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verbal nouns (al-murājaʿa, at-tarkīz, tanẓīm al-waqt).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a past exam with kāna + accusative.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inna,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TD-L04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TD-L04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TD-L04 · Speaking Workshop — Studying, Exams and Learning Strategies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2026-10-11T13:40:18Z</dcterms:created>
  <dcterms:modified xsi:type="dcterms:W3CDTF">2026-10-11T13:40:18Z</dcterms:modified>
</cp:coreProperties>
</file>