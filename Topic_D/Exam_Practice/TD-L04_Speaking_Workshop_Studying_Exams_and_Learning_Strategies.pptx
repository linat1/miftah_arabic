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D, Lesson 4 (Studying, Exams and Learning Strategies, TD-L04), using that lesson’s language (verbal nouns (al-murājaʿa, at-tarkīz, at-tanẓīm); advice (yanbaghī an, min al-mufīd an, lā + jussive); inna and kāna (inna al-murājaʿata muhimmatun · kāna al-imtiḥānu ṣaʿban)).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the verbal noun names the activity: أُرَاجِعُ → المُرَاجَعَةُ مُهِمَّةٌ · أُرَكِّزُ → التَّرْكِيزُ صَعْبٌ · أُنَظِّمُ وَقْتِي → تَنْظِيمُ الوَقْتِ مُفِيدٌ.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advice: يَنْبَغِي أَنْ تُرَاجِعَ (fatḥa) · لَا تَسْهَرْ (sukūn). إِنَّ + noun in the accusative: إِنَّ النَّوْمَ ضَرُورِيٌّ. كَانَ + predicate in the accusative: كَانَ الامْتِحَانُ طَوِيلًا.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A (Core) — a revision chat.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امْتِحَانُكِ · تُرَاجِعِينَ · (advice to a girl:) تَنَامِي.
Core: yawma al-ithnayni al-qādim, mulakhkhaṣātin qaṣīra (non-human pl.), yanbaghī an tanāma (subjunctive), a time with as-sāʿata.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B (Core+) — a study-skills session.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تُرَاجِعِينَ · ضَعِي · خُذِي · امْتِحَانُكِ.
Core+: lā astaṭīʿu an + subjunctive, the CANDIDATE asks (mādhā yanbaghī an afʿala?), a verbal noun as object (al-murājaʿa), kāna ṣaʿban, lam + jussive.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C (Develop) — after results day.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نَتَائِجُكِ · رَأْيِكِ · رَاجَعْتِ · خُطَّتُكِ · تَقُولِينَ.
Develop: kānat + accusative (jayyida, mukhayyiba), bi-sababi + verbal nouns, kuntu + present, inna + accusative, li-dhālika sa- … li-kay, lā + jussive, min al-mufīd 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D (Stretch) — a wellbeing assembly.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مَرَرْتِ · نَصِيحَتُكِ · أَلْغَيْتِ.
Stretch: a cause chain with mimmā and verbal nouns, kuntu + present … ilā an … fa-, plural imperatives (ḍaʿū, lā tuqārinū), inna, a concession with lā … wa-lā, law … la- with a passive (yuqayyamu).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Develop. Examiner asks the questions in order and may add “لِمَاذَا؟ / هَلْ يُمْكِنُ أَنْ تَشْرَحَ أَكْثَرَ؟” to push for more. Candidate aims for two or three sentences, with a verbal noun and a past detail.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Stretch. Examiner asks the questions in order and may add “لِمَاذَا؟ / هَلْ يُمْكِنُ أَنْ تَشْرَحَ أَكْثَرَ؟” to push for more. Candidate aims for a developed answer: opinion, balance,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D · EXAM PRACTICE  ·  TD-L04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TD-L04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Studying, Exams and Learning Strategies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التَّحَدُّثِ — الدِّرَاسَةُ وَالامْتِحَانَاتُ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talk about how you revise and prepare for exams, give advice (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يَنْبَغِي أَنْ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مِنَ المُفِيدِ أَنْ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تَسْهَرْ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), use verbal nouns (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المُرَاجَعَةُ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التَّرْكِيزُ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 and describe a past exam with 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TD-L04 · Advanced Topic D · The World of Work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D · A2 → B1+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D › TD-L04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STUDY VERBS AND THEIR VERBAL NOUNS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Revise, concentrate, organise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أَفْعَالٌ وَمَصَادِرُ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51790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final · a test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an exam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am-ti-ḥā-nun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test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اخْتِبَارٌ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final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امْتِحَانٌ نِهَائِيٌّ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امْتِحَانَاتٌ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verb → noun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أُرَاجِعُ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revise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u-rā-ji-ʿu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revision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المُرَاجَعَةُ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future</a:t>
            </a:r>
            <a:endParaRPr lang="en-US" sz="70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سَأُرَاجِعُ</a:t>
            </a:r>
            <a:endParaRPr lang="ar-SA" sz="135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</a:t>
            </a:r>
            <a:endParaRPr lang="en-US" sz="70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رَاجَعْتُ</a:t>
            </a:r>
            <a:endParaRPr lang="ar-SA" sz="135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verb → noun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أُرَكِّزُ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concentrate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u-rak-ki-zu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focused (m. · f.)</a:t>
            </a:r>
            <a:endParaRPr lang="en-US" sz="700" dirty="0"/>
          </a:p>
        </p:txBody>
      </p:sp>
      <p:sp>
        <p:nvSpPr>
          <p:cNvPr id="62" name="Text 59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مُرَكِّزٌ · مُرَكِّزَةٌ</a:t>
            </a:r>
            <a:endParaRPr lang="ar-SA" sz="1350" dirty="0"/>
          </a:p>
        </p:txBody>
      </p:sp>
      <p:sp>
        <p:nvSpPr>
          <p:cNvPr id="63" name="Shape 60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concentration</a:t>
            </a:r>
            <a:endParaRPr lang="en-US" sz="700" dirty="0"/>
          </a:p>
        </p:txBody>
      </p:sp>
      <p:sp>
        <p:nvSpPr>
          <p:cNvPr id="65" name="Text 62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التَّرْكِيزُ</a:t>
            </a:r>
            <a:endParaRPr lang="ar-SA" sz="1350" dirty="0"/>
          </a:p>
        </p:txBody>
      </p:sp>
      <p:sp>
        <p:nvSpPr>
          <p:cNvPr id="66" name="Shape 63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8604504" y="4279392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8604504" y="4279392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verb → noun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3" name="Text 70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أُنَظِّمُ وَقْتِي</a:t>
            </a:r>
            <a:endParaRPr lang="ar-SA" sz="3000" dirty="0"/>
          </a:p>
        </p:txBody>
      </p:sp>
      <p:sp>
        <p:nvSpPr>
          <p:cNvPr id="74" name="Text 71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organise my time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u-naẓ-ẓi-mu waq-tī</a:t>
            </a:r>
            <a:endParaRPr lang="en-US" sz="1350" dirty="0"/>
          </a:p>
        </p:txBody>
      </p:sp>
      <p:sp>
        <p:nvSpPr>
          <p:cNvPr id="75" name="Shape 72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organised</a:t>
            </a:r>
            <a:endParaRPr lang="en-US" sz="700" dirty="0"/>
          </a:p>
        </p:txBody>
      </p:sp>
      <p:sp>
        <p:nvSpPr>
          <p:cNvPr id="77" name="Text 74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مُنَظَّمٌ · مُنَظَّمَةٌ</a:t>
            </a:r>
            <a:endParaRPr lang="ar-SA" sz="1350" dirty="0"/>
          </a:p>
        </p:txBody>
      </p:sp>
      <p:sp>
        <p:nvSpPr>
          <p:cNvPr id="78" name="Shape 75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organisation</a:t>
            </a:r>
            <a:endParaRPr lang="en-US" sz="700" dirty="0"/>
          </a:p>
        </p:txBody>
      </p:sp>
      <p:sp>
        <p:nvSpPr>
          <p:cNvPr id="80" name="Text 77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تَنْظِيمُ الوَقْتِ</a:t>
            </a:r>
            <a:endParaRPr lang="ar-SA" sz="1350" dirty="0"/>
          </a:p>
        </p:txBody>
      </p:sp>
      <p:sp>
        <p:nvSpPr>
          <p:cNvPr id="81" name="Shape 78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2" name="Shape 79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4782312" y="4279392"/>
            <a:ext cx="158008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4782312" y="4279392"/>
            <a:ext cx="15800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memorising · by heart</a:t>
            </a:r>
            <a:endParaRPr lang="en-US" sz="800" dirty="0"/>
          </a:p>
        </p:txBody>
      </p:sp>
      <p:sp>
        <p:nvSpPr>
          <p:cNvPr id="86" name="Shape 83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8" name="Text 85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أَحْفَظُ</a:t>
            </a:r>
            <a:endParaRPr lang="ar-SA" sz="3000" dirty="0"/>
          </a:p>
        </p:txBody>
      </p:sp>
      <p:sp>
        <p:nvSpPr>
          <p:cNvPr id="89" name="Text 86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memorise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aḥ-fa-ẓu</a:t>
            </a:r>
            <a:endParaRPr lang="en-US" sz="1350" dirty="0"/>
          </a:p>
        </p:txBody>
      </p:sp>
      <p:sp>
        <p:nvSpPr>
          <p:cNvPr id="90" name="Shape 87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by heart</a:t>
            </a:r>
            <a:endParaRPr lang="en-US" sz="700" dirty="0"/>
          </a:p>
        </p:txBody>
      </p:sp>
      <p:sp>
        <p:nvSpPr>
          <p:cNvPr id="92" name="Text 89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عَنْ ظَهْرِ قَلْبٍ</a:t>
            </a:r>
            <a:endParaRPr lang="ar-SA" sz="1350" dirty="0"/>
          </a:p>
        </p:txBody>
      </p:sp>
      <p:sp>
        <p:nvSpPr>
          <p:cNvPr id="93" name="Shape 90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memorising</a:t>
            </a:r>
            <a:endParaRPr lang="en-US" sz="700" dirty="0"/>
          </a:p>
        </p:txBody>
      </p:sp>
      <p:sp>
        <p:nvSpPr>
          <p:cNvPr id="95" name="Text 92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الحِفْظُ</a:t>
            </a:r>
            <a:endParaRPr lang="ar-SA" sz="1350" dirty="0"/>
          </a:p>
        </p:txBody>
      </p:sp>
      <p:sp>
        <p:nvSpPr>
          <p:cNvPr id="96" name="Shape 93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7" name="Shape 94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9" name="Shape 96"/>
          <p:cNvSpPr/>
          <p:nvPr/>
        </p:nvSpPr>
        <p:spPr>
          <a:xfrm>
            <a:off x="960120" y="4279392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960120" y="4279392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a mind map</a:t>
            </a:r>
            <a:endParaRPr lang="en-US" sz="800" dirty="0"/>
          </a:p>
        </p:txBody>
      </p:sp>
      <p:sp>
        <p:nvSpPr>
          <p:cNvPr id="101" name="Shape 98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2" name="Text 99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3" name="Text 100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مُلَخَّصٌ</a:t>
            </a:r>
            <a:endParaRPr lang="ar-SA" sz="3000" dirty="0"/>
          </a:p>
        </p:txBody>
      </p:sp>
      <p:sp>
        <p:nvSpPr>
          <p:cNvPr id="104" name="Text 101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summary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mu-lakh-kha-ṣun</a:t>
            </a:r>
            <a:endParaRPr lang="en-US" sz="1350" dirty="0"/>
          </a:p>
        </p:txBody>
      </p:sp>
      <p:sp>
        <p:nvSpPr>
          <p:cNvPr id="105" name="Shape 102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mind map</a:t>
            </a:r>
            <a:endParaRPr lang="en-US" sz="700" dirty="0"/>
          </a:p>
        </p:txBody>
      </p:sp>
      <p:sp>
        <p:nvSpPr>
          <p:cNvPr id="107" name="Text 104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خَرِيطَةٌ ذِهْنِيَّةٌ</a:t>
            </a:r>
            <a:endParaRPr lang="ar-SA" sz="1350" dirty="0"/>
          </a:p>
        </p:txBody>
      </p:sp>
      <p:sp>
        <p:nvSpPr>
          <p:cNvPr id="108" name="Shape 105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10" name="Text 107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مُلَخَّصَاتٌ</a:t>
            </a:r>
            <a:endParaRPr lang="ar-SA" sz="1500" dirty="0"/>
          </a:p>
        </p:txBody>
      </p:sp>
      <p:sp>
        <p:nvSpPr>
          <p:cNvPr id="111" name="Text 108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ADVICE, INNA AND KĀNA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 should … it was …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النَّصِيحَةُ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331366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3313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success · failure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أَنْجَحُ · أَرْسُبُ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pass · I fail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an-ja-ḥu · ar-su-bu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failure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الرُّسُوبُ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success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النَّجَاحُ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full marks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دَرَجَةٌ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mark, grade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da-ra-ja-tun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full marks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الدَّرَجَةُ الكَامِلَةُ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دَرَجَاتٌ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245059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worried (m. · f.) · stress of exams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قَلَقٌ · ضَغْطٌ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anxiety · pressure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qa-la-qun · ḍagh-ṭun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stress of exams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ضَغْطُ الامْتِحَانَاتِ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worried (m. · f.)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قَلِقٌ · قَلِقَةٌ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advice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يَنْبَغِي أَنْ …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you should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yan-ba-ghī an …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don’t (m.)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تَسْهَرْ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it is useful to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مِنَ المُفِيدِ أَنْ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inna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إِنَّ …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indeed … (+ accusative)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in-na …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because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e.g.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إِنَّ المُرَاجَعَةَ مُهِمَّةٌ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kāna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…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was (+ accusative)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kā-na …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كَانَتِ الأَسْئِلَةُ سَهْلَةً</a:t>
            </a:r>
            <a:endParaRPr lang="ar-SA" sz="150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e.g.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الامْتِحَانُ صَعْبًا</a:t>
            </a:r>
            <a:endParaRPr lang="ar-SA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A REVISION CHAT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Revising with a friend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نُرَاجِعُ مَعًا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امْتِحَانِي يَوْمَ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when your exam is.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امْتِحَانُكَ؟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 the subject.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أَيِّ مَادَّةٍ؟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أُرَاجِعُ … وَأَكْتُبُ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you revise.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تُرَاجِعُ؟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يَنْبَغِي أَنْ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one piece of advice.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قَلِقٌ جِدًّا.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فِي … السَّاعَةَ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نَدْرُسُ مَعًا غَدًا؟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 ·  The examiner is: a classmate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A STUDY-SKILLS SESSION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Asking a tutor for advice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نَصِيحَةٌ مِنَ المُعَلِّمِ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أَسْتَطِيعُ أَنْ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problem.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المُشْكِلَةُ؟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أُرَاجِعُ فِي … وَهَاتِفِي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where and with what.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وَأَيْنَ تُرَاجِعُ؟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يَنْبَغِي أَنْ …؟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what you should do.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هُوَ السَّبَبُ!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فِكْرَةٌ جَيِّدَةٌ. سَأُجَرِّبُ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Accept and say what you will try.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ضَعِ الهَاتِفَ فِي غُرْفَةٍ أُخْرَى، وَخُذْ اسْتِرَاحَةً قَصِيرَةً.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… لِأَنِّي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(kāna).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 امْتِحَانُكَ الأَخِيرُ؟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 ·  The examiner is: a study-skills tutor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AFTER RESULTS DAY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After the mock exams</a:t>
            </a:r>
            <a:endParaRPr lang="en-US" sz="26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بَعْدَ الامْتِحَانَاتِ التَّجْرِيبِيَّةِ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كَانَتْ … فِي … لٰكِنَّ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results with kānat.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كَانَتْ نَتَائِجُكَ؟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بِسَبَبِ قِلَّةِ … وَ…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with verbal nouns.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فِي رَأْيِكَ؟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صَنَعْتُ … وَكُنْتُ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successful method (past).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وَكَيْفَ رَاجَعْتَ لِلْعَرَبِيَّةِ؟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إِنَّ … لِذٰلِكَ سَأَحُلُّ … لِكَيْ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plan with inna and purpose.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خُطَّتُكَ لِلرِّيَاضِيَّاتِ إِذَنْ؟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تُؤَجِّلِ … وَمِنَ المُفِيدِ أَنْ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(advice).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تَقُولُ لِطَالِبٍ أَصْغَرَ مِنْكَ؟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 ·  The examiner is: your head of year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WELLBEING ASSEMBLY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Exam stress: who can help?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ضَغْطُ الامْتِحَانَاتِ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مِمَّا يُؤَدِّي إِلَى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with a cause chain.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يَشْعُرُ الطُّلَّابُ بِالقَلَقِ قَبْلَ الامْتِحَانَاتِ؟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كُنْتُ … إِلَى أَنْ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past experience and a turning point.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مَرَرْتَ بِتَجْرِبَةٍ كَهٰذِهِ؟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ثَانِيًا … أَخِيرًا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three pieces of advice with linkers.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نَصِيحَتُكَ لِلطُّلَّابِ؟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counter.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أَلَيْسَتِ الامْتِحَانَاتُ ضَرُورِيَّةً؟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أَلْغَيْتُهَا، لَوَضَعْتُ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أَلْغَيْتَ الامْتِحَانَاتِ، مَاذَا تَضَعُ مَكَانَهَا؟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sixth-form mentor  ·  The examiner is: the assembly host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said how they revise and gave one piece of advice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a verbal noun and kāna + accusative to describe a past exam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امْتِحَانِي يَوْمَ الاثْنَيْنِ القَادِمِ.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exam is next Monday.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امْتِحَانُكَ؟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الكِيمْيَاءِ.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chemistry.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أَيِّ مَادَّةٍ؟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أُرَاجِعُ كُلَّ مَسَاءٍ، وَأَكْتُبُ مُلَخَّصَاتٍ قَصِيرَةً.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revise every evening and write short summaries.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تُرَاجِعُ؟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يَنْبَغِي أَنْ تَنَامَ جَيِّدًا قَبْلَ الامْتِحَانِ.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 should sleep well before the exam.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قَلِقٌ جِدًّا.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فِي المَكْتَبَةِ السَّاعَةَ الرَّابِعَةَ.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in the library at four o’clock.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نَدْرُسُ مَعًا غَدًا؟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أَسْتَطِيعُ أَنْ أُرَكِّزَ أَكْثَرَ مِنْ عِشْرِينَ دَقِيقَةً.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can’t concentrate for more than twenty minutes.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المُشْكِلَةُ؟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أُرَاجِعُ فِي غُرْفَتِي، وَهَاتِفِي بِجَانِبِي.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revise in my room, with my phone next to me.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وَأَيْنَ تُرَاجِعُ؟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إِذَنْ مَاذَا يَنْبَغِي أَنْ أَفْعَلَ؟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what should I do?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هُوَ السَّبَبُ!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فِكْرَةٌ جَيِّدَةٌ. سَأُجَرِّبُ المُرَاجَعَةَ نِصْفَ سَاعَةٍ، ثُمَّ اسْتِرَاحَةً لِمُدَّةِ خَمْسِ دَقَائِقَ.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Good idea. I’ll try half an hour of revision, then a five-minute break.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ضَعِ الهَاتِفَ فِي غُرْفَةٍ أُخْرَى، وَخُذْ اسْتِرَاحَةً قَصِيرَةً.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صَعْبًا، لِأَنِّي لَمْ أُرَاجِعْ بِشَكْلٍ مُنَظَّمٍ.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was hard, because I didn’t revise in an organised way.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 امْتِحَانُكَ الأَخِيرُ؟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كَانَتْ جَيِّدَةً فِي العَرَبِيَّةِ وَالتَّارِيخِ، لٰكِنَّ دَرَجَتِي فِي الرِّيَاضِيَّاتِ كَانَتْ مُخَيِّبَةً.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Good in Arabic and history, but my maths mark was disappointing.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كَانَتْ نَتَائِجُكَ؟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بِسَبَبِ قِلَّةِ التَّمَارِينِ، وَتَأْجِيلِ المُرَاجَعَةِ إِلَى آخِرِ أُسْبُوعٍ.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of too little practice and leaving revision to the last week.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فِي رَأْيِكَ؟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صَنَعْتُ بِطَاقَاتٍ لِلْمُفْرَدَاتِ، وَكُنْتُ أُرَاجِعُهَا عَشْرَ دَقَائِقَ كُلَّ صَبَاحٍ فِي الحَافِلَةِ.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made vocab cards and went over them ten minutes every morning on the bus.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وَكَيْفَ رَاجَعْتَ لِلْعَرَبِيَّةِ؟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إِنَّ التَّدْرِيبَ اليَوْمِيَّ هُوَ الحَلُّ، لِذٰلِكَ سَأَحُلُّ عَشْرَ مَسَائِلَ كُلَّ يَوْمٍ، لِكَيْ أَتَعَوَّدَ عَلَى الأَسْئِلَةِ.</a:t>
            </a:r>
            <a:endParaRPr lang="ar-SA" sz="175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Daily practice is the answer, so I’ll do ten problems a day to get used to the questions.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خُطَّتُكَ لِلرِّيَاضِيَّاتِ إِذَنْ؟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تُؤَجِّلِ المُرَاجَعَةَ، وَمِنَ المُفِيدِ أَنْ تَبْدَأَ قَبْلَ الامْتِحَانِ بِشَهْرٍ عَلَى الأَقَلِّ.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Don’t put off revision; it helps to start at least a month before the exam.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تَقُولُ لِطَالِبٍ أَصْغَرَ مِنْكَ؟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كَثِيرًا مِنْهُمْ يَرْبِطُونَ مُسْتَقْبَلَهُمْ كُلَّهُ بِدَرَجَةٍ وَاحِدَةٍ، مِمَّا يُؤَدِّي إِلَى قِلَّةِ النَّوْمِ وَضَعْفِ التَّرْكِيزِ.</a:t>
            </a:r>
            <a:endParaRPr lang="ar-SA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Many link their whole future to one grade, which leads to poor sleep and weak focus.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يَشْعُرُ الطُّلَّابُ بِالقَلَقِ قَبْلَ الامْتِحَانَاتِ؟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كُنْتُ أَسْهَرُ حَتَّى الفَجْرِ قَبْلَ كُلِّ امْتِحَانٍ، إِلَى أَنْ نَسِيتُ كُلَّ شَيْءٍ فِي امْتِحَانِ الفِيزْيَاءِ، فَغَيَّرْتُ طَرِيقَتِي تَمَامًا.</a:t>
            </a:r>
            <a:endParaRPr lang="ar-SA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used to stay up till dawn before exams, until I blanked in physics — so I changed my approach completely.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مَرَرْتَ بِتَجْرِبَةٍ كَهٰذِهِ؟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أَوَّلًا، ضَعُوا جَدْوَلًا وَاقِعِيًّا؛ ثَانِيًا، لَا تُقَارِنُوا أَنْفُسَكُمْ بِغَيْرِكُمْ؛ وَأَخِيرًا، إِنَّ النَّوْمَ جُزْءٌ مِنَ المُرَاجَعَةِ لَا عَدُوُّهَا.</a:t>
            </a:r>
            <a:endParaRPr lang="ar-SA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First, make a realistic plan; second, don’t compare yourselves; finally, sleep is part of revision, not its enemy.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نَصِيحَتُكَ لِلطُّلَّابِ؟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أَنَّهَا ضَرُورِيَّةٌ لِقِيَاسِ التَّقَدُّمِ، غَيْرَ أَنَّهَا لَا تَقِيسُ الإِبْدَاعَ وَلَا التَّعَاوُنَ.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They are needed to measure progress, but they don’t measure creativity or teamwork.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أَلَيْسَتِ الامْتِحَانَاتُ ضَرُورِيَّةً؟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أَلْغَيْتُهَا، لَوَضَعْتُ مَكَانَهَا مَشَارِيعَ طَوِيلَةً يُقَيَّمُ فِيهَا الطَّالِبُ عَلَى مَدَارِ السَّنَةِ.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scrapped them, I’d replace them with long projects assessed across the year.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أَلْغَيْتَ الامْتِحَانَاتِ، مَاذَا تَضَعُ مَكَانَهَا؟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cause → effect, a turning point, structured advice, a concession and law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أَدْرُسُ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أُرَاجِعُ فِي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do you usually revise?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تُرَاجِعُ عَادَةً؟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أُرَاجِعُ فِي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do you revise?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تُرَاجِعُ؟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 / لَا،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feel anxious before an exam?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تَشْعُرُ بِالقَلَقِ قَبْلَ الامْتِحَانِ؟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أَصْعَبُ امْتِحَانٍ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hardest exam?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أَصْعَبُ امْتِحَانٍ عِنْدَكَ؟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يَنْبَغِي أَنْ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advice to a worried friend?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نَصِيحَتُكَ لِصَدِيقٍ قَلِقٍ؟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اسْتِرَاتِيجِيَّاتُ التَّعَلُّمِ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إِنَّ أَفْضَلَ طَرِيقَةٍ … لِأَنَّ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the best way to revise?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أَفْضَلُ طَرِيقَةٍ لِلْمُرَاجَعَةِ فِي رَأْيِكَ؟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… وَكُنْتُ … لٰكِنَّ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an exam you won’t forget.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صِفِ امْتِحَانًا لَا تَنْسَاهُ.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… لِأَنَّ … لٰكِنَّ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prefer studying alone or with others?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تُفَضِّلُ الدِّرَاسَةَ وَحْدَكَ أَمْ مَعَ الآخَرِينَ؟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أَضَعُ جَدْوَلًا … وَأُخَصِّصُ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you organise your time during exams?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تُنَظِّمُ وَقْتَكَ فِي فَتْرَةِ الامْتِحَانَاتِ؟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سَأَبْدَأُ … وَلَنْ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will you change in how you study?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سَتُغَيِّرُ فِي طَرِيقَةِ دِرَاسَتِكَ؟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a verbal noun, inna or kāna + accusative, and a past or future detail.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الامْتِحَانَاتُ وَالنَّجَاحُ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exams measure intelligence?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تَقِيسُ الامْتِحَانَاتُ ذَكَاءَ الطَّالِبِ؟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Are private tutors necessary?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الدُّرُوسُ الخُصُوصِيَّةُ ضَرُورِيَّةٌ؟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إِنَّ التَّطْبِيقَاتِ … لٰكِنَّ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does technology affect revision?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تُؤَثِّرُ التِّكْنُولُوجْيَا فِي المُرَاجَعَةِ؟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كَانَا يَدْرُسَانِ … أَمَّا أَنَا فَأُشَاهِدُ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did your parents study?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 وَالِدَاكَ يَدْرُسَانِ؟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رَسَبْتُ، لَحَزِنْتُ … ثُمَّ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failed an important exam, what would you do?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رَسَبْتَ فِي امْتِحَانٍ مُهِمٍّ، مَاذَا تَفْعَلُ؟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concession, a balanced view with mimmā, inna, a dual verb in the past (kānā yadrusān) and law … la-.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أُرَاجِعُ فِي غُرْفَتِي أَوْ فِي المَكْتَبَةِ.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revise in my room or in the library.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تُرَاجِعُ عَادَةً؟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أُرَاجِعُ فِي المَسَاءِ بَعْدَ العَشَاءِ.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revise in the evening after dinner.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تُرَاجِعُ؟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أَشْعُرُ بِالقَلَقِ قَلِيلًا.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feel a little anxious.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تَشْعُرُ بِالقَلَقِ قَبْلَ الامْتِحَانِ؟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أَصْعَبُ امْتِحَانٍ عِنْدِي امْتِحَانُ الفِيزْيَاءِ.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hardest exam is physics.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أَصْعَبُ امْتِحَانٍ عِنْدَكَ؟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يَنْبَغِي أَنْ يَنَامَ جَيِّدًا وَيَأْكُلَ فُطُورًا صِحِّيًّا.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He should sleep well and eat a healthy breakfast.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نَصِيحَتُكَ لِصَدِيقٍ قَلِقٍ؟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yanbaghī an + subjunctive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إِنَّ أَفْضَلَ طَرِيقَةٍ هِيَ حَلُّ الامْتِحَانَاتِ السَّابِقَةِ، لِأَنَّهَا تُعَلِّمُنَا نَوْعَ الأَسْئِلَةِ وَتَنْظِيمَ الوَقْتِ.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best way is doing past papers, because they teach the question types and timing.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أَفْضَلُ طَرِيقَةٍ لِلْمُرَاجَعَةِ فِي رَأْيِكَ؟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امْتِحَانُ العَرَبِيَّةِ الشَّفَهِيُّ، وَكُنْتُ قَلِقًا جِدًّا، لٰكِنَّ المُمْتَحِنَ كَانَ لَطِيفًا، فَنَجَحْتُ بِتَفَوُّقٍ.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Arabic speaking exam: I was very anxious, but the examiner was kind, and I passed with distinction.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صِفِ امْتِحَانًا لَا تَنْسَاهُ.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الدِّرَاسَةَ وَحْدِي لِلتَّرْكِيزِ، لٰكِنَّ المُرَاجَعَةَ مَعَ صَدِيقٍ مُفِيدَةٌ قَبْلَ الامْتِحَانِ بِيَوْمٍ.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Alone, to concentrate — but revising with a friend the day before helps.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تُفَضِّلُ الدِّرَاسَةَ وَحْدَكَ أَمْ مَعَ الآخَرِينَ؟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أَضَعُ جَدْوَلًا لِلْمُرَاجَعَةِ، وَأُخَصِّصُ سَاعَتَيْنِ لِكُلِّ مَادَّةٍ، مَعَ اسْتِرَاحَاتٍ قَصِيرَةٍ.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make a revision timetable, two hours per subject, with short breaks.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تُنَظِّمُ وَقْتَكَ فِي فَتْرَةِ الامْتِحَانَاتِ؟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سَأَبْدَأُ المُرَاجَعَةَ مُبَكِّرًا، وَلَنْ أَسْتَخْدِمَ الهَاتِفَ أَثْنَاءَ الدِّرَاسَةِ.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I’ll start revising early, and I won’t use my phone while studying.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سَتُغَيِّرُ فِي طَرِيقَةِ دِرَاسَتِكَ؟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Verbal noun + kāna / inna + time frame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أَنَّهَا تَقِيسُ الحِفْظَ وَالفَهْمَ، غَيْرَ أَنَّهَا لَا تَقِيسُ الإِبْدَاعَ أَوِ القُدْرَةَ عَلَى العَمَلِ فِي فَرِيقٍ.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They measure memory and understanding, but not creativity or teamwork.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تَقِيسُ الامْتِحَانَاتُ ذَكَاءَ الطَّالِبِ؟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نَاحِيَةٍ، تُسَاعِدُ الطَّالِبَ الضَّعِيفَ، وَمِنْ نَاحِيَةٍ أُخْرَى، هِيَ غَالِيَةٌ، مِمَّا يَجْعَلُ الفُرَصَ غَيْرَ مُتَسَاوِيَةٍ.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They help struggling students, but they’re expensive, which makes opportunities unequal.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الدُّرُوسُ الخُصُوصِيَّةُ ضَرُورِيَّةٌ؟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إِنَّ التَّطْبِيقَاتِ التَّعْلِيمِيَّةَ تَجْعَلُ المُرَاجَعَةَ مُمْتِعَةً، لٰكِنَّ الإِشْعَارَاتِ تَقْطَعُ التَّرْكِيزَ كُلَّ دَقِيقَتَيْنِ.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Educational apps make revision fun, but notifications break concentration every two minutes.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تُؤَثِّرُ التِّكْنُولُوجْيَا فِي المُرَاجَعَةِ؟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ṣaḥīḥun anna … ghayra anna, balance, inna, past vs present and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كَانَا يَدْرُسَانِ مِنَ الكُتُبِ فَقَطْ، وَيَحْفَظَانِ كَثِيرًا، أَمَّا أَنَا فَأُشَاهِدُ شُرُوحًا وَأَحُلُّ اخْتِبَارَاتٍ عَلَى الإِنْتَرْنِتِ.</a:t>
            </a:r>
            <a:endParaRPr lang="ar-SA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They studied only from books and memorised a lot; I watch explainers and do online quizzes.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 وَالِدَاكَ يَدْرُسَانِ؟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رَسَبْتُ، لَحَزِنْتُ يَوْمًا وَاحِدًا، ثُمَّ لَحَلَّلْتُ أَخْطَائِي، وَلَأَعَدْتُ الامْتِحَانَ بِخُطَّةٍ أَفْضَلَ.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I’d be sad for a day, then analyse my mistakes and retake it with a better plan.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رَسَبْتَ فِي امْتِحَانٍ مُهِمٍّ، مَاذَا تَفْعَلُ؟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ṣaḥīḥun anna … ghayra anna, balance, inna, past vs present and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TD-L04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TD-L04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said how, where and when I revise.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advice with yanbaghī an + subjunctive.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verbal nouns (al-murājaʿa, at-tarkīz, tanẓīm al-waqt).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described a past exam with kāna + accusative.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inna, a concession or law … la-.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TD-L04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TD-L04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TD-L04 · Speaking Workshop — Studying, Exams and Learning Strategies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2026-10-11T13:40:18Z</dcterms:created>
  <dcterms:modified xsi:type="dcterms:W3CDTF">2026-10-11T13:40:18Z</dcterms:modified>
</cp:coreProperties>
</file>