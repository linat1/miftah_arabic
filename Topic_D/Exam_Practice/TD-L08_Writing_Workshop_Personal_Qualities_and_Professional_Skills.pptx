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D, Lesson 8 (Personal Qualities and Professional Skills, TD-L08).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2: three adjectives in the speaker’s gender. Boxes 3–5, 7: verbal / abstract nouns. Box 8: al-muʿallima allatī taʿmalu … taḥtāju ilā.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 (which) · مَا صِفَاتُكِ (your qualities) · سَابِقَةٌ (previous — PAST) · مَتَى (when — FUTURE availability).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(69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(84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(112 words). Core model: adjective agreement, fa-mathalan, akūna + comparative (ahdaʾa), li-kay, li-annahā vs li-annahu, a superlative, yaḥtāju ilā + verbal noun, a future ambition.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waṣafa bi-anna, a quoted relative clause, ghayra anna as a turn, kuntu + present … ilā an, a superlative with tamyīz (aktharanā ibdāʿan), ʿindamā … , a concession and law kāna … la-kāna with lākinna.
ENGLISH SUMMARY (read aloud or paste in the chat for Core students): My friends call me “the person who always knows where everything is”, and organisation really is my strongest quality: I plan my week every Sunday and split big projects into small tasks, each with a precise deadline → but this quality had its downsides: I used to get annoyed when classmates didn’t stick to my plan and wanted everyone to work my way — until I learnt an important lesson in last year’s science project → one teammate seemed very chaotic, never once handing in on time, yet he was the most creative of us; when I let him design the presentation his way, his idea made our project the best in the school, amazing all the teachers → every job needs certain qualities, but the most successful teams combine different personalities; “if everyone on the team were exactly like me, our work would be very organised — but without soul or creativity”.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for the Stretch title: a passive relative (lā tuktabu), a balanced view, lā … bal with bi-sababi, a relative + kāna yarfuḍu, iḍṭurra ilā, a concession with lā ghinā ʿanhu, idhā … fa-sa- with kamā.
ENGLISH SUMMARY (read aloud or paste in the chat for Core students): Many believe a degree is the only key to success, but employers today seek something else too: personal qualities no certificate records → doctors and engineers can’t work without deep scientific knowledge proven by qualifications; yet studies suggest most people who lose their jobs don’t lose them for lack of knowledge, but for poor communication or inability to work in a team → I saw this through my uncle, who runs a small company: he once hired an engineer with excellent qualifications who refused to listen to colleagues, so my uncle had to end his contract after months → knowledge is an indispensable foundation, but qualities are what build on it; “if schools cared about developing character as much as grades, we’d have a generation successful at work and in life alike”.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EXAM PRACTICE  ·  TD-L08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Workshop — Personal Qualities and Professional Skills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الصِّفَاتُ وَالمَهَارَاتُ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Paper 4 practice: fill in a self-assessment profile, write a letter applying for a summer job describing your qualities, and write an extended piece about your strengths and weaknesses or about qualities versus qualifications.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TD-L08 · Advanced Topic D · The World of Work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 letter applying for a summer job.</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Check: adjectives agree with the person (anā munaẓẓam / munaẓẓama; zumalāʾī mutaʿāwinūn); after kāna / akūna the adjective is accusative (kuntu khajūlan); li-annahu (he) vs li-annahā (she); a relative needs alladhī / allatī after a definite noun.</a:t>
            </a:r>
            <a:endParaRPr lang="en-US" sz="125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أَنَا صَبُورَةٌ وَمُنَظَّمَةٌ وَاجْتِمَاعِيَّةٌ</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am patient, organised and sociable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الصِّفَاتُ الَّتِي يَحْتَاجُ إِلَيْهَا المُعَلِّمُ</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the qualities a teacher needs</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أَنَا مُنَظَّمٌ؛ فَمَثَلًا أَكْتُبُ جَدْوَلًا كُلَّ أُسْبُوعٍ</a:t>
            </a:r>
            <a:endParaRPr lang="ar-SA" sz="26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I’m organised — for example, I write a timetable every week</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Self-assessment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 التَّقْيِيمِ الذَّاتِيِّ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qualities</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ثَلَاثُ صِفَاتٍ</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strength</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نُقْطَةُ قُوَّةٍ</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weakness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نُقْطَةُ ضَعْفٍ</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activity that shows your qualities</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نَشَاطٌ يُظْهِرُ صِفَاتِكَ</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job that suits you</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وَظِيفَةٌ تُنَاسِبُكَ</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quality you want to develop</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صِفَةٌ تُرِيدُ أَنْ تُطَوِّرَهَا</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this job suits you</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تُنَاسِبُكَ هٰذِهِ الوَظِيفَةُ؟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with allatī and an adjective that agrees.</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Self-assessment profile: model answers</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Layla Hassan</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لَيْلَى حَسَنٌ</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patient, organised, sociable (f.)</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صَبُورَةٌ، مُنَظَّمَةٌ، اجْتِمَاعِيَّةٌ</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ثَلَاثُ صِفَاتٍ</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communicating with children</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التَّوَاصُلُ مَعَ الأَطْفَالِ</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نُقْطَةُ قُوَّةٍ</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shyness</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الخَجَلُ</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نُقْطَةُ ضَعْفٍ</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volunteering at a children’s club</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التَّطَوُّعُ فِي نَادِي الأَطْفَالِ</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نَشَاطٌ يُظْهِرُ صِفَاتِكَ</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nursery teacher (f.)</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مُعَلِّمَةُ رَوْضَةٍ</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وَظِيفَةٌ تُنَاسِبُكَ</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self-confidence</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الثِّقَةُ بِالنَّفْسِ</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صِفَةٌ تُرِيدُ أَنْ تُطَوِّرَهَا</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850" dirty="0">
                <a:solidFill>
                  <a:srgbClr val="5A6472"/>
                </a:solidFill>
                <a:latin typeface="Calibri" pitchFamily="34" charset="0"/>
                <a:cs typeface="Amiri" pitchFamily="2" charset="-78"/>
              </a:rPr>
              <a:t>Because a teacher who works with little ones needs patience, and I am very patient.</a:t>
            </a:r>
            <a:endParaRPr lang="en-US" sz="8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تُنَاسِبُنِي لِأَنَّ المُعَلِّمَةَ الَّتِي تَعْمَلُ مَعَ الصِّغَارِ تَحْتَاجُ إِلَى الصَّبْرِ، وَأَنَا صَبُورَةٌ جِدًّا.</a:t>
            </a:r>
            <a:endParaRPr lang="ar-SA" sz="12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تُنَاسِبُكَ هٰذِهِ الوَظِيفَةُ؟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Question 2: my qualities for the job</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طَلَبِ وَظِيفَةٍ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want a summer job at a children’s camp. Write a letter in Arabic of about 80–90 words. You must include: • which job you are applying for • your qualities, with an example • an experience in the past that shows your qualities • a weakness, why the job suits you, and when you are available.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formal greeting and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Adjectives that agree, with an example (fa-mathalan).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رَأَيْتُ إِعْلَانَكُمْ عَنْ وَظِيفَةِ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saw your advert for the post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 وَ… فَمَثَلًا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 and … for example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الصَّيْفِ المَاضِي تَطَوَّعْتُ فِي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summer I volunteered 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سَأَكُونُ مُتَاحَةً مِنْ … إِلَى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be available from … to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Apply for a summer job at a children’s camp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تُرِيدِينَ وَظِيفَةً صَيْفِيَّةً فِي مُخَيَّمٍ لِلْأَطْفَالِ. اكْتُبِي رِسَالَةً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job you are applying for</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 وَظِيفَةٍ تَطْلُبِينَ؟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qualities, with an example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صِفَاتُكِ؟ أَعْطِي مِثَالًا.</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past experience that shows them</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صِفِي تَجْرِبَةً سَابِقَةً تُظْهِرُ صِفَاتِكِ.</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weakness; why it suits you; availability</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نُقْطَةُ ضَعْفِكِ؟ وَلِمَاذَا تُنَاسِبُكِ الوَظِيفَةُ؟ وَمَتَى أَنْتِ مُتَاحَةٌ؟</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To the summer-camp director,</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إِلَى مُدِيرِ المُخَيَّمِ الصَّيْفِيِّ،</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saw your advert for …; I want to apply.</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رَأَيْتُ إِعْلَانَكُمْ عَنْ وَظِيفَةِ ______ ، وَأُرِيدُ أَنْ أَتَقَدَّمَ لَهَا.</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 and … For example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______ وَ______ . فَمَثَلًا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summer …; it was a … experience.</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الصَّيْفِ المَاضِي ______ ، وَكَانَتْ تَجْرِبَةً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weakness is … I’ll be free from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نُقْطَةُ ضَعْفِي ______ . سَأَكُونُ مُتَاحَةً مِنْ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thanks,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الشُّكْرِ،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إِلَى مُدِيرِ المُخَيَّمِ الصَّيْفِيِّ،</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اسْمِي لَيْلَى، وَعُمْرِي سَبْعَ عَشْرَةَ سَنَةً. رَأَيْتُ إِعْلَانَكُمْ عَنْ وَظِيفَةِ مُسَاعِدَةٍ فِي المُخَيَّمِ، وَأُرِيدُ أَنْ أَتَقَدَّمَ لَهَا. أَنَا صَبُورَةٌ وَمُنَظَّمَةٌ وَاجْتِمَاعِيَّةٌ. فَمَثَلًا أُسَاعِدُ أَخِي الصَّغِيرَ فِي وَاجِبَاتِهِ كُلَّ يَوْمٍ. فِي الصَّيْفِ المَاضِي تَطَوَّعْتُ فِي نَادٍ لِلْأَطْفَالِ، وَكَانَتْ تَجْرِبَةً مُمْتِعَةً. نُقْطَةُ ضَعْفِي أَنِّي خَجُولَةٌ قَلِيلًا، لٰكِنِّي أُحَاوِلُ أَنْ أَتَحَسَّنَ. فِي رَأْيِي، هٰذِهِ الوَظِيفَةُ تُنَاسِبُنِي، لِأَنِّي أُحِبُّ الأَطْفَالَ. سَأَكُونُ مُتَاحَةً مِنْ يُولْيُو إِلَى أُغُسْطُسَ.</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الشُّكْرِ،</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لَيْلَى</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“To the summer-camp director, my name is Layla and I am seventeen. I saw your advert for a camp assistant and want to apply. I am patient, organised and sociable — for example, I help my little brother with his homework every day. Last summer I volunteered at a children’s club, and it was a fun experience. My weakness is that I’m a little shy, but I’m trying to improve. I think this job suits me because I love children. I’ll be available from July to August. With thanks,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صَبُورَةٌ وَمُنَظَّمَةٌ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فَمَثَلًا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تَطَوَّعْتُ</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سَأَكُونُ مُتَاحَةً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حَضْرَةَ مُدِيرِ المُخَيَّمِ الصَّيْفِيِّ المُحْتَرَمِ،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أَتَقَدَّمُ بِطَلَبِ وَظِيفَةِ المُسَاعِدَةِ الَّتِي أَعْلَنْتُمْ عَنْهَا، لِأَنَّنِي أُؤْمِنُ بِأَنَّ صِفَاتِي تُنَاسِبُ العَمَلَ مَعَ الأَطْفَالِ. فَأَنَا صَبُورَةٌ وَمُنَظَّمَةٌ، وَأَعْرِفُ كَيْفَ أُحَوِّلُ النَّشَاطَ البَسِيطَ إِلَى لُعْبَةٍ مُمْتِعَةٍ. وَقَدْ تَطَوَّعْتُ الصَّيْفَ المَاضِي فِي نَادٍ لِلْأَطْفَالِ، حَيْثُ كُنْتُ مَسْؤُولَةً عَنْ مَجْمُوعَةٍ مِنْ عَشَرَةِ أَطْفَالٍ، فَتَعَلَّمْتُ أَنْ أَحُلَّ الخِلَافَاتِ بِهُدُوءٍ. صَحِيحٌ أَنَّنِي كُنْتُ خَجُولَةً فِي البِدَايَةِ، غَيْرَ أَنَّ هٰذِهِ التَّجْرِبَةَ زَادَتْ ثِقَتِي بِنَفْسِي كَثِيرًا. وَسَأَكُونُ مُتَاحَةً طُوالَ يُولْيُو وَأُغُسْطُسَ، وَيُسْعِدُنِي أَنْ أُرْسِلَ لَكُمْ رِسَالَةَ تَوْصِيَةٍ مِنْ مُدِيرَةِ النَّادِي.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وَتَفَضَّلُوا بِقَبُولِ فَائِقِ الاحْتِرَامِ،</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لَيْلَى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Director, I am applying for the assistant post you advertised, as I believe my qualities suit working with children: I am patient and organised, and I know how to turn a simple activity into a fun game. Last summer I volunteered at a children’s club, where I was responsible for a group of ten, and learnt to settle disputes calmly. It’s true I was shy at first, but the experience greatly boosted my confidence. I’ll be available throughout July and August, and would be happy to send you a reference from the club’s director. Yours respectfully, Layla.”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أَعْلَنْتُمْ عَنْهَا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أُؤْمِنُ بِأَنَّ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مَسْؤُولَةً عَنْ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صَحِيحٌ أَنَّ … غَيْرَ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strengths and weaknesses</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نِقَاطُ قُوَّتِي وَضَعْفِي</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positive qualities with examples · a weakness and how you deal with it · an experience that showed your qualities · the job that suits you</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صِفَاتُكَ الإِيجَابِيَّةُ مَعَ أَمْثِلَةٍ · نُقْطَةُ ضَعْفٍ وَكَيْفَ تُعَالِجُهَا · تَجْرِبَةٌ أَظْهَرَتْ صِفَاتِكَ · الوَظِيفَةُ الَّتِي تُنَاسِبُكَ</a:t>
            </a:r>
            <a:endParaRPr lang="ar-SA" sz="14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Personal qualities or qualifications?</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الصِّفَاتُ الشَّخْصِيَّةُ أَمِ الشَّهَادَاتُ؟</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employers look for · the importance of qualifications and qualities · a real example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مَا يَبْحَثُ عَنْهُ أَصْحَابُ العَمَلِ · أَهَمِّيَّةُ الشَّهَادَاتِ وَالصِّفَاتِ · مِثَالٌ مِنَ الوَاقِعِ · رَأْيُكَ</a:t>
            </a:r>
            <a:endParaRPr lang="ar-SA" sz="16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Your qualities — anā ijtimāʿiyy wa-mutaʿāwin …; fa-mathalan … (agreement!).</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weakness — ʿindī nuqṭatu ḍaʿf: anā …; uḥāwilu an akūna ahdaʾa li-kay …</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Past — kuntu qāʾida farīq …; ikhtartu X li-annahā … wa-Y li-annahu …</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al-muhandis yaḥtāju ilā …; urīdu an akūna …; Stretch: ṣaḥīḥun anna … ghayra anna, law … la-.</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أَنَا مُنَظَّمٌ؛ فَمَثَلًا أَكْتُبُ جَدْوَلًا لِوَاجِبَاتِي.</a:t>
            </a:r>
            <a:endParaRPr lang="ar-SA" sz="255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I’m organised — e.g. I write a homework timetable.</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اخْتَرْتُ سَارَةَ لِأَنَّهَا مُبْدِعَةٌ، وَيُوسُفَ لِأَنَّهُ دَقِيقٌ.</a:t>
            </a:r>
            <a:endParaRPr lang="ar-SA" sz="225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I chose Sara because she is creative, and Yusuf because he is precise.</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أُرِيدُ أَنْ أَكُونَ مُدِيرَ مَشَارِيعَ.</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want to be a project manager.</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أَنَا شَخْصٌ اجْتِمَاعِيٌّ وَمُتَعَاوِنٌ. أُحِبُّ العَمَلَ فِي فَرِيقٍ، وَأُحِبُّ مُسَاعَدَةَ الآخَرِينَ. أَنَا أَيْضًا مُنَظَّمٌ؛ فَمَثَلًا أَكْتُبُ جَدْوَلًا لِوَاجِبَاتِي كُلَّ أُسْبُوعٍ، وَلَا أَتَأَخَّرُ أَبَدًا عَنِ المَوَاعِيدِ.</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لٰكِنْ عِنْدِي نُقْطَةُ ضَعْفٍ: أَنَا عَصَبِيٌّ أَحْيَانًا، خُصُوصًا عِنْدَمَا أَكُونُ تَعْبَانَ. أُحَاوِلُ أَنْ أَكُونَ أَهْدَأَ، وَأَلْعَبُ الرِّيَاضَةَ لِكَيْ أَتَحَكَّمَ فِي أَعْصَابِي.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السَّنَةِ المَاضِيَةِ كُنْتُ قَائِدَ فَرِيقٍ فِي مَشْرُوعِ العُلُومِ. كَانَ فِي الفَرِيقِ أَرْبَعَةُ طُلَّابٍ. اخْتَرْتُ سَارَةَ لِلرَّسْمِ لِأَنَّهَا مُبْدِعَةٌ، وَيُوسُفَ لِلْحِسَابَاتِ لِأَنَّهُ دَقِيقٌ. عَمِلْنَا مَعًا ثَلَاثَةَ أَسَابِيعَ، وَحَصَلْنَا عَلَى أَعْلَى دَرَجَةٍ فِي الصَّفِّ. كُنْتُ فَخُورًا بِفَرِيقِي.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الصِّفَاتُ الشَّخْصِيَّةُ مُهِمَّةٌ جِدًّا فِي العَمَلِ. المُهَنْدِسُ يَحْتَاجُ إِلَى الدِّقَّةِ، وَالمُعَلِّمُ يَحْتَاجُ إِلَى الصَّبْرِ. فِي المُسْتَقْبَلِ أُرِيدُ أَنْ أَكُونَ مُدِيرَ مَشَارِيعَ، لِأَنِّي مُنَظَّمٌ وَأُحِبُّ القِيَادَةَ وَالعَمَلَ مَعَ النَّاسِ.</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I’m sociable and cooperative, love teamwork and helping others; I’m also organised — I write a weekly homework plan and I’m never late for appointments → my weakness: I’m sometimes short-tempered when tired; I try to be calmer and play sport to control my nerves → last year I led a four-person science project: I chose Sara for drawing (creative) and Yusuf for calculations (precise); we worked three weeks together and got the top mark in the class; I was proud of my team → qualities matter at work: engineers need precision, teachers patience; I want to be a project manager because I’m organised and like leading and working with people.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فَمَثَلًا أَكْتُبُ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لِكَيْ أَتَحَكَّمَ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لِأَنَّهَا مُبْدِعَةٌ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يَحْتَاجُ إِلَى الدِّقَّةِ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يَصِفُنِي أَصْدِقَائِي بِأَنَّنِي "الشَّخْصُ الَّذِي يَعْرِفُ دَائِمًا أَيْنَ وَضَعَ كُلَّ شَيْءٍ"، وَأَظُنُّ أَنَّ التَّنْظِيمَ فِعْلًا أَقْوَى صِفَاتِي؛ فَأَنَا أُخَطِّطُ لِأُسْبُوعِي كُلَّ أَحَدٍ، وَأُقَسِّمُ المَشَارِيعَ الكَبِيرَةَ إِلَى مَهَامَّ صَغِيرَةٍ، وَأَضَعُ لِكُلِّ مُهِمَّةٍ مَوْعِدًا دَقِيقًا.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هٰذِهِ الصِّفَةَ كَانَتْ لَهَا عُيُوبُهَا؛ فَقَدْ كُنْتُ أَنْزَعِجُ كَثِيرًا عِنْدَمَا لَا يَلْتَزِمُ زُمَلَائِي بِخُطَّتِي، وَأُرِيدُ أَنْ يَعْمَلَ الجَمِيعُ بِطَرِيقَتِي، إِلَى أَنْ تَعَلَّمْتُ دَرْسًا مُهِمًّا فِي مَشْرُوعِ العُلُومِ العَامَ المَاضِي.</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كَانَ فِي فَرِيقِي طَالِبٌ يَبْدُو فَوْضَوِيًّا جِدًّا، لَا يُسَلِّمُ شَيْئًا فِي مَوْعِدِهِ أَبَدًا، لٰكِنَّهُ كَانَ أَكْثَرَنَا إِبْدَاعًا. وَعِنْدَمَا تَرَكْتُ لَهُ حُرِّيَّةَ تَصْمِيمِ العَرْضِ بِطَرِيقَتِهِ، قَدَّمَ فِكْرَةً جَعَلَتْ مَشْرُوعَنَا الأَفْضَلَ فِي المَدْرَسَةِ، وَأَدْهَشَتِ المُعَلِّمِينَ جَمِيعًا.</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لِكُلِّ مِهْنَةٍ صِفَاتٍ تَحْتَاجُ إِلَيْهَا، غَيْرَ أَنَّ أَنْجَحَ الفِرَقِ هِيَ الَّتِي تَجْمَعُ شَخْصِيَّاتٍ مُخْتَلِفَةً. وَلَوْ كَانَ كُلُّ أَعْضَاءِ الفَرِيقِ مِثْلِي تَمَامًا، لَكَانَ عَمَلُنَا مُنَظَّمًا جِدًّا، لٰكِنَّهُ بِلَا رُوحٍ وَلَا إِبْدَاعٍ.</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يَصِفُنِي … بِأَنَّنِي</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أَنْزَعِجُ</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أَكْثَرَنَا إِبْدَاعًا</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لَوْ كَانَ … لَكَانَ</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Q3 (</a:t>
            </a:r>
            <a:pPr algn="l" indent="0" marL="0">
              <a:buNone/>
            </a:pPr>
            <a:r>
              <a:rPr lang="ar-SA" altLang="en-US" sz="2400" b="1" dirty="0">
                <a:solidFill>
                  <a:srgbClr val="1B3B6F"/>
                </a:solidFill>
                <a:latin typeface="Amiri" pitchFamily="2" charset="-78"/>
                <a:ea typeface="Amiri" pitchFamily="2" charset="-78"/>
                <a:cs typeface="Amiri" pitchFamily="2" charset="-78"/>
              </a:rPr>
              <a:t>ب</a:t>
            </a:r>
            <a:pPr algn="l" indent="0" marL="0">
              <a:buNone/>
            </a:pPr>
            <a:r>
              <a:rPr lang="en-US" sz="1850" b="1" dirty="0">
                <a:solidFill>
                  <a:srgbClr val="1B3B6F"/>
                </a:solidFill>
                <a:latin typeface="Cambria" pitchFamily="34" charset="0"/>
                <a:cs typeface="Amiri" pitchFamily="2" charset="-78"/>
              </a:rPr>
              <a:t>) full-mark model: qualities or qualifications?</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يَعْتَقِدُ كَثِيرُونَ أَنَّ الشَّهَادَةَ الجَامِعِيَّةَ هِيَ مِفْتَاحُ النَّجَاحِ الوَحِيدُ، غَيْرَ أَنَّ أَصْحَابَ العَمَلِ اليَوْمَ يَبْحَثُونَ عَنْ شَيْءٍ آخَرَ أَيْضًا: الصِّفَاتِ الشَّخْصِيَّةِ الَّتِي لَا تُكْتَبُ فِي أَيِّ شَهَادَةٍ.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لَا يُمْكِنُ لِلطَّبِيبِ أَوِ المُهَنْدِسِ أَنْ يَعْمَلَ دُونَ مَعْرِفَةٍ عِلْمِيَّةٍ عَمِيقَةٍ تُثْبِتُهَا الشَّهَادَاتُ. وَمِنْ نَاحِيَةٍ أُخْرَى، تُشِيرُ دِرَاسَاتٌ إِلَى أَنَّ مُعْظَمَ الَّذِينَ يَفْقِدُونَ وَظَائِفَهُمْ لَا يَفْقِدُونَهَا بِسَبَبِ نَقْصِ المَعْرِفَةِ، بَلْ بِسَبَبِ ضَعْفِ التَّوَاصُلِ أَوْ عَدَمِ القُدْرَةِ عَلَى العَمَلِ فِي فَرِيقٍ.</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رَأَيْتُ ذٰلِكَ فِي تَجْرِبَةِ عَمِّي، الَّذِي يُدِيرُ شَرِكَةً صَغِيرَةً؛ فَقَدْ وَظَّفَ مَرَّةً مُهَنْدِسًا يَحْمِلُ شَهَادَاتٍ مُمْتَازَةً، لٰكِنَّهُ كَانَ يَرْفُضُ الاسْتِمَاعَ إِلَى زُمَلَائِهِ، فَاضْطُرَّ عَمِّي إِلَى إِنْهَاءِ عَقْدِهِ بَعْدَ أَشْهُرٍ.</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المَعْرِفَةَ أَسَاسٌ لَا غِنَى عَنْهُ، غَيْرَ أَنَّ الصِّفَاتِ هِيَ الَّتِي تَبْنِي عَلَيْهِ. وَإِذَا اهْتَمَّتِ المَدَارِسُ بِتَنْمِيَةِ الشَّخْصِيَّةِ كَمَا تَهْتَمُّ بِالدَّرَجَاتِ، فَسَنَحْصُلُ عَلَى جِيلٍ نَاجِحٍ فِي العَمَلِ وَفِي الحَيَاةِ مَعًا.</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الَّتِي لَا تُكْتَبُ</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لَا يَفْقِدُونَهَا … بَلْ</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فَاضْطُرَّ عَمِّي</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إِذَا اهْتَمَّتْ … فَسَنَحْصُلُ</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TD-L08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D · Writing workshop · TD-L08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adjectives in my gender.</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formal greeting and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qualities with an example (fa-mathalan) and a past experience.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with allatī / alladhī and li-annahu / li-annahā.</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a balanced view, a concession and a conditional.</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TD-L09 · Exam practice · Speaking and writing workshops — the next Topic D lesson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وَرْشَةُ التَّدْرِيبِ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cover every bullet point, check your verb endings, and use three time frames in Question 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TD-L08 · Writing Workshop — Personal Qualities and Professional Skills</dc:title>
  <dc:subject>PptxGenJS Presentation</dc:subject>
  <dc:creator>Al Madina Online School · Arabic Department</dc:creator>
  <cp:lastModifiedBy>Al Madina Online School · Arabic Department</cp:lastModifiedBy>
  <cp:revision>1</cp:revision>
  <dcterms:created xsi:type="dcterms:W3CDTF">2026-10-11T13:55:28Z</dcterms:created>
  <dcterms:modified xsi:type="dcterms:W3CDTF">2026-10-11T13:55:28Z</dcterms:modified>
</cp:coreProperties>
</file>