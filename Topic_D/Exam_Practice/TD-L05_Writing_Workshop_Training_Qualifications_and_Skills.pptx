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5 (Training, Qualifications and Skills, TD-L05).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two verbal nouns. Box 7: tadrību al-aṭfāl (verbal noun + iḍāfa). Box 8: allatī sa-aḥṣulu ʿalayhā.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 (which) · مَنْ (who) · الَّتِي لَدَيْكَ (that you have) · سَابِقَةٌ (previous — PAST)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ʿindī + nominative, allatī ataʿallamuhā, kānat + accusative, ḥaṣaltu ʿalā, a comparative opinion, baʿda an + subjunctive and two future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 passive hook, ammā … fa-, bi-qadri mā, a dual with a returning pronoun (bihimā), lam … bal, a list of verbal nouns, a narrative with ḥattā, a passive (tudarrasu), a concession and a passive idhā … fa-sa-.
ENGLISH SUMMARY (read aloud or paste in the chat for Core students): They say a certificate opens the door, but skills keep you in the room — I realised this early, so I built my skills outside the classroom as much as inside, through volunteering and short courses → I hold two certificates I’m proud of: first aid and coding; yet the most important thing I learnt came not from a course but from volunteering at a children’s hospital: patience, listening and staying calm in hard moments → I remember a child bursting into tears, afraid of a needle; I sat with him and told him a story until he calmed down, and the nurse thanked me in front of everyone, saying I would make an excellent nurse — such skills aren’t taught in books → certificates are needed for university, but experience makes the person; “if I’m accepted to study nursing as I hope, I’ll keep volunteering, because real learning never, ever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a dual relative (alladhayni + returning pronoun), ammā … fa-, a balanced view with kamā anna and mimmā, a ḥāl clause (wa-huwa yataʿallamu), ẓalla + present, baynamā, a concession and law … la-.
ENGLISH SUMMARY (read aloud or paste in the chat for Core students): For years university was the only route parents saw for their high-achieving children; today many young people ask: is a degree worth the time and money it requires? → university remains essential for medicine, engineering and law, and develops critical thinking and research; vocational training lets students earn while they learn, sparing them debts that may follow them for years, and giving them the practical experience employers want → I’ve seen both in my family: my older brother graduated in history and spent a whole year hunting in vain for a suitable job, while my cousin chose electrical training and now runs his own small company, employing three workers → each route has its advantages and drawbacks, but it’s wrong to treat one as always better; “if society respected vocational training equally, every young person would choose the route that truly suits their talents and dreams”.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Training, Qualifications and Skills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التَّدْرِيبُ وَالمَهَارَاتُ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course-application form, write a letter applying for a training course, and write an extended piece about your skills and qualifications or about university versus vocational training.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TD-L05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letter applying for a course.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with ʿindī / ladayya the thing owned is nominative (ʿindī shahādatun); a relative after a definite noun needs alladhī / allatī and often a returning pronoun (allatī ḥaḍartuhā); baʿda an / qabla an + subjunctive.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لَدَيَّ شَهَادَةٌ مُتَقَدِّمَةٌ فِي السِّبَاحَةِ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an advanced swimming certificate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الدَّوْرَةُ الَّتِي حَضَرْتُهَا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course I attended</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بَعْدَ أَنْ أُنْهِيَ المَدْرَسَةَ، سَأَدْرُسُ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after I finish school, I will study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Training-course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اسْتِمَارَةُ التَّسْجِيلِ فِي دَوْرَةٍ تَدْرِيبِيَّةٍ</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age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وَالعُمْرُ</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Course requested</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الدَّوْرَةُ المَطْلُوبَةُ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Certificates you hold</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الشَّهَادَاتُ الَّتِي لَدَيْكَ</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المَدْرَسَةُ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skills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مَهَارَتَانِ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Suitable days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الأَيَّامُ المُنَاسِبَةُ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Volunteering experience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خِبْرَةُ تَطَوُّعٍ</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this course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هٰذِهِ الدَّوْرَةَ؟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 a returning pronoun (ʿalayhā).</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Training-course application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Hamza Yusuf, fifteen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حَمْزَةُ يُوسُفُ، خَمْسَ عَشْرَةَ سَنَةً</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وَالعُمْرُ</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 aid</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الإِسْعَافَاتُ الأَوَّلِيَّةُ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الدَّوْرَةُ المَطْلُوبَةُ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swimming certificate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شَهَادَةٌ فِي السِّبَاحَةِ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الشَّهَادَاتُ الَّتِي لَدَيْكَ</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Madina School</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المَدِينَةِ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المَدْرَسَةُ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teamwork and organisation</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العَمَلُ الجَمَاعِيُّ وَالتَّنْظِيمُ</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مَهَارَتَانِ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Saturday and Sunday</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السَّبْتُ وَالأَحَدُ</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الأَيَّامُ المُنَاسِبَةُ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coaching children at the local club</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تَدْرِيبُ الأَطْفَالِ فِي نَادِي الحَيِّ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خِبْرَةُ تَطَوُّعٍ</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the certificate I’ll get is required to work as a lifeguard.</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أُرِيدُهَا لِأَنَّ الشَّهَادَةَ الَّتِي سَأَحْصُلُ عَلَيْهَا شَرْطٌ لِلْعَمَلِ مُنْقِذًا.</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هٰذِهِ الدَّوْرَةَ؟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applying for a course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التَّسْجِيلِ فِي دَوْرَةٍ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want to join a training course at a youth centre. Write a letter in Arabic of about 80–90 words. You must include: • which course you want and who you are • the certificates and skills you already have • a course or experience you had in the past • why you want this course, a question, and what you will do afterwards.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ʿindī / ladayya and a relative clause.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أُسَجِّلَ فِي دَوْرَةِ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register for the … course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شَهَادَةٌ فِي … وَأَنَا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a certificate in … and I am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حَضَرْتُ دَوْرَةً فِي … وَتَعَلَّمْتُ فِيهَا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attended a course in … and learnt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الدَّوْرَةِ سَأَتَطَوَّعُ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the course I will volunteer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Apply for a training course at a youth centre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تُرِيدُ أَنْ تُسَجِّلَ فِي دَوْرَةٍ تَدْرِيبِيَّةٍ. اكْتُبْ رِسَالَةً إِلَى مَرْكَزِ الشَّبَابِ (٨٠–٩٠ كَلِمَةً).</a:t>
            </a:r>
            <a:endParaRPr lang="ar-SA" sz="17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course; who you are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 دَوْرَةٍ تُرِيدُ؟ وَمَنْ أَنْتَ؟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Certificates and skills you have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الشَّهَادَاتُ وَالمَهَارَاتُ الَّتِي لَدَيْكَ؟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past course or experience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دَوْرَةً أَوْ خِبْرَةً سَابِقَةً.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a question; what you will do afterwards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تُرِيدُ الدَّوْرَةَ؟ اسْأَلْ سُؤَالًا، وَقُلْ مَاذَا سَتَفْعَلُ بَعْدَهَا.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director of the youth centre,</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مُدِيرِ مَرْكَزِ الشَّبَابِ،</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 I am … I want to register for the … course.</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اسْمِي ______ ، وَعُمْرِي ______ . أُرِيدُ أَنْ أُسَجِّلَ فِي دَوْرَةِ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a certificate in …, and I am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شَهَادَةٌ فِي ______ ، وَأَنَا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year I attended a course in …, and learnt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السَّنَةِ المَاضِيَةِ حَضَرْتُ دَوْرَةً فِي ______ ، وَتَعَلَّمْتُ فِيهَا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this course because … Is …? After the course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هٰذِهِ الدَّوْرَةَ لِأَنَّ ______ . هَلِ ______ ؟ بَعْدَ الدَّوْرَةِ سَأَ______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مُدِيرِ مَرْكَزِ الشَّبَابِ،</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أَنَا اسْمِي حَمْزَةُ، وَعُمْرِي خَمْسَ عَشْرَةَ سَنَةً. أُرِيدُ أَنْ أُسَجِّلَ فِي دَوْرَةِ الإِسْعَافَاتِ الأَوَّلِيَّةِ الَّتِي تُقَدِّمُونَهَا فِي الصَّيْفِ. عِنْدِي شَهَادَةٌ فِي السِّبَاحَةِ، وَأَنَا مُتَطَوِّعٌ فِي نَادِي الحَيِّ. فِي السَّنَةِ المَاضِيَةِ حَضَرْتُ دَوْرَةً قَصِيرَةً فِي القِيَادَةِ، وَتَعَلَّمْتُ فِيهَا العَمَلَ الجَمَاعِيَّ. أُرِيدُ هٰذِهِ الدَّوْرَةَ لِأَنِّي أُحِبُّ مُسَاعَدَةَ النَّاسِ، وَأُرِيدُ أَنْ أَعْمَلَ مُنْقِذًا. هَلِ الدَّوْرَةُ مَجَّانِيَّةٌ؟ وَمَتَى تَبْدَأُ؟ بَعْدَ الدَّوْرَةِ سَأَتَطَوَّعُ فِي المَسْبَحِ.</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حَمْزَةُ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director of the youth centre, my name is Hamza and I am fifteen. I want to register for the first-aid course you offer in the summer. I have a swimming certificate, and I volunteer at the local club. Last year I took a short leadership course and learnt teamwork. I want this course because I love helping people and want to work as a lifeguard. Is the course free? And when does it start? After the course I will volunteer at the pool. With thanks, Hamza.”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تُقَدِّمُونَهَا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عِنْدِي شَهَادَةٌ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حَضَرْتُ دَوْرَةً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سَأَتَطَوَّعُ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حَضْرَةَ مُدِيرِ مَرْكَزِ الشَّبَابِ المُحْتَرَمِ،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أَوَدُّ أَنْ أُسَجِّلَ فِي دَوْرَةِ الإِسْعَافَاتِ الأَوَّلِيَّةِ الَّتِي أَعْلَنْتُمْ عَنْهَا لِلصَّيْفِ القَادِمِ. لَدَيَّ شَهَادَةٌ مُتَقَدِّمَةٌ فِي السِّبَاحَةِ، كَمَا أَنَّنِي أَتَطَوَّعُ مُنْذُ سَنَتَيْنِ فِي نَادِي الحَيِّ لِتَدْرِيبِ الأَطْفَالِ. وَقَدْ حَضَرْتُ العَامَ المَاضِي دَوْرَةً فِي القِيَادَةِ، اكْتَسَبْتُ فِيهَا مَهَارَاتٍ أَعْتَمِدُ عَلَيْهَا يَوْمِيًّا، كَتَنْظِيمِ الفَرِيقِ وَحَلِّ المُشْكِلَاتِ. وَأَرْغَبُ فِي هٰذِهِ الدَّوْرَةِ لِأَنَّ الحُصُولَ عَلَيْهَا شَرْطٌ لِلْعَمَلِ مُنْقِذًا، وَهُوَ الهَدَفُ الَّذِي أَسْعَى إِلَيْهِ. وَأَرْجُو أَنْ تُخْبِرُونِي بِمَوَاعِيدِ الدَّوْرَةِ وَتَكْلِفَتِهَا. وَبَعْدَ أَنْ أُنْهِيَهَا، سَأَتَطَوَّعُ فِي المَسْبَحِ البَلَدِيِّ طُوالَ العُطْلَةِ.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خَالِصِ الشُّكْرِ،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حَمْزَةُ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Director, I would like to register for the first-aid course you announced for next summer. I hold an advanced swimming certificate, and I have volunteered for two years at the local club coaching children. Last year I attended a leadership course where I gained skills I rely on daily, such as organising a team and solving problems. I want this course because obtaining it is a requirement for working as a lifeguard — the goal I am working towards. Please tell me the course dates and cost. After finishing it, I will volunteer at the municipal pool all holiday. With sincere thanks, Hamza.”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أَعْلَنْتُمْ عَنْهَا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لَدَيَّ شَهَادَةٌ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أَعْتَمِدُ عَلَيْهَا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بَعْدَ أَنْ أُنْهِيَهَا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skills and qualifications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مَهَارَاتِي وَمُؤَهِّلَاتِي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Certificates you have · skills you are learning · a useful course or experience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الشَّهَادَاتُ الَّتِي لَدَيْكَ · المَهَارَاتُ الَّتِي تَتَعَلَّمُهَا · دَوْرَةٌ أَوْ تَجْرِبَةٌ مُفِيدَةٌ · رَأْيُكَ وَخِطَطُكَ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University or vocational training?</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الجَامِعَةُ أَمِ التَّدْرِيبُ المِهْنِيُّ؟</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traditional route · the advantages of each route · a real example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الطَّرِيقُ التَّقْلِيدِيُّ · مَزَايَا كُلِّ طَرِيقٍ · مِثَالٌ مِنَ الوَاقِعِ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certificates — ʿindī / ladayya shahādatun fī …; ataṭawwaʿu fī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skills — al-mahārāt allatī ataʿallamuhā …; anā munaẓẓam wa-ṣabūr.</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ḥaḍartu dawratan fī …; kānat ṣaʿba … lākinnī …; ḥaṣaltu ʿalā shahāda.</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baʿda an unhiya al-madrasa, sa- …; Stretch: ṣaḥīḥun anna … ghayra anna, idhā … fa-sa-.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عِنْدِي شَهَادَةٌ فِي السِّبَاحَةِ، وَأَتَطَوَّعُ فِي المَكْتَبَةِ.</a:t>
            </a:r>
            <a:endParaRPr lang="ar-SA" sz="22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have a swimming certificate, and I volunteer at the library.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حَضَرْتُ دَوْرَةً فِي البَرْمَجَةِ، وَحَصَلْتُ عَلَى شَهَادَةٍ.</a:t>
            </a:r>
            <a:endParaRPr lang="ar-SA" sz="24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took a coding course and got a certificate.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بَعْدَ أَنْ أُنْهِيَ المَدْرَسَةَ، سَأَدْرُسُ فِي الجَامِعَةِ.</a:t>
            </a:r>
            <a:endParaRPr lang="ar-SA" sz="24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after I finish school, I will study at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أَنَا فِي الصَّفِّ الحَادِي عَشَرَ، وَأُفَكِّرُ كَثِيرًا فِي مُسْتَقْبَلِي. عِنْدِي بَعْضُ الشَّهَادَاتِ: شَهَادَةٌ فِي السِّبَاحَةِ، وَشَهَادَةٌ فِي الإِسْعَافَاتِ الأَوَّلِيَّةِ. أَتَطَوَّعُ أَيْضًا فِي مَكْتَبَةِ الحَيِّ يَوْمَ السَّبْتِ، وَأُسَاعِدُ الأَطْفَالَ الصِّغَارَ عَلَى القِرَاءَةِ وَالكِتَابَةِ.</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المَهَارَاتُ الَّتِي أَتَعَلَّمُهَا فِي المَدْرَسَةِ مُفِيدَةٌ جِدًّا، مِثْلَ العَمَلِ الجَمَاعِيِّ وَالتَّقْدِيمِ أَمَامَ الصَّفِّ. أَنَا مُنَظَّمٌ وَصَبُورٌ، وَأُحِبُّ التَّوَاصُلَ مَعَ النَّاسِ. هٰذِهِ المَهَارَاتُ سَتُسَاعِدُنِي فِي العَمَلِ.</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الصَّيْفِ المَاضِي حَضَرْتُ دَوْرَةً فِي البَرْمَجَةِ لِمُدَّةِ أُسْبُوعَيْنِ. كَانَتِ الدَّوْرَةُ صَعْبَةً فِي البِدَايَةِ، لٰكِنِّي صَنَعْتُ لُعْبَةً صَغِيرَةً فِي النِّهَايَةِ، وَحَصَلْتُ عَلَى شَهَادَةٍ. كُنْتُ فَخُورًا جِدًّا، وَأَرَيْتُ اللُّعْبَةَ لِأُسْرَتِي.</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رَأْيِي، الشَّهَادَاتُ مُهِمَّةٌ، لٰكِنَّ المَهَارَاتِ وَالخِبْرَةَ أَهَمُّ. بَعْدَ أَنْ أُنْهِيَ المَدْرَسَةَ، سَأَدْرُسُ عُلُومَ الحَاسُوبِ فِي الجَامِعَةِ، وَسَأَتَدَرَّبُ فِي شَرِكَةٍ كَبِيرَةٍ فِي الصَّيْفِ، لِأَكْتَسِبَ الخِبْرَةَ.</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in Year 11 and think a lot about my future; I hold swimming and first-aid certificates and volunteer at the local library on Saturdays, helping young children read and write → school skills are very useful — teamwork, presenting; I’m organised and patient and like communicating; these skills will help me at work → last summer I did a two-week coding course: hard at first, but I made a small game and got a certificate; I was very proud and showed the game to my family → qualifications matter, but skills and experience matter more; after school I’ll study computer science and do summer training at a big company to gain experience.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عِنْدِي بَعْضُ الشَّهَادَاتِ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أَتَعَلَّمُهَا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حَصَلْتُ عَلَى شَهَادَةٍ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بَعْدَ أَنْ أُنْهِيَ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يُقَالُ إِنَّ الشَّهَادَةَ تَفْتَحُ البَابَ، أَمَّا المَهَارَاتُ فَهِيَ الَّتِي تُبْقِيكَ فِي الغُرْفَةِ. وَقَدْ أَدْرَكْتُ صِدْقَ هٰذِهِ العِبَارَةِ مُبَكِّرًا، فَحَرَصْتُ عَلَى أَنْ أَبْنِيَ مَهَارَاتِي خَارِجَ الفَصْلِ بِقَدْرِ مَا أَبْنِيهَا دَاخِلَهُ، بِالتَّطَوُّعِ وَالدَّوْرَاتِ القَصِيرَةِ.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لَدَيَّ اليَوْمَ شَهَادَتَانِ أَعْتَزُّ بِهِمَا: الأُولَى فِي الإِسْعَافَاتِ الأَوَّلِيَّةِ، وَالثَّانِيَةُ فِي البَرْمَجَةِ. غَيْرَ أَنَّ أَهَمَّ مَا تَعَلَّمْتُهُ لَمْ يَأْتِ مِنْ دَوْرَةٍ، بَلْ مِنْ تَطَوُّعِي فِي مُسْتَشْفَى الأَطْفَالِ؛ فَهُنَاكَ تَعَلَّمْتُ الصَّبْرَ، وَالاسْتِمَاعَ، وَالتَّصَرُّفَ بِهُدُوءٍ فِي المَوَاقِفِ الصَّعْبَةِ.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وَأَذْكُرُ يَوْمًا انْهَارَ فِيهِ طِفْلٌ بِالبُكَاءِ لِأَنَّهُ خَافَ مِنَ الإِبْرَةِ، فَجَلَسْتُ مَعَهُ وَحَكَيْتُ لَهُ قِصَّةً حَتَّى هَدَأَ، وَشَكَرَتْنِي المُمَرِّضَةُ أَمَامَ الجَمِيعِ، وَقَالَتْ إِنَّنِي سَأَكُونُ مُمَرِّضًا مُمْتَازًا. عِنْدَهَا عَرَفْتُ أَنَّ هٰذِهِ المَهَارَاتِ لَا تُدَرَّسُ فِي الكُتُبِ.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الشَّهَادَاتِ ضَرُورِيَّةٌ لِلْقَبُولِ فِي الجَامِعَةِ، غَيْرَ أَنَّ الخِبْرَةَ تَصْنَعُ الإِنْسَانَ. وَإِذَا قُبِلْتُ فِي كُلِّيَّةِ التَّمْرِيضِ كَمَا أَتَمَنَّى، فَسَأُوَاصِلُ التَّطَوُّعَ، لِأَنَّ التَّعَلُّمَ الحَقِيقِيَّ لَا يَتَوَقَّفُ أَبَدًا.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يُقَالُ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شَهَادَتَانِ أَعْتَزُّ بِهِمَا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يَأْتِ …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قُبِلْتُ … فَسَأُوَاصِلُ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university or vocational training?</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لِسَنَوَاتٍ طَوِيلَةٍ، كَانَتِ الجَامِعَةُ هِيَ الطَّرِيقَ الوَحِيدَ الَّذِي يَرَاهُ الأَهْلُ لِأَبْنَائِهِمْ المُتَفَوِّقِينَ. أَمَّا اليَوْمَ، فَيَتَسَاءَلُ كَثِيرٌ مِنَ الشَّبَابِ: هَلْ تَسْتَحِقُّ الشَّهَادَةُ الجَامِعِيَّةُ الوَقْتَ وَالمَالَ اللَّذَيْنِ تَتَطَلَّبُهُمَا؟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تَبْقَى الجَامِعَةُ ضَرُورِيَّةً لِمِهَنٍ كَالطِّبِّ وَالهَنْدَسَةِ وَالقَانُونِ، كَمَا أَنَّهَا تُنَمِّي التَّفْكِيرَ النَّقْدِيَّ وَالبَحْثَ. وَمِنْ نَاحِيَةٍ أُخْرَى، يُتِيحُ التَّدْرِيبُ المِهْنِيُّ لِلطَّالِبِ أَنْ يَكْسِبَ رَاتِبًا وَهُوَ يَتَعَلَّمُ، مِمَّا يُجَنِّبُهُ دُيُونًا قَدْ تُلَاحِقُهُ سَنَوَاتٍ، وَيَمْنَحُهُ خِبْرَةً عَمَلِيَّةً يَطْلُبُهَا أَصْحَابُ العَمَلِ.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الطَّرِيقَيْنِ فِي أُسْرَتِي؛ فَأَخِي الأَكْبَرُ تَخَرَّجَ فِي الجَامِعَةِ بِشَهَادَةٍ فِي التَّارِيخِ، وَظَلَّ عَامًا كَامِلًا يَبْحَثُ عَنْ عَمَلٍ مُنَاسِبٍ دُونَ جَدْوَى، بَيْنَمَا اخْتَارَ ابْنُ عَمِّي تَدْرِيبًا فِي الكَهْرَبَاءِ، فَأَصْبَحَ اليَوْمَ يُدِيرُ شَرِكَتَهُ الصَّغِيرَةَ، وَيُوَظِّفُ ثَلَاثَةَ عُمَّالٍ.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لِكُلِّ طَرِيقٍ مَزَايَاهُ وَعُيُوبَهُ، غَيْرَ أَنَّ الخَطَأَ أَنْ نَعْتَبِرَ أَحَدَهُمَا أَفْضَلَ دَائِمًا. وَلَوْ عَامَلَ المُجْتَمَعُ التَّدْرِيبَ المِهْنِيَّ بِالاحْتِرَامِ نَفْسِهِ، لَاخْتَارَ كُلُّ شَابٍّ الطَّرِيقَ الَّذِي يُنَاسِبُ مَوَاهِبَهُ وَأَحْلَامَهُ حَقًّا.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اللَّذَيْنِ تَتَطَلَّبُهُمَا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وَهُوَ يَتَعَلَّمُ</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اخْتَارَ</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عَامَلَ … لَاخْتَارَ</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verbal nouns for skills.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ʿindī / ladayya + nominative, and a relative clause.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baʿda an + subjunctive.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TD-L06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TD-L05 · Writing Workshop — Training, Qualifications and Skills</dc:title>
  <dc:subject>PptxGenJS Presentation</dc:subject>
  <dc:creator>Al Madina Online School · Arabic Department</dc:creator>
  <cp:lastModifiedBy>Al Madina Online School · Arabic Department</cp:lastModifiedBy>
  <cp:revision>1</cp:revision>
  <dcterms:created xsi:type="dcterms:W3CDTF">2026-10-11T13:44:13Z</dcterms:created>
  <dcterms:modified xsi:type="dcterms:W3CDTF">2026-10-11T13:44:13Z</dcterms:modified>
</cp:coreProperties>
</file>