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8 (Personal Qualities and Professional Skills, TD-L08), using that lesson’s language (adjective agreement (m. · f. · pl.: ṣabūr · ṣabūra · ṣubur); relative clauses (al-mumarriḍ alladhī yaḥtāju ilā …); reasons with li-anna / li-annahu / li-annahā).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adjectives agree: أَنَا مُنَظَّمٌ / أَنَا مُنَظَّمَةٌ · أُخْتِي مُبْدِعَةٌ · زُمَلَائِي مُتَعَاوِنُونَ. Noun for the quality: الصَّبْرُ · الدِّقَّةُ · الإِبْدَاعُ. Note: صَبُورٌ is often the same for m. and 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المُمَرِّضُ يَحْتَاجُ إِلَى الصَّبْرِ · الوَظِيفَةُ الَّتِي تُنَاسِبُنِي … · الأَشْخَاصُ الَّذِينَ يُحِبُّونَ … Evidence: أَنَا مُنَظَّمٌ، فَمَثَلًا أَكْتُبُ جَدْوَلًا لِكُلِّ أُسْبُوعٍ.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school prefect application.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· مُشْرِفَةً · صِفِي نَفْسَكِ · ضَعْفِكِ · مَسْؤُولَةٌ وَمُنَظَّمَةٌ · خَجُولَةٌ · لَطِيفَةٌ وَمُتَعَاوِنَةٌ.
Core: adjectives that agree with the speaker (m. / f.), a verbal noun (musāʿada), kam yawman, yaqūlūna innī + adjective.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 careers quiz.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قُوَّتِكِ · أَعْطِينِي · تُنَاسِبُكِ · مُبْدِعَةٌ وَصَبُورٌ.
Core+: adjective agreement, fa-mathalan evidence, the CANDIDATE asks with allatī … ilayhā, ʿindī + noun vs aḥtāju ilā, a superlative (aqwā ṣifatin).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team-project review.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أَصْبَحْتِ القَائِدَةَ · مُنَظَّمَةٌ · تُرِيدِينَ · أَعَدْتِ.
Develop: li-annahu vs li-annahā by person, fa-mathalan + kuntu + present, a dual (ʿuḍwān, ilayhimā), allatī + returning pronoun, li-dhālika sa-,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leadership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غَيَّرَكِ · خَجُولَةً · اسْتَطَعْتِ.
Stretch: passives (yūladu, yuṣnaʿu, tutaʿallamu), a plural adjective in the accusative (wāthiqīna), kuntu vs ammā … fa-, khamsimiʾati ṭālibin, allatī + verb, qabla an, a concession with lā … wa-lā, law … la-.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relative clause and evidence.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TD-L08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TD-L08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Personal Qualities and Professional Skills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الصِّفَاتُ وَالمَهَارَاتُ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describe your strengths and weaknesses with adjectives that agree, match qualities to jobs with relative clauses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المُعَلِّمُ الَّذِي يَحْتَاجُ إِلَى الصَّبْرِ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), and back up every claim with evidence (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 · </a:t>
            </a:r>
            <a:pPr algn="l" indent="0" marL="0">
              <a:buNone/>
            </a:pPr>
            <a:r>
              <a:rPr lang="ar-SA" altLang="en-US" sz="180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فَمَثَلًا</a:t>
            </a:r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…).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TD-L08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QUALITIES (M. · F. · NOUN)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Patient, organised, creative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الصِّفَاتُ الشَّخْصِيَّةُ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patience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patient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ṣa-bū-run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patience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الصَّبْرُ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صَبُورَةٌ · صَبُورٌ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70444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pl. · organisation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مُنَظَّمٌ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organised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mu-naẓ-ẓa-mun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organisation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التَّنْظِيمُ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مُنَظَّمُونَ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مُنَظَّمَةٌ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1455725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145572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responsibility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مَسْؤُولٌ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responsible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mas-ʾū-lun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responsibility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المَسْؤُولِيَّةُ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مَسْؤُولَةٌ</a:t>
            </a:r>
            <a:endParaRPr lang="ar-SA" sz="150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creativity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مُبْدِعٌ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creative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mub-di-ʿun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creativity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الإِبْدَاعُ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مُبْدِعَةٌ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9" name="Shape 76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81" name="Shape 78"/>
          <p:cNvSpPr/>
          <p:nvPr/>
        </p:nvSpPr>
        <p:spPr>
          <a:xfrm>
            <a:off x="4782312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4782312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shy</a:t>
            </a:r>
            <a:endParaRPr lang="en-US" sz="800" dirty="0"/>
          </a:p>
        </p:txBody>
      </p:sp>
      <p:sp>
        <p:nvSpPr>
          <p:cNvPr id="83" name="Shape 80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5" name="Text 82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اجْتِمَاعِيٌّ</a:t>
            </a:r>
            <a:endParaRPr lang="ar-SA" sz="3000" dirty="0"/>
          </a:p>
        </p:txBody>
      </p:sp>
      <p:sp>
        <p:nvSpPr>
          <p:cNvPr id="86" name="Text 83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sociable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aj-ti-mā-ʿiy-yun</a:t>
            </a:r>
            <a:endParaRPr lang="en-US" sz="1350" dirty="0"/>
          </a:p>
        </p:txBody>
      </p:sp>
      <p:sp>
        <p:nvSpPr>
          <p:cNvPr id="87" name="Shape 84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shy</a:t>
            </a:r>
            <a:endParaRPr lang="en-US" sz="750" dirty="0"/>
          </a:p>
        </p:txBody>
      </p:sp>
      <p:sp>
        <p:nvSpPr>
          <p:cNvPr id="89" name="Text 86"/>
          <p:cNvSpPr txBox="1"/>
          <p:nvPr/>
        </p:nvSpPr>
        <p:spPr>
          <a:xfrm>
            <a:off x="6190488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خَجُولٌ · خَجُولَةٌ</a:t>
            </a:r>
            <a:endParaRPr lang="ar-SA" sz="150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اجْتِمَاعِيَّةٌ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precision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دَقِيقٌ</a:t>
            </a:r>
            <a:endParaRPr lang="ar-SA" sz="300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precise, careful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da-qī-qun</a:t>
            </a:r>
            <a:endParaRPr lang="en-US" sz="1350" dirty="0"/>
          </a:p>
        </p:txBody>
      </p:sp>
      <p:sp>
        <p:nvSpPr>
          <p:cNvPr id="102" name="Shape 99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precision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الدِّقَّةُ</a:t>
            </a:r>
            <a:endParaRPr lang="ar-SA" sz="1350" dirty="0"/>
          </a:p>
        </p:txBody>
      </p:sp>
      <p:sp>
        <p:nvSpPr>
          <p:cNvPr id="105" name="Shape 102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6" name="Text 103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107" name="Text 104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دَقِيقَةٌ</a:t>
            </a:r>
            <a:endParaRPr lang="ar-SA" sz="1500" dirty="0"/>
          </a:p>
        </p:txBody>
      </p:sp>
      <p:sp>
        <p:nvSpPr>
          <p:cNvPr id="108" name="Text 10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MATCHING QUALITIES TO JOBS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 job that needs …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المِهْنَةُ الَّتِي تَحْتَاجُ إِلَى …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08265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0826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teamwork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مُتَعَاوِنٌ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cooperative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mu-ta-ʿā-wi-nun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teamwork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الجَمَاعِيُّ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مُتَعَاوِنَةٌ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 · confidence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وَاثِقٌ مِنْ نَفْسِهِ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self-confident (m.)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wā-thi-qun min naf-si-hi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confidence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الثِّقَةُ بِالنَّفْسِ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وَاثِقَةٌ مِنْ نَفْسِهَا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1269187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126918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 · a weakness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نُقْطَةُ قُوَّةٍ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strength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nuq-ṭa-tu quw-wa-tin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 weakness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نُقْطَةُ ضَعْفٍ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نِقَاطُ القُوَّةِ</a:t>
            </a:r>
            <a:endParaRPr lang="ar-SA" sz="150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verb + ilā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يَحْتَاجُ إِلَى …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needs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yaḥ-tā-ju i-lā …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job needs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تَحْتَاجُ الوَظِيفَةُ إِلَى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تَحْتَاجُ إِلَى</a:t>
            </a:r>
            <a:endParaRPr lang="ar-SA" sz="150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relatives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الَّذِي · الَّتِي · الَّذِينَ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who (m. · f. · pl.)</a:t>
            </a:r>
            <a:endParaRPr lang="en-US" sz="1350" dirty="0"/>
          </a:p>
          <a:p>
            <a:pPr indent="0" marL="0">
              <a:buNone/>
            </a:pPr>
            <a:r>
              <a:rPr lang="ar-SA" sz="1100" i="1" dirty="0">
                <a:solidFill>
                  <a:srgbClr val="5A6472"/>
                </a:solidFill>
                <a:latin typeface="Calibri" pitchFamily="34" charset="0"/>
                <a:ea typeface="Amiri" pitchFamily="2" charset="-78"/>
                <a:cs typeface="Amiri" pitchFamily="2" charset="-78"/>
              </a:rPr>
              <a:t>al-َ-dhī · al-َ-tī · al-َ-dhī-na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nurses who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المُمَرِّضَاتُ اللَّوَاتِي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doctor who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الطَّبِيبُ الَّذِي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evidence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· لِأَنَّهُ · لِأَنَّهَا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because I · he · she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li-ʾan-nī · li-ʾan-na-hu · li-ʾan-na-hā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 proof is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وَالدَّلِيلُ أَنَّ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for example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فَمَثَلًا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SCHOOL PREFECT APPLICATION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Applying to be a prefect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طَلَبُ أَنْ أَكُونَ مُشْرِفًا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أُحِبُّ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reason.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تَكُونَ مُشْرِفًا؟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qualities.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 بِكَلِمَتَيْنِ.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 أَنَا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one weakness.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نُقْطَةُ ضَعْفِكَ؟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…؟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many days.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المُشْرِفُ يَعْمَلُ فِي الاسْتِرَاحَةِ.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يَقُولُونَ إِنِّي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 أَصْدِقَائِكَ فِيكَ؟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the head of year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 CAREERS QUIZ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Which job suits me?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وَظِيفَةٍ تُنَاسِبُنِي؟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strengths.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نِقَاطُ قُوَّتِكَ؟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فَمَثَلًا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evidence.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مِثَالًا.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what qualities a teacher needs.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تُنَاسِبُكَ مِهْنَةُ المُعَلِّمِ.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… لٰكِنِّي أَحْتَاجُ إِلَى …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which you have and which you lack.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الصَّبْرُ وَالتَّنْظِيمُ وَالثِّقَةُ.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تُنَاسِبُنِي أَكْثَرَ لِأَنَّ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(compare).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عَنْ مِهْنَةِ المُصَمِّمِ؟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careers adviser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TEAM-PROJECT REVIEW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Who does what in our team?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تَوْزِيعُ الأَدْوَارِ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اخْتَرْنَا … لِأَنَّهَا … وَ… لِأَنَّهُ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with qualities (past).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وَزَّعْتُمُ الأَدْوَارَ فِي الفَرِيقِ؟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… فَمَثَلًا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Justify with evidence.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وَأَنْتَ، لِمَاذَا أَصْبَحْتَ القَائِدَ؟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اخْتَلَفَ … فَاسْتَمَعْتُ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problem and the quality that solved it.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وَاجَهْتُمْ مُشْكِلَةً؟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الصِّفَةُ الَّتِي … لِذٰلِكَ سَأُحَدِّدُ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it with a reason and a plan.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الصِّفَةُ الَّتِي تُرِيدُ أَنْ تُطَوِّرَهَا؟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أَعَدْتُهُ، لَطَلَبْتُ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أَعَدْتَ المَشْرُوعَ، مَاذَا تُغَيِّرُ؟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the team leader  ·  The examiner is: your teacher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LEADERSHIP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Are leaders born or made?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يُولَدُ القَائِدُ أَمْ يُصْنَعُ؟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balanced view.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القِيَادَةُ مَوْهِبَةٌ أَمْ مَهَارَةٌ تُتَعَلَّمُ؟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فَأُقَدِّمُ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own example (past → present).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المُعَلِّمَةُ الَّتِي … فَقَدْ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Explain the cause with a relative clause.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غَيَّرَكَ؟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qualify.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أَلَيْسَتِ الصِّفَاتُ أَهَمَّ مِنَ الشَّهَادَاتِ؟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لَاخْتَرْتُ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تَكْتَسِبَ صِفَةً وَاحِدَةً فَوْرًا، مَاذَا تَخْتَارُ؟</a:t>
            </a:r>
            <a:endParaRPr lang="ar-SA" sz="16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leadership-award nominee  ·  The examiner is: the award panel chair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described themselves with two qualities that agree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matched a quality to a job with a relative clause and evidence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أُحِبُّ مُسَاعَدَةَ الطُّلَّابِ الصِّغَارِ.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 like helping younger students.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تُرِيدُ أَنْ تَكُونَ مُشْرِفًا؟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مَسْؤُولٌ وَمُنَظَّمٌ.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responsible and organised.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نَفْسَكَ بِكَلِمَتَيْنِ.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 أَنَا خَجُولٌ قَلِيلًا.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Sometimes I am a bit shy.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نُقْطَةُ ضَعْفِكَ؟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يَوْمًا فِي الأُسْبُوعِ؟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days a week?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المُشْرِفُ يَعْمَلُ فِي الاسْتِرَاحَةِ.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يَقُولُونَ إِنِّي لَطِيفٌ وَمُتَعَاوِنٌ.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say I am kind and cooperative.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 أَصْدِقَائِكَ فِيكَ؟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مُبْدِعٌ وَصَبُورٌ.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creative and patient.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نِقَاطُ قُوَّتِكَ؟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فَمَثَلًا أَرْسُمُ كُلَّ يَوْمٍ، وَأُعَلِّمُ أَخِي الصَّغِيرَ القِرَاءَةَ.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For example, I draw every day and teach my little brother to read.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أَعْطِنِي مِثَالًا.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يَحْتَاجُ إِلَيْهَا المُعَلِّمُ؟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qualities does a teacher need?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تُنَاسِبُكَ مِهْنَةُ المُعَلِّمِ.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عِنْدِي الصَّبْرُ، لٰكِنِّي أَحْتَاجُ إِلَى ثِقَةٍ أَكْبَرَ عِنْدَمَا أَتَكَلَّمُ أَمَامَ النَّاسِ.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have patience, but I need more confidence when I speak in public.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الصَّبْرُ وَالتَّنْظِيمُ وَالثِّقَةُ.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رُبَّمَا تُنَاسِبُنِي أَكْثَرَ، لِأَنَّ المُصَمِّمَ يَحْتَاجُ إِلَى الإِبْدَاعِ، وَهِيَ أَقْوَى صِفَةٍ عِنْدِي.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might suit me more, because designers need creativity, my strongest quality.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وَمَاذَا عَنْ مِهْنَةِ المُصَمِّمِ؟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اخْتَرْنَا سَارَةَ لِلتَّصْمِيمِ لِأَنَّهَا مُبْدِعَةٌ، وَعُمَرَ لِلْحِسَابَاتِ لِأَنَّهُ دَقِيقٌ جِدًّا.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 chose Sara for design because she is creative, and Omar for the calculations because he is very precise.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وَزَّعْتُمُ الأَدْوَارَ فِي الفَرِيقِ؟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لِأَنِّي مُنَظَّمٌ وَأُحِبُّ المَسْؤُولِيَّةَ؛ فَمَثَلًا صَنَعْتُ جَدْوَلًا لِلْمَهَامِّ، وَكُنْتُ أُذَكِّرُ الجَمِيعَ بِالمَوَاعِيدِ.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organised and like responsibility — I made a task chart and reminded everyone of deadlines.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وَأَنْتَ، لِمَاذَا أَصْبَحْتَ القَائِدَ؟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اخْتَلَفَ عُضْوَانِ فِي الفَرِيقِ، فَاسْتَمَعْتُ إِلَيْهِمَا بِصَبْرٍ، ثُمَّ جَمَعْنَا الفِكْرَتَيْنِ مَعًا.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two members disagreed; I listened patiently, then we combined both ideas.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وَاجَهْتُمْ مُشْكِلَةً؟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الصِّفَةُ الَّتِي أُرِيدُ أَنْ أُطَوِّرَهَا هِيَ الحَزْمُ، لِأَنِّي أَتْرُكُ النَّاسَ يَتَأَخَّرُونَ، لِذٰلِكَ سَأُحَدِّدُ مَوَاعِيدَ وَاضِحَةً.</a:t>
            </a:r>
            <a:endParaRPr lang="ar-SA" sz="15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Firmness — I let people be late, so I’ll set clear deadlines.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الصِّفَةُ الَّتِي تُرِيدُ أَنْ تُطَوِّرَهَا؟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أَعَدْتُهُ، لَطَلَبْتُ مِنْ كُلِّ عُضْوٍ أَنْ يَخْتَارَ دَوْرَهُ بِنَفْسِهِ، لِأَنَّ النَّاسَ يَعْمَلُونَ أَفْضَلَ فِيمَا يُحِبُّونَ.</a:t>
            </a:r>
            <a:endParaRPr lang="ar-SA" sz="165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did it again, I’d let each member choose their role, because people work better at what they love.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أَعَدْتَ المَشْرُوعَ، مَاذَا تُغَيِّرُ؟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يُولَدُ بَعْضُ النَّاسِ وَاثِقِينَ وَاجْتِمَاعِيِّينَ، وَمِنْ نَاحِيَةٍ أُخْرَى، يُمْكِنُ تَعَلُّمُ مَهَارَاتِ القِيَادَةِ بِالتَّدْرِيبِ وَالتَّجْرِبَةِ.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 are born confident and sociable, but leadership skills can be learnt through training and experience.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القِيَادَةُ مَوْهِبَةٌ أَمْ مَهَارَةٌ تُتَعَلَّمُ؟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خَجُولًا جِدًّا فِي الابْتِدَائِيَّةِ، أَمَّا الآنَ فَأُقَدِّمُ الاجْتِمَاعَاتِ الصَّبَاحِيَّةَ أَمَامَ خَمْسِمِئَةِ طَالِبٍ.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very shy in primary; now I present assemblies to five hundred students.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وَأَنْتَ؟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المُعَلِّمَةُ الَّتِي شَجَّعَتْنِي عَلَى الانْضِمَامِ إِلَى نَادِي المُنَاظَرَاتِ؛ فَقَدْ آمَنَتْ بِي قَبْلَ أَنْ أُؤْمِنَ بِنَفْسِي.</a:t>
            </a:r>
            <a:endParaRPr lang="ar-SA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teacher who encouraged me to join the debate club — she believed in me before I believed in myself.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الَّذِي غَيَّرَكَ؟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الشَّهَادَةَ وَحْدَهَا لَا تَكْفِي، غَيْرَ أَنَّ الصِّفَاتِ الجَيِّدَةَ بِلَا مَعْرِفَةٍ لَا تَبْنِي جِسْرًا وَلَا تُعَالِجُ مَرِيضًا.</a:t>
            </a:r>
            <a:endParaRPr lang="ar-SA" sz="145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 certificate alone isn’t enough, but good qualities without knowledge can’t build a bridge or treat a patient.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أَلَيْسَتِ الصِّفَاتُ أَهَمَّ مِنَ الشَّهَادَاتِ؟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اسْتَطَعْتُ، لَاخْتَرْتُ الصَّبْرَ، لِأَنَّهُ الصِّفَةُ الَّتِي تَجْعَلُ كُلَّ الصِّفَاتِ الأُخْرَى تَنْمُو.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Patience — the quality that lets all the others grow.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لَوِ اسْتَطَعْتَ أَنْ تَكْتَسِبَ صِفَةً وَاحِدَةً فَوْرًا، مَاذَا تَخْتَارُ؟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balance, a personal transformation, cause with a relative clause, a qualified concession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شَخْصِيَّتِي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وَ…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personality.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نُقْطَةُ قُوَّتِي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strength?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نُقْطَةُ قُوَّتِكَ؟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 أَنَا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weakness?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نُقْطَةُ ضَعْفِكَ؟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صَدِيقِي … / صَدِيقَتِي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your best friend.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صَدِيقَكَ المُفَضَّلَ.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لِأَنِّي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like working in a team?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العَمَلَ فِي فَرِيقٍ؟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الصِّفَاتُ وَالمِهَنُ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يَحْتَاجُ الطَّبِيبُ إِلَى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qualities does a doctor need?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يَحْتَاجُ إِلَيْهَا الطَّبِيبُ؟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… فَمَثَلًا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example of a positive quality you have.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 مِثَالًا عَلَى صِفَةٍ إِيجَابِيَّةٍ عِنْدَكَ.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أُعْجَبُ بِجَدَّتِي الَّتِي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someone whose qualities you admire.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تُعْجِبُكَ صِفَاتُهُ.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فَأَصْبَحْتُ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Has your personality changed?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شَخْصِيَّتُكَ؟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تُنَاسِبُنِي … لِأَنِّي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job suits your personality?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وَظِيفَةٍ تُنَاسِبُ شَخْصِيَّتَكَ؟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agreement, allatī / alladhī with a verb, and evidence (fa-mathalan).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الشَّخْصِيَّةُ وَالنَّجَاحُ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personality more important than qualifications at work?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الشَّخْصِيَّةُ أَهَمُّ مِنَ الشَّهَادَاتِ فِي العَمَلِ؟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بِدَلِيلِ أَنَّ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Can people change their personality?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يُغَيِّرَ الإِنْسَانُ شَخْصِيَّتَهُ؟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Are introverts less successful at work?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الانْطِوَائِيُّونَ أَقَلُّ نَجَاحًا فِي العَمَلِ؟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سَيَحْتَاجُونَ إِلَى … لِأَنَّ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qualities will future workers need?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سَيَحْتَاجُ إِلَيْهَا عُمَّالُ المُسْتَقْبَلِ؟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مُدِيرًا، لَاخْتَرْتُ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were a manager, which employee would you choose?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مُدِيرًا، أَيَّ مُوَظَّفٍ تَخْتَارُ؟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concession, bi-dalīli anna, a balanced view, a future relative clause and law … la- with lā contrast.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اجْتِمَاعِيٌّ وَمُتَعَاوِنٌ.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sociable and cooperative.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شَخْصِيَّتَكَ.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نُقْطَةُ قُوَّتِي التَّنْظِيمُ.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strength is organisation.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نُقْطَةُ قُوَّتِكَ؟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أَحْيَانًا أَنَا كَسُولٌ فِي الصَّبَاحِ!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Sometimes I’m lazy in the morning!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نُقْطَةُ ضَعْفِكَ؟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صَدِيقَتِي مَرَحَةٌ وَصَادِقَةٌ.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friend (f.) is fun and honest.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صَدِيقَكَ المُفَضَّلَ.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لِأَنِّي أَتَعَلَّمُ مِنَ الآخَرِينَ.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because I learn from others.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العَمَلَ فِي فَرِيقٍ؟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adjectives that agree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يَحْتَاجُ الطَّبِيبُ إِلَى الدِّقَّةِ وَالهُدُوءِ، لِأَنَّ خَطَأً صَغِيرًا قَدْ يَكُونُ خَطِيرًا جِدًّا.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Precision and calm, because a small mistake can be very dangerous.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يَحْتَاجُ إِلَيْهَا الطَّبِيبُ؟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مَسْؤُولٌ؛ فَمَثَلًا أَعْتَنِي بِأَخِي الصَّغِيرِ بَعْدَ المَدْرَسَةِ حَتَّى يَعُودَ وَالِدَايَ مِنَ العَمَلِ.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responsible: I look after my little brother after school until my parents get home.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أَعْطِ مِثَالًا عَلَى صِفَةٍ إِيجَابِيَّةٍ عِنْدَكَ.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أُعْجَبُ بِجَدَّتِي الَّتِي رَبَّتْ سِتَّةَ أَطْفَالٍ وَعَمِلَتْ فِي الوَقْتِ نَفْسِهِ، لِأَنَّهَا قَوِيَّةٌ وَصَبُورَةٌ.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grandmother, who raised six children while working — she is strong and patient.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شَخْصًا تُعْجِبُكَ صِفَاتُهُ.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عَصَبِيًّا وَأَنَا صَغِيرٌ، أَمَّا الآنَ فَأَصْبَحْتُ أَهْدَأَ بِفَضْلِ الرِّيَاضَةِ.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was short-tempered as a child; now I’m calmer thanks to sport.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تَغَيَّرَتْ شَخْصِيَّتُكَ؟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تُنَاسِبُنِي وَظِيفَةُ المُهَنْدِسِ، لِأَنِّي دَقِيقٌ، وَأُحِبُّ حَلَّ المُشْكِلَاتِ.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Engineering — I’m precise and love solving problems.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وَظِيفَةٍ تُنَاسِبُ شَخْصِيَّتَكَ؟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Agreement + relative clause + evidence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الشَّهَادَاتِ تَفْتَحُ البَابَ، غَيْرَ أَنَّ الصِّفَاتِ كَالأَمَانَةِ وَالتَّعَاوُنِ هِيَ الَّتِي تَجْعَلُكَ تَبْقَى وَتَتَقَدَّمُ.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Qualifications open the door, but qualities like honesty and cooperation keep you there and help you progress.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الشَّخْصِيَّةُ أَهَمُّ مِنَ الشَّهَادَاتِ فِي العَمَلِ؟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أَنَّهُ يَسْتَطِيعُ أَنْ يُطَوِّرَهَا، بِدَلِيلِ أَنَّ أَخِي الخَجُولَ أَصْبَحَ مُعَلِّمًا يَتَكَلَّمُ أَمَامَ الصَّفِّ كُلَّ يَوْمٍ.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 can develop it — my shy brother became a teacher who speaks to a class every 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 أَنْ يُغَيِّرَ الإِنْسَانُ شَخْصِيَّتَهُ؟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قَدْ يَجِدُونَ الاجْتِمَاعَاتِ صَعْبَةً، وَمِنْ نَاحِيَةٍ أُخْرَى، يَتَمَيَّزُونَ بِالتَّرْكِيزِ وَالاسْتِمَاعِ الجَيِّدِ.</a:t>
            </a:r>
            <a:endParaRPr lang="ar-SA" sz="16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may find meetings hard, but they stand out for focus and good listening.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الانْطِوَائِيُّونَ أَقَلُّ نَجَاحًا فِي العَمَلِ؟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evidence, balance and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سَيَحْتَاجُونَ إِلَى المُرُونَةِ وَحُبِّ التَّعَلُّمِ، لِأَنَّ الآلَاتِ سَتَقُومُ بِالأَعْمَالِ المُتَكَرِّرَةِ.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Flexibility and a love of learning, because machines will do repetitive work.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الصِّفَاتُ الَّتِي سَيَحْتَاجُ إِلَيْهَا عُمَّالُ المُسْتَقْبَلِ؟</a:t>
            </a:r>
            <a:endParaRPr lang="ar-SA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مُدِيرًا، لَاخْتَرْتُ المُوَظَّفَ الَّذِي يَعْتَرِفُ بِأَخْطَائِهِ وَيَتَعَلَّمُ مِنْهَا، لَا الَّذِي يَدَّعِي أَنَّهُ لَا يُخْطِئُ.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one who admits mistakes and learns from them, not one who claims never to err.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كُنْتَ مُدِيرًا، أَيَّ مُوَظَّفٍ تَخْتَارُ؟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evidence, balance and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TD-L08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TD-L08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described myself with qualities that agree (m. / f.).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strength and a weakness.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matched qualities to a job with alladhī / allatī.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evidence with fa-mathalan.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balanced view,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TD-L08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TD-L08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TD-L08 · Speaking Workshop — Personal Qualities and Professional Skills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2026-10-11T13:55:27Z</dcterms:created>
  <dcterms:modified xsi:type="dcterms:W3CDTF">2026-10-11T13:55:27Z</dcterms:modified>
</cp:coreProperties>
</file>