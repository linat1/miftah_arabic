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6 (Jobs and Professions, TD-L06), using that lesson’s language (job nouns in m. / f. / pl. (ṭabīb · ṭabība · aṭibbāʾ); active participles (muhandis, mudarris, ʿāmil); nisba nouns (ṣaḥafiyy, mīkānīkiyy); agreement).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most job nouns add ـة for the feminine: مُهَنْدِسٌ → مُهَنْدِسَةٌ. Sound plurals: مُهَنْدِسُونَ · مُهَنْدِسَاتٌ. Broken plurals: أَطِبَّاءُ · طُهَاةٌ. أَبِي مُهَنْدِسٌ · أُمِّي طَبِيبَةٌ.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verb and adjective agree with the worker: تَعْمَلُ المُمَرِّضَةُ فِي المُسْتَشْفَى · عَمَلُهَا مُتْعِبٌ (عَمَل is m.) · الوَظِيفَةُ مُتْعِبَةٌ (f.). Pros and cons: مِنْ مَزَايَاهَا … وَمِنْ عُيُوبِهَا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meeting a new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أَبُوكِ · أُمُّكِ · تُرِيدِينَ · مُبَرْمِجَةً.
Core: nominal sentences (abī muhandis · ummī ṭabība), yaʿmalu / taʿmalu fī agreement, akūna + accusative (mubarmijan / mubarmijatan).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careers quiz.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دَوْرُكِ · شَخْصُكِ · رَأْيِكِ.
Core+: yaʿmalu vs taʿmalu, yuḥaḍḍiru li-, tudāfiʿu ʿan, the CANDIDATE asks (task 4), a superlative (aṣʿabu mihnatin), sāʿāt al-ʿamal ṭawīla (non-human pl.).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school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زِيَارَتِكِ · تُفَضِّلِينَ · سَتَعْمَلِينَ · طَبِيبَةَ أَطْفَالٍ.
Develop: mundhu matā + taʿmalīna (addressing a woman), min mazāyāhu … wa-min ʿuyūbihi, a mixed plural (aṭibbāʾa wa-mumarriḍātin yaʿmalūna), comparatives, idhā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careers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تَعْرِفِينَ · عَمِلْتِ · تَخْتَارِينَ · رَائِدَةَ فَضَاءٍ.
Stretch: a balanced view with man + mahmā, a concession with lā (not a reason), kāna + accusative job noun, thumma … fa- … lākinna, min al-mutawaqqaʿ an + bi-sababi + baynamā,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duties,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Jobs and Professions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الوَظَائِفُ وَالمِهَنُ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name jobs in the masculine, feminine and plural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أَطِبَّاءُ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say what people do and where they work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تُسَاعِدُ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and compare the advantages and disadvantages of jobs.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JOBS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Doctor, engineer, teacher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المِهَنُ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doctor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ṭa-bī-bun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أَطِبَّاءُ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مُهَنْدِسٌ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engineer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mu-han-di-sun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مُهَنْدِسُونَ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مُهَنْدِسَةٌ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· مُدَرِّسٌ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teacher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mu-ʿal-li-mun · mu-dar-ri-sun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مُعَلِّمُونَ · مُعَلِّمَاتٌ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مُعَلِّمَةٌ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مُمَرِّضٌ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nurse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mu-mar-ri-ḍun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مُمَرِّضُونَ · مُمَرِّضَاتٌ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مُمَرِّضَةٌ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f. · 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مُحَامٍ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lawyer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mu-ḥā-min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مُحَامُونَ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مُحَامِيَةٌ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المُحَامِي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صَحَفِيٌّ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journalist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ṣa-ḥa-fiy-yun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صَحَفِيُّونَ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صَحَفِيَّةٌ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DESCRIBING JOBS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Where, what, pros and cons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وَصْفُ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طَبَّاخٌ · طَاهٍ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cook · a chef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ṭab-bā-khun · ṭā-hin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طُهَاةٌ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طَبَّاخَةٌ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مُبَرْمِجٌ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programmer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mu-bar-mi-jun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مُبَرْمِجُونَ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مُبَرْمِجَةٌ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works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yaʿ-ma-lu fī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work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يَعْمَلُونَ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تَعْمَلُ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high · low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رَاتِبٌ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salary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rā-ti-bun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high · low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مُرْتَفِعٌ · مُنْخَفِضٌ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رَوَاتِبُ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مِيزَةٌ · عَيْبٌ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advantage · a disadvantage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mī-za-tun · ʿay-bun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مَزَايَا · عُيُوبٌ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dangerous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مُتْعِبٌ · مُرِيحٌ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tiring · comfortable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mut-ʿi-bun · mu-rī-ḥun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dangerous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خَطِيرٌ · خَطِيرَةٌ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مُتْعِبَةٌ · مُرِيحَةٌ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MEETING A NEW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What do your parents do?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وَالِدَاكَ؟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father’s job.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أَبُوكَ؟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he works.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mother’s job.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وَأُمُّكَ؟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she teaches.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مُعَلِّمَةٌ.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friend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CAREERS QUIZ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Guess the job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خَمِّنِ المِهْنَةَ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workplace.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هٰذَا الشَّخْصُ؟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يُحَضِّرُ … / يُسَاعِدُ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duty.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يَفْعَلُ؟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وَالآنَ: هِيَ تَعْمَلُ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Confirm, then give a clue for a female job.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طَبَّاخٌ؟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 دَوْرُكَ: أَيْنَ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your partner for a clue now.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مُحَامِيَةٌ؟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مِهْنَةٍ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مِهْنَةٍ أَصْعَبُ فِي رَأْيِكَ؟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giving clues  ·  The examiner is: a classmate guessing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SCHOOL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Interviewing a family member about their job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عَنِ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long they have worked there.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مَا أَسْئِلَتُكَ؟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مَزَايَاهُ … وَمِنْ عُيُوبِهِ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advantage and a disadvantage.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عَشْرِ سَنَوَاتٍ. وَأَنْتَ، مَا رَأْيُكَ فِي التَّمْرِيضِ؟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… وَعَرَفْتُ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visit.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تَعَلَّمْتَ مِنْ زِيَارَتِكَ لِلْمُسْتَشْفَى؟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لِأَنَّهُ أَ… 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workplaces.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العَمَلَ فِي مُسْتَشْفًى أَمْ فِي مَكْتَبٍ؟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حَصَلْتُ …، فَسَأَدْرُسُ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سَتَعْمَلُ فِي المَجَالِ الطِّبِّيِّ؟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reporter  ·  The examiner is: a relative who is a nurse (played by your partner)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CAREERS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Salary or passion?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الرَّاتِبُ أَمِ الشَّغَفُ؟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نَخْتَارَ المِهْنَةَ بِحَسَبِ الرَّاتِبِ؟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المُعَلِّمِينَ وَالمُمَرِّضِينَ رَوَاتِبُهُمْ مُنْخَفِضَةٌ!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كَانَ … ثُمَّ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real example.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تَعْرِفُ شَخْصًا غَيَّرَ مِهْنَتَهُ؟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المُتَوَقَّعِ أَنْ … بِسَبَبِ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Predict with evidence.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المِهَنُ الَّتِي سَتَخْتَفِي فِي المُسْتَقْبَلِ؟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عَمِلْتُ …، لَاخْتَرْتُ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عَمِلْتَ يَوْمًا وَاحِدًا فِي أَيِّ مِهْنَةٍ، مَاذَا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panellist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jobs in the masculine and feminine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job’s duties and gave an advantage and a disadvantage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مُهَنْدِسٌ.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is an engineer.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أَبُوكَ؟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شَرِكَةٍ كَبِيرَةٍ فِي لَنْدَنَ.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works in a big company in London.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طَبِيبَةٌ، وَتَعْمَلُ فِي مُسْتَشْفًى.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mother is a doctor, and she works in a hospital.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وَأُمُّكَ؟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تُدَرِّسُ؟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she teach?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مُعَلِّمَةٌ.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مُبَرْمِجًا.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a programmer.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فِي مَطْعَمٍ.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works in a restaurant.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هٰذَا الشَّخْصُ؟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يُحَضِّرُ الطَّعَامَ لِلزَّبَائِنِ.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prepares food for customers.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يَفْعَلُ؟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وَالآنَ: هِيَ تَعْمَلُ فِي مَحْكَمَةٍ، وَتُدَافِعُ عَنِ النَّاسِ.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Yes! Now: she works in a court and defends people.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طَبَّاخٌ؟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 دَوْرُكَ الآنَ: أَيْنَ يَعْمَلُ شَخْصُكَ؟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Right! Your turn: where does your person work?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مُحَامِيَةٌ؟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مِهْنَةٍ هِيَ التَّمْرِيضُ، لِأَنَّ سَاعَاتِ العَمَلِ طَوِيلَةٌ.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hardest job is nursing, because the hours are long.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مِهْنَةٍ أَصْعَبُ فِي رَأْيِكَ؟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تَعْمَلِينَ مُمَرِّضَةً؟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long have you worked as a nurse?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مَا أَسْئِلَتُكَ؟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مَزَايَاهُ أَنَّهُ يُسَاعِدُ النَّاسَ، وَمِنْ عُيُوبِهِ أَنَّ العَمَلَ فِي اللَّيْلِ مُتْعِبٌ.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advantage is helping people; a disadvantage is that night work is tiring.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عَشْرِ سَنَوَاتٍ. وَأَنْتَ، مَا رَأْيُكَ فِي التَّمْرِيضِ؟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أَطِبَّاءَ وَمُمَرِّضَاتٍ يَعْمَلُونَ بِسُرْعَةٍ وَهُدُوءٍ، وَعَرَفْتُ أَنَّ العَمَلَ الجَمَاعِيَّ ضَرُورِيٌّ.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doctors and nurses working fast and calmly, and learnt teamwork is essential.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تَعَلَّمْتَ مِنْ زِيَارَتِكَ لِلْمُسْتَشْفَى؟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المُسْتَشْفَى، لِأَنَّهُ أَكْثَرُ حَرَكَةً، لٰكِنَّ المَكْتَبَ أَهْدَأُ وَأَكْثَرُ رَاحَةً.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hospital — it is busier — but an office is quieter and more comfortable.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العَمَلَ فِي مُسْتَشْفًى أَمْ فِي مَكْتَبٍ؟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حَصَلْتُ عَلَى دَرَجَاتٍ جَيِّدَةٍ، فَسَأَدْرُسُ الطِّبَّ، وَسَأُصْبِحُ طَبِيبَ أَطْفَالٍ.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get good grades, I’ll study medicine and become a children’s doctor.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سَتَعْمَلُ فِي المَجَالِ الطِّبِّيِّ؟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يَحْتَاجُ الإِنْسَانُ إِلَى رَاتِبٍ يَكْفِيهِ، وَمِنْ نَاحِيَةٍ أُخْرَى، مَنْ يَعْمَلُ فِي مِهْنَةٍ يَكْرَهُهَا يَتْعَبُ مَهْمَا كَانَ رَاتِبُهُ مُرْتَفِعًا.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need a salary that is enough, but someone in a job they hate suffers however high the pay.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نَخْتَارَ المِهْنَةَ بِحَسَبِ الرَّاتِبِ؟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رَوَاتِبَهُمْ أَقَلُّ مِمَّا يَسْتَحِقُّونَ، غَيْرَ أَنَّ هٰذِهِ مَسْؤُولِيَّةُ الحُكُومَاتِ، لَا سَبَبٌ لِتَرْكِ هٰذِهِ المِهَنِ.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earn less than they deserve, but that’s for governments to fix — not a reason to leave these jobs.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المُعَلِّمِينَ وَالمُمَرِّضِينَ رَوَاتِبُهُمْ مُنْخَفِضَةٌ!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كَانَ خَالِي مُحَاسِبًا فِي بَنْكٍ، ثُمَّ تَرَكَ عَمَلَهُ وَأَصْبَحَ طَاهِيًا، فَقَلَّ رَاتِبُهُ، لٰكِنَّهُ صَارَ أَسْعَدَ بِكَثِيرٍ.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uncle was a bank accountant, then became a chef: less pay, but much happier.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تَعْرِفُ شَخْصًا غَيَّرَ مِهْنَتَهُ؟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المُتَوَقَّعِ أَنْ تَخْتَفِيَ بَعْضُ وَظَائِفِ المَكَاتِبِ وَالمَصَانِعِ بِسَبَبِ الذَّكَاءِ الاصْطِنَاعِيِّ، بَيْنَمَا سَتَزْدَادُ الحَاجَةُ إِلَى المُمَرِّضِينَ وَالمُبَرْمِجِينَ.</a:t>
            </a:r>
            <a:endParaRPr lang="ar-SA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office and factory jobs will likely vanish because of AI, while demand for nurses and programmers will grow.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المِهَنُ الَّتِي سَتَخْتَفِي فِي المُسْتَقْبَلِ؟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عَمِلْتُ يَوْمًا وَاحِدًا، لَاخْتَرْتُ أَنْ أَكُونَ رَائِدَ فَضَاءٍ، لِأَرَى الأَرْضَ مِنْ بَعِيدٍ.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 work one day in any job, I’d be an astronaut, to see the Earth from afar.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عَمِلْتَ يَوْمًا وَاحِدًا فِي أَيِّ مِهْنَةٍ، مَاذَا تَخْتَارُ؟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concession, a real-life change of career, a prediction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المِهَنُ مِنْ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your father do?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وَالِدُكَ؟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your mother do?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تَعْمَلُ وَالِدَتُكَ؟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الطَّبِيبُ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does a doctor work?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الطَّبِيبُ؟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مِهْنَةَ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job do you like?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المِهْنَةُ الَّتِي تُحِبُّهَا؟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want to work in an office?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تَعْمَلَ فِي مَكْتَبٍ؟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عَالَمُ المِهَنِ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يَعْمَلُ / تَعْمَلُ … وَيُسَاعِدُ / وَتُسَاعِدُ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job of a family member.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عَمَلَ أَحَدِ أَفْرَادِ أُسْرَتِكَ.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… وَمِنْ عُيُوبِهَا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pros and cons of teaching?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مِهْنَةِ المُعَلِّمِ وَعُيُوبُهَا؟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صَغِيرًا، كُنْتُ أُرِيدُ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want to be as a child?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أَرَدْتَ أَنْ تَكُونَ عِنْدَمَا كُنْتَ صَغِيرًا؟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أَصْعَبُ، لِأَنَّ … بَيْنَمَا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is harder: medicine or engineering?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أَصْعَبُ: الطِّبُّ أَمِ الهَنْدَسَةُ؟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سَأَكُونُ … لِأَنِّي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job will you choose, and why?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المِهْنَةُ الَّتِي سَتَخْتَارُهَا؟ وَلِمَاذَا؟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agreement (yaʿmalu / taʿmalu), pros and cons, a past wish and a future choice.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أَعْتَقِدُ ذٰلِكَ؛ فَاليَوْمَ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there men’s jobs and women’s jobs?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مِهَنٌ لِلرِّجَالِ وَمِهَنٌ لِلنِّسَاءِ؟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footballers paid so much?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تُدْفَعُ رَوَاتِبُ عَالِيَةٌ لِلَاعِبِي كُرَةِ القَدَمِ؟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working from home better?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العَمَلُ مِنَ البَيْتِ أَفْضَلُ؟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مُعْظَمُ النَّاسِ … أَمَّا اليَوْمَ فَظَهَرَتْ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were jobs like in your grandparents’ time?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المِهَنُ فِي زَمَنِ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أَحْتَجْ …، لَعَمِلْتُ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didn’t need money, would you work?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تَحْتَجْ إِلَى المَالِ، هَلْ كُنْتَ سَتَعْمَلُ؟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feminine and masculine plurals, bi-sababi … mimmā, a balanced view, kāna + present vs ammā … fa-, law lam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سَائِقُ حَافِلَةٍ.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is a bus driver.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وَالِدُكَ؟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مُعَلِّمَةُ رِيَاضِيَّاتٍ.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mother is a maths teacher.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تَعْمَلُ وَالِدَتُكَ؟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يَعْمَلُ الطَّبِيبُ فِي المُسْتَشْفَى أَوْ فِي العِيَادَةِ.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doctor works in a hospital or a clinic.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يَعْمَلُ الطَّبِيبُ؟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مِهْنَةَ الصَّحَفِيِّ.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journalism.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المِهْنَةُ الَّتِي تُحِبُّهَا؟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لِأَنِّي أُحِبُّ العَمَلَ فِي الخَارِجِ.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because I like working outdoors.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تَعْمَلَ فِي مَكْتَبٍ؟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m. / f. job noun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عَمَّتِي صَيْدَلَانِيَّةٌ؛ تَعْمَلُ فِي صَيْدَلِيَّةٍ قُرْبَ بَيْتِنَا، وَتُسَاعِدُ المَرْضَى عَلَى فَهْمِ أَدْوِيَتِهِمْ.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 is a pharmacist: she works near our house and helps patients understand their medicine.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عَمَلَ أَحَدِ أَفْرَادِ أُسْرَتِكَ.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مَزَايَاهَا العُطَلُ الطَّوِيلَةُ وَالعَمَلُ مَعَ الشَّبَابِ، وَمِنْ عُيُوبِهَا كَثْرَةُ التَّصْحِيحِ فِي المَسَاءِ.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Long holidays and working with young people; but lots of marking in the evenings.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مِهْنَةِ المُعَلِّمِ وَعُيُوبُهَا؟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صَغِيرًا، كُنْتُ أُرِيدُ أَنْ أَكُونَ رَجُلَ إِطْفَاءٍ، لِأَنِّي كُنْتُ أُحِبُّ السَّيَّارَاتِ الحَمْرَاءَ!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 a child I wanted to be a firefighter, because I loved red engines!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أَرَدْتَ أَنْ تَكُونَ عِنْدَمَا كُنْتَ صَغِيرًا؟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الطِّبُّ أَصْعَبُ فِي رَأْيِي، لِأَنَّ الطَّبِيبَ مَسْؤُولٌ عَنْ حَيَاةِ النَّاسِ، بَيْنَمَا يَعْمَلُ المُهَنْدِسُ عَلَى مَشَارِيعَ يُمْكِنُ إِصْلَاحُهَا.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Medicine, I think: doctors hold lives in their hands, whereas engineers’ projects can be fixed.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أَصْعَبُ: الطِّبُّ أَمِ الهَنْدَسَةُ؟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سَأَكُونُ مُهَنْدِسَةً مِعْمَارِيَّةً، لِأَنِّي أُحِبُّ الرَّسْمَ وَالرِّيَاضِيَّاتِ مَعًا.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be an architect (f.), because I love drawing and maths together.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المِهْنَةُ الَّتِي سَتَخْتَارُهَا؟ وَلِمَاذَا؟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Agreement + pros / cons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أَعْتَقِدُ ذٰلِكَ؛ فَاليَوْمَ نَرَى مُهَنْدِسَاتٍ وَطَيَّارَاتٍ، كَمَا نَرَى مُمَرِّضِينَ وَمُعَلِّمِينَ فِي رِيَاضِ الأَطْفَالِ.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so: today we see women engineers and pilots, and male nurses and nursery teachers.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مِهَنٌ لِلرِّجَالِ وَمِهَنٌ لِلنِّسَاءِ؟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الإِعْلَانَاتِ وَالمُشَاهَدَاتِ الضَّخْمَةِ، مِمَّا يَجْعَلُ رَوَاتِبَهُمْ أَعْلَى بِكَثِيرٍ مِنْ رَوَاتِبِ الأَطِبَّاءِ.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huge advertising and viewing figures, which pushes their pay far above doctors’.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تُدْفَعُ رَوَاتِبُ عَالِيَةٌ لِلَاعِبِي كُرَةِ القَدَمِ؟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يُوَفِّرُ وَقْتَ المُوَاصَلَاتِ، وَمِنْ نَاحِيَةٍ أُخْرَى، قَدْ يَشْعُرُ المُوَظَّفُ بِالوَحْدَةِ وَيَخْلِطُ بَيْنَ العَمَلِ وَالحَيَاةِ.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saves travel time, but workers may feel lonely and blur work and life.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العَمَلُ مِنَ البَيْتِ أَفْضَلُ؟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agreement in plurals, cause → effect, balance, past vs present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مُعْظَمُ النَّاسِ يَعْمَلُونَ فِي الزِّرَاعَةِ أَوِ التِّجَارَةِ، أَمَّا اليَوْمَ فَظَهَرَتْ مِهَنٌ لَمْ يَتَخَيَّلُوهَا، كَمُصَمِّمِ التَّطْبِيقَاتِ.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Most worked in farming or trade; today there are jobs they never imagined, like app designer.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المِهَنُ فِي زَمَنِ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أَحْتَجْ إِلَى المَالِ، لَعَمِلْتُ مُتَطَوِّعًا مَعَ مُنَظَّمَةٍ إِنْسَانِيَّةٍ، لِأَنَّ العَمَلَ يُعْطِي الحَيَاةَ مَعْنًى.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volunteer with a humanitarian organisation, because work gives life meaning.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تَحْتَجْ إِلَى المَالِ، هَلْ كُنْتَ سَتَعْمَلُ؟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agreement in plurals, cause → effect, balance, past vs present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jobs in the masculine and feminine.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 people work (yaʿmalu / taʿmalu fī).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duties and gave an advantage and a disadvantage.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plurals of job nouns correctly.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TD-L06 · Speaking Workshop — Jobs and Professions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2026-10-11T13:47:51Z</dcterms:created>
  <dcterms:modified xsi:type="dcterms:W3CDTF">2026-10-11T13:47:51Z</dcterms:modified>
</cp:coreProperties>
</file>