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3 (Subjects, Timetables and Preferences, TD-L03), using that lesson’s language (time (as-sāʿa ath-thāmina wa-n-niṣf); comparatives (aṣʿab min, ashal min); reasons and contrast (li-anna, lākinna, baynamā)).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most subjects are feminine through مَادَّةٌ, but the adjective follows the subject’s own gender: الرِّيَاضِيَّاتُ صَعْبَةٌ (pl. → f.) · التَّارِيخُ مُمْتِعٌ (m.) · الكِيمْيَاءُ صَعْبَةٌ (f.).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times use ordinal numbers in the feminine: فِي السَّاعَةِ الثَّامِنَةِ وَالنِّصْفِ · الرَّابِعَةِ إِلَّا رُبْعًا. أُفَضِّلُ التَّارِيخَ عَلَى الجُغْرَافْيَا، لِأَنَّهُ … · لٰكِنَّهُ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new student.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(same words — the classmate may be a girl).
Core: al-ḥiṣṣa al-ūlā, times with ordinals (ath-thāmina wa-n-niṣf, al-ʿāshira wa-r-rubʿ), al-ʿulūm … li-annahā (pl. → 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choosing options.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دَرَجَاتُكِ · تَذَكَّرِي · تَخْتَارِيهَا.
Core+: ufaḍḍilu X ʿalā Y, aqrabu ilā, li-anna … lākinna, kam ḥiṣṣatan (kam + acc. sg.), the CANDIDATE asks (task 4), lan + subjunctive, maʿa 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parents’ evening.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تَجِدِينَ · تَتَفَوَّقِينَ · تُنَظِّمِينَ وَقْتَكِ · سَتَفْعَلِينَ.
Develop: ajiduhā aṣʿaba (accusative after wajada), allatī tatafawwaqu fīhā, fa-qad + past evidence, min … ilā …, kiltāhumā, baynamā, a future plan with li-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school-council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صَمَّمْتِ.
Stretch: evidence with tuʾakkidu anna … wa-anna, a concession with a comparison of duals, a past trial → fa- result, alladhīna, a balanced solution with li-dhālika,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Subjects, Timetables and Preferences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المَوَادُّ وَالجَدْوَلُ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your subjects and timetable with accurate times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الثَّامِنَةِ وَالنِّصْفِ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say which subjects you prefer and why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and plan your options.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SUBJECTS AND THE TIMETABLE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Maths, history, Arabic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المَوَادُّ الدِّرَاسِيَّةُ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favourite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school subject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mād-da-tun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favourite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مَوَادُّ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physics · chemistry · biology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الرِّيَاضِيَّاتُ · العُلُومُ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maths · science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ar-ri-yā-ḍiy-yā-tu · al-ʿu-lū-mu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physics · chemistry · biology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الفِيزْيَاءُ · الكِيمْيَاءُ · الأَحْيَاءُ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art · music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التَّارِيخُ · الجُغْرَافْيَا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history · geography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at-tā-rī-khu · al-jugh-rāf-yā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art · music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الفَنُّ · المُوسِيقَى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English · French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اللُّغَةُ العَرَبِيَّةُ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Arabic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all-lu-gha-tu al-ʿa-ra-biy-ya-tu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French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الفَرَنْسِيَّةُ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English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اللُّغَةُ الإِنْجْلِيزِيَّةُ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Islamic studies · computing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التَّرْبِيَةُ البَدَنِيَّةُ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at-tar-bi-ya-tu al-ba-da-niy-ya-tu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computing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الحَاسُوبُ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Islamic studies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التَّرْبِيَةُ الإِسْلَامِيَّةُ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first lesson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حِصَّةٌ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lesson, period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ḥiṣ-ṣa-tun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 lesson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حِصَصٌ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TIMES AND PREFERENCES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At 8:30, harder than, because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الوَقْتُ وَالتَّفْضِيلُ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break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جَدْوَلٌ دِرَاسِيٌّ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timetable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jad-wa-lun di-rā-siy-yun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break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الاسْتِرَاحَةُ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جَدَاوِلُ دِرَاسِيَّةٌ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at … o’clock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as-sā-ʿa-ti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3:45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الرَّابِعَةِ إِلَّا رُبْعًا</a:t>
            </a:r>
            <a:endParaRPr lang="ar-SA" sz="11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9:15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التَّاسِعَةِ وَالرُّبْعِ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8:30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الثَّامِنَةِ وَالنِّصْفِ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سَهْلٌ · صَعْبٌ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easy · hard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sah-lun · ṣaʿ-bun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أَسْهَلُ · أَصْعَبُ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سَهْلَةٌ · صَعْبَةٌ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مُفِيدٌ · مُمِلٌّ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useful · boring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mu-fī-dun · mu-mil-lun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فَائِدَةً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مُفِيدَةٌ · مُمِلَّةٌ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preference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prefer …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u-faḍ-ḍi-lu … ʿa-lā …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preference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تَفْضِيلٌ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يُفَضِّلُ · تُفَضِّلُ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linkers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· لٰكِنَّ · بَيْنَمَا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· but · whereas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 · lā-kin-na · bay-na-mā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but it (f.)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لٰكِنَّهَا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 it (f.)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</a:t>
            </a:r>
            <a:endParaRPr lang="ar-SA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NEW STUDENT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Your timetable today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جَدْوَلُ اليَوْمِ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first lesson.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الحِصَّةُ الأُولَى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فِي السَّاعَةِ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time.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الاسْتِرَاحَةُ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break time.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الاسْتِرَاحَةُ؟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لِأَنَّهَا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of science.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عُلُومٌ بَعْدَ الاسْتِرَاحَةِ.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يَنْتَهِي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يَنْتَهِي اليَوْمُ الدِّرَاسِيُّ؟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classmate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CHOOSING OPTIONS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Choosing your GCSE options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اخْتِيَارُ المَوَادِّ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أَخْتَارَ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subjects.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 تُرِيدُ أَنْ تَخْتَارَ؟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التَّارِيخُ؟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 … لِأَنَّ … لٰكِنَّ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preference with a contrast.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وَالجُغْرَافْيَا؟ دَرَجَاتُكَ فِيهَا جَيِّدَةٌ.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many lessons a week.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تَذَكَّرْ: العَرَبِيَّةُ تَحْتَاجُ إِلَى وَقْتٍ كَثِيرٍ.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أَخْتَارَ … لِأَنَّهَا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الَّتِي لَنْ تَخْتَارَهَا؟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9 student  ·  The examiner is: your form tutor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PARENTS’ EVENING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Parents’ evening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لِقَاءُ أَوْلِيَاءِ الأُمُورِ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مِنَ السَّنَةِ المَاضِيَةِ،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last year.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تَجِدُ الرِّيَاضِيَّاتِ هٰذِهِ السَّنَةَ؟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أَتَفَوَّقُ فِي … فَقَدْ حَصَلْتُ عَلَى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it with evidence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المَادَّةُ الَّتِي تَتَفَوَّقُ فِيهَا؟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السَّاعَةِ … إِلَى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weekly routine with times.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تُنَظِّمُ وَقْتَكَ فِي الأُسْبُوعِ؟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كِلْتَاهُمَا مُهِمَّةٌ، بَيْنَمَا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answer.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المَوَادُّ العِلْمِيَّةُ أَمِ الأَدَبِيَّةُ؟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سَأَحْضُرُ … وَسَأُرَاجِعُ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لِتَتَحَسَّنَ فِي الرِّيَاضِيَّاتِ؟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maths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SCHOOL-COUNCIL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the school day start later?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يَبْدَأُ اليَوْمُ الدِّرَاسِيُّ مُتَأَخِّرًا؟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الدِّرَاسَاتِ تُؤَكِّدُ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Justify with evidence.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تَقْتَرِحُونَ أَنْ يَبْدَأَ اليَوْمُ فِي التَّاسِعَةِ وَالنِّصْفِ. لِمَاذَا؟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اليَوْمَ سَيَنْتَهِي مُتَأَخِّرًا!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أُسْبُوعِ … فَتَحَسَّنَتْ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trial and its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جَرَّبْتُمْ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solution.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الطُّلَّابِ الَّذِينَ يَعْمَلُ وَالِدَاهُمْ مُبَكِّرًا؟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لَوَضَعْتُ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الجَدْوَلَ بِنَفْسِكَ،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representative  ·  The examiner is: the head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subjects and gave one time accurately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subjects and gave a reason and a contrast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الرِّيَاضِيَّاتُ.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first lesson is maths.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الحِصَّةُ الأُولَى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فِي السَّاعَةِ الثَّامِنَةِ وَالنِّصْفِ.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half past eight.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الاسْتِرَاحَةُ فِي السَّاعَةِ العَاشِرَةِ وَالرُّبْعِ.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Break is at quarter past ten.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الاسْتِرَاحَةُ؟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العُلُومَ، لِأَنَّهَا مُمْتِعَةٌ.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science, because it is fun.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عُلُومٌ بَعْدَ الاسْتِرَاحَةِ.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يَنْتَهِي فِي السَّاعَةِ الثَّالِثَةِ.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ends at three o’clock.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يَنْتَهِي اليَوْمُ الدِّرَاسِيُّ؟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أَخْتَارَ التَّارِيخَ وَالعَرَبِيَّةَ.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choose history and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 تُرِيدُ أَنْ تَخْتَارَ؟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مُمْتِعٌ، وَالمُعَلِّمُ مُمْتَازٌ.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interesting, and the teacher is excellent.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التَّارِيخُ؟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التَّارِيخَ عَلَى الجُغْرَافْيَا، لِأَنَّهُ أَقْرَبُ إِلَى اهْتِمَامَاتِي، لٰكِنَّ الجُغْرَافْيَا سَهْلَةٌ أَيْضًا.</a:t>
            </a:r>
            <a:endParaRPr lang="ar-SA" sz="17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history to geography, as it suits my interests, but geography is easy too.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وَالجُغْرَافْيَا؟ دَرَجَاتُكَ فِيهَا جَيِّدَةٌ.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فِي الأُسْبُوعِ لِلْعَرَبِيَّةِ؟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Arabic lessons are there a week?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تَذَكَّرْ: العَرَبِيَّةُ تَحْتَاجُ إِلَى وَقْتٍ كَثِيرٍ.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أَخْتَارَ المُوسِيقَى، لِأَنَّهَا صَعْبَةٌ عَلَيَّ، مَعَ أَنِّي أُحِبُّ الاسْتِمَاعَ إِلَيْهَا.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won’t choose music, because it is hard for me, although I like listening to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الَّتِي لَنْ تَخْتَارَهَا؟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أَجِدُهَا أَصْعَبَ مِنَ السَّنَةِ المَاضِيَةِ، لِأَنَّ الجَبْرَ جَدِيدٌ عَلَيَّ.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find it harder than last year, because algebra is new to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تَجِدُ الرِّيَاضِيَّاتِ هٰذِهِ السَّنَةَ؟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أَتَفَوَّقُ فِي العَرَبِيَّةِ؛ فَقَدْ حَصَلْتُ عَلَى أَعْلَى دَرَجَةٍ فِي الامْتِحَانِ الأَخِيرِ.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excel in Arabic: I got the top mark in the last exam.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المَادَّةُ الَّتِي تَتَفَوَّقُ فِيهَا؟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مِنَ السَّاعَةِ الخَامِسَةِ إِلَى السَّادِسَةِ كُلَّ يَوْمٍ، وَأُخَصِّصُ يَوْمَ السَّبْتِ لِلرِّيَاضِيَّاتِ.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revise from five to six every day, and keep Saturday for maths.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تُنَظِّمُ وَقْتَكَ فِي الأُسْبُوعِ؟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كِلْتَاهُمَا مُهِمَّةٌ؛ فَالعِلْمِيَّةُ تُعَلِّمُنَا التَّفْكِيرَ المَنْطِقِيَّ، بَيْنَمَا تُعَلِّمُنَا الأَدَبِيَّةُ التَّعْبِيرَ وَفَهْمَ الآخَرِينَ.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matter: sciences teach logic, whereas humanities teach expression and understanding others.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المَوَادُّ العِلْمِيَّةُ أَمِ الأَدَبِيَّةُ؟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سَأَحْضُرُ دُرُوسَ الدَّعْمِ يَوْمَ الأَرْبِعَاءِ، وَسَأُرَاجِعُ التَّمَارِينَ مَعَ صَدِيقِي.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attend support sessions on Wednesday and go over exercises with my friend.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لِتَتَحَسَّنَ فِي الرِّيَاضِيَّاتِ؟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الدِّرَاسَاتِ تُؤَكِّدُ أَنَّ المُرَاهِقِينَ يَحْتَاجُونَ إِلَى نَوْمٍ أَكْثَرَ، وَأَنَّ تَرْكِيزَهُمْ يَكُونُ أَضْعَفَ فِي الصَّبَاحِ البَاكِرِ.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Research shows teenagers need more sleep and concentrate less early in the morning.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تَقْتَرِحُونَ أَنْ يَبْدَأَ اليَوْمُ فِي التَّاسِعَةِ وَالنِّصْفِ. لِمَاذَا؟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سَيَنْتَهِي فِي الرَّابِعَةِ، غَيْرَ أَنَّ حِصَّةً وَاحِدَةً بِتَرْكِيزٍ كَامِلٍ أَفْضَلُ مِنْ حِصَّتَيْنِ بِعُيُونٍ نَاعِسَةٍ.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will end at four, but one fully focused lesson beats two with sleepy eyes.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اليَوْمَ سَيَنْتَهِي مُتَأَخِّرًا!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أُسْبُوعِ الامْتِحَانَاتِ بَدَأْنَا فِي العَاشِرَةِ، فَتَحَسَّنَتْ نَتَائِجُ الحِصَّةِ الأُولَى بِشَكْلٍ مَلْحُوظٍ.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in exam week we started at ten, and first-period results noticeably improved.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جَرَّبْتُمْ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يَجِبُ أَنْ نُرَاعِيَهُمْ، وَمِنْ نَاحِيَةٍ أُخْرَى، يُمْكِنُ أَنْ نَفْتَحَ المَكْتَبَةَ فِي الثَّامِنَةِ لِلدِّرَاسَةِ الهَادِئَةِ؛ لِذٰلِكَ لَا يَخْسَرُ أَحَدٌ.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must consider them, but the library could open at eight for quiet study — so nobody loses out.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الطُّلَّابِ الَّذِينَ يَعْمَلُ وَالِدَاهُمْ مُبَكِّرًا؟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لَوَضَعْتُ المَوَادَّ الصَّعْبَةَ فِي مُنْتَصَفِ الصَّبَاحِ، وَلَجَعَلْتُ الرِّيَاضَةَ بَعْدَ الغَدَاءِ، لِأَنَّ الطَّاقَةَ تَقِلُّ عِنْدَئِذٍ.</a:t>
            </a:r>
            <a:endParaRPr lang="ar-SA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put hard subjects mid-morning and sport after lunch, when energy drops.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الجَدْوَلَ بِنَفْسِكَ، مَاذَا تُغَيِّرُ؟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a reasoned concession, a past trial, a balanced solution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مَوَادِّي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subject?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/ لِأَنَّهُ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you like it?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السَّاعَةِ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your school day start?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حِصَصٍ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lessons do you have each day?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عِنْدَكَ كُلَّ يَوْمٍ؟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المَادَّةُ الصَّعْبَةُ … هِيَ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subject is hard for you?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الصَّعْبَةُ عَلَيْكَ؟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الجَدْوَلُ وَالتَّفْضِيلَاتُ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… ثُمَّ … وَيَنْتَهِي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normal school day.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دِرَاسِيًّا عَادِيًّا.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أَسْهَلُ مِنْ … لٰكِنَّ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subjects.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مَادَّتَيْنِ.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أُحِبُّ … أَمَّا الآنَ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favourite subject changed?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مَادَّتُكَ المُفَضَّلَةُ؟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أَرَاهَا مُفِيدَةً لِأَنَّ … 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homework?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الوَاجِبَاتِ المَنْزِلِيَّةِ؟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لِأَنِّي أُرِيدُ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subjects will you study next year?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 سَتَدْرُسُ السَّنَةَ القَادِمَةَ؟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times, a comparison with lākinna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وَالمُسْتَقْبَلُ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students choose all their subjects?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يَخْتَارَ الطُّلَّابُ كُلَّ مَوَادِّهِمْ؟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creative subjects less important?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المَوَادُّ الفَنِّيَّةُ أَقَلُّ أَهَمِّيَّةً؟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يَدْرُسُونَ … أَمَّا نَحْنُ فَنَتَعَلَّمُ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were subjects like at your parents’ school?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المَوَادُّ فِي مَدْرَسَةِ وَالِدَيْكَ؟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تُضَافَ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subject should be added to the timetable?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الَّتِي يَجِبُ أَنْ تُضَافَ إِلَى الجَدْوَلِ؟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تَكُنْ هُنَاكَ امْتِحَانَاتٌ، لَدَرَسْتُ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there were no exams, would you study the same subjects?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تَكُنْ هُنَاكَ امْتِحَانَاتٌ، هَلْ تَدْرُسُ المَوَادَّ نَفْسَهَا؟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concession, kānū + present vs ammā … fa-, aqtariḥu an + passive and law lam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التَّارِيخُ.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subject is history.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مُمْتِعٌ، وَأَتَعَلَّمُ عَنِ المَاضِي.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interesting and I learn about the past.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السَّاعَةِ الثَّامِنَةِ وَالرُّبْعِ.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quarter past eight.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سِتُّ حِصَصٍ كُلَّ يَوْمٍ.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six lessons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عِنْدَكَ كُلَّ يَوْمٍ؟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المَادَّةُ الصَّعْبَةُ عَلَيَّ هِيَ الفِيزْيَاءُ.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hard subject for me is physics.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الصَّعْبَةُ عَلَيْكَ؟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an accurate time or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يَوْمِي فِي الثَّامِنَةِ وَالنِّصْفِ بِحِصَّةِ الرِّيَاضِيَّاتِ، ثُمَّ العُلُومِ، وَبَعْدَ الغَدَاءِ عِنْدَنَا التَّارِيخُ، وَيَنْتَهِي اليَوْمُ فِي الثَّالِثَةِ.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day starts at 8.30 with maths, then science; after lunch history; it ends at three.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دِرَاسِيًّا عَادِيًّا.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الجُغْرَافْيَا أَسْهَلُ مِنَ الكِيمْيَاءِ، لٰكِنَّ الكِيمْيَاءَ أَكْثَرُ فَائِدَةً لِمُسْتَقْبَلِي.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Geography is easier than chemistry, but chemistry is more useful for my future.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مَادَّتَيْنِ.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أُحِبُّ الرَّسْمَ فِي الابْتِدَائِيَّةِ، أَمَّا الآنَ فَأُفَضِّلُ العُلُومَ، لِأَنَّ التَّجَارِبَ مُدْهِشَةٌ.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loved art in primary; now I prefer science, because experiments are amazing.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مَادَّتُكَ المُفَضَّلَةُ؟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أَرَاهَا مُفِيدَةً لِأَنَّهَا تُسَاعِدُنَا عَلَى المُرَاجَعَةِ، لٰكِنَّهَا أَحْيَانًا كَثِيرَةٌ جِدًّا.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Useful for revision, but sometimes far too much.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الوَاجِبَاتِ المَنْزِلِيَّةِ؟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الأَحْيَاءَ وَالكِيمْيَاءَ وَالعَرَبِيَّةَ، لِأَنِّي أُرِيدُ أَنْ أَدْرُسَ الصَّيْدَلَةَ.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Biology, chemistry and Arabic — I want to study pharmacy.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مَوَادَّ سَتَدْرُسُ السَّنَةَ القَادِمَةَ؟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Times + comparison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يَزِيدُ الاخْتِيَارُ حَمَاسَهُمْ، وَمِنْ نَاحِيَةٍ أُخْرَى، يَحْتَاجُ الجَمِيعُ إِلَى أَسَاسٍ فِي الرِّيَاضِيَّاتِ وَاللُّغَةِ.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Choice boosts motivation, but everyone needs a base in maths and language.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يَخْتَارَ الطُّلَّابُ كُلَّ مَوَادِّهِمْ؟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 النَّاسِ يَرَوْنَهَا تَرْفِيهًا، غَيْرَ أَنَّهَا تُنَمِّي الإِبْدَاعَ الَّذِي تَحْتَاجُ إِلَيْهِ كُلُّ مِهْنَةٍ.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see them as entertainment, but they build the creativity every job needs.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المَوَادُّ الفَنِّيَّةُ أَقَلُّ أَهَمِّيَّةً؟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يَدْرُسُونَ مَوَادَّ أَقَلَّ، وَلَمْ تَكُنْ هُنَاكَ حِصَّةٌ لِلْحَاسُوبِ، أَمَّا نَحْنُ فَنَتَعَلَّمُ البَرْمَجَةَ مُنْذُ الصَّفِّ السَّابِعِ.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studied fewer subjects, with no computing; we learn coding from Year 7.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المَوَادُّ فِي مَدْرَسَةِ وَالِدَيْكَ؟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ṣaḥīḥun anna … ghayra anna, past vs present, a passive proposal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تُضَافَ مَادَّةٌ لِلثَّقَافَةِ المَالِيَّةِ، لِأَنَّ كَثِيرًا مِنَ الشَّبَابِ لَا يَعْرِفُونَ كَيْفَ يُدِيرُونَ أَمْوَالَهُمْ.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Financial literacy — many young people don’t know how to manage money.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المَادَّةُ الَّتِي يَجِبُ أَنْ تُضَافَ إِلَى الجَدْوَلِ؟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تَكُنْ هُنَاكَ امْتِحَانَاتٌ، لَدَرَسْتُ التَّارِيخَ وَالعَرَبِيَّةَ أَكْثَرَ، لِأَنِّي أَدْرُسُهُمَا لِلْمُتْعَةِ لَا لِلدَّرَجَاتِ.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study more history and Arabic, because I study them for pleasure, not grades.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تَكُنْ هُنَاكَ امْتِحَانَاتٌ، هَلْ تَدْرُسُ المَوَادَّ نَفْسَهَا؟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ṣaḥīḥun anna … ghayra anna, past vs present, a passive proposal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subjects and gave times accurately.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with li-anna / li-annahā.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subjects (aṣʿab / ashal / akthar fāʾida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ufaḍḍilu … ʿalā … and lākinna.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TD-L03 · Speaking Workshop — Subjects, Timetables and Preferences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2026-10-11T13:36:22Z</dcterms:created>
  <dcterms:modified xsi:type="dcterms:W3CDTF">2026-10-11T13:36:22Z</dcterms:modified>
</cp:coreProperties>
</file>