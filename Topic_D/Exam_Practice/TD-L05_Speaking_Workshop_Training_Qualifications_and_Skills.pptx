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D, Lesson 5 (Training, Qualifications and Skills, TD-L05), using that lesson’s language (verbal nouns (ad-dirāsa, at-tadrīb, al-ḥuṣūl ʿalā); possession (ʿindī, ladayya, lī); relative pronouns (al-mahārāt allatī aḥtāju ilayhā)).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verbal nouns name routes: الدِّرَاسَةُ فِي الجَامِعَةِ · التَّدْرِيبُ المِهْنِيُّ · الحُصُولُ عَلَى شَهَادَةٍ. Possession: عِنْدِي شَهَادَةٌ فِي الإِسْعَافَاتِ الأَوَّلِيَّةِ (lit. at me is a certificate — the thing owned stays nominative).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relative + returning pronoun: الدَّوْرَةُ الَّتِي حَضَرْتُهَا · المَهَارَاتُ الَّتِي تَعَلَّمْتُهَا · الشَّهَادَةُ الَّتِي حَصَلْتُ عَلَيْهَا. Sequence: بَعْدَ أَنْ أُنْهِيَ المَدْرَسَةَ، سَأَدْرُسُ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A (Core) — a sports centre.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أُسَاعِدُكِ · عُمْرُكِ · تَسْبَحِينَ · تُرِيدِينَ · مُنْقِذَةً.
Core: an usajjila fī, sitta ʿashrata sanatan, ʿindī shahādatun (possession), kam usbūʿan (kam + acc. sg.), aʿmalu munqidhan (ḥāl).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B (Core+) — a careers fair.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سَتَفْعَلِينَ · يُعْجِبُكِ · مَهَارَاتُكِ · مُنَظَّمَةٌ.
Core+: baʿda an + subjunctive, yuʿjibunī, the CANDIDATE asks (hal tashmalu …?), ladayya mahāratu …, a ḥaythu clause with a verbal noun (ṣunʿ al-khubz).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C (Develop) — a volunteering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· حَضَرْتِ · سَتَحْتَاجِينَ · سَتَفْعَلِينَ · رَأَيْتِ.
Develop: aktasiba khibra, allatī ḥaḍartuhā (returning pronoun), ḥaṣaltu ʿalā, al-mahārāt allatī … ilayhā, laysa ʿindī (negative possession), idhā … fa-sa- + a ḥāl verb (yabkī).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D (Stretch) — a radio debate.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اخْتَرْتِ · تَجِدِي · كُنْتِ سَتَفْعَلِينَ.
Stretch: a balanced view with verbal nouns, a reason + fa-qad evidence, fī al-waqti nafsihi, a concession, allatī yaṭlubūnahā (returning pronoun), law lam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Develop. Examiner asks the questions in order and may add “لِمَاذَا؟ / هَلْ يُمْكِنُ أَنْ تَشْرَحَ أَكْثَرَ؟” to push for more. Candidate aims for two or three sentences, with a verbal noun and a relative clause.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D · EXAM PRACTICE  ·  TD-L05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TD-L05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Training, Qualifications and Skills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التَّحَدُّثِ — التَّدْرِيبُ وَالمَهَارَاتُ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talk about courses, training, certificates and skills — what you have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عِنْدِي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لَدَيَّ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the routes after school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بَعْدَ أَنْ أُنْهِيَ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…), and the skills you need with relative clauses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المَهَارَاتُ الَّتِي أَحْتَاجُ إِلَيْهَا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Advanced Topic D · The World of Work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D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D › TD-L05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COURSES, CERTIFICATES AND TRAINING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Certificate, course, training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الشَّهَادَاتُ وَالدَّوْرَاتُ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school-leaving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شَهَادَةٌ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certificate, qualification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sha-hā-da-tun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school-leaving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الشَّهَادَةُ الثَّانَوِيَّةُ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شَهَادَاتٌ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213969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training course · online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دَوْرَةٌ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course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daw-ra-tun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online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دَوْرَةٌ إِلِكْتْرُونِيَّةٌ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training course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5614416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دَوْرَةٌ تَدْرِيبِيَّةٌ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دَوْرَاتٌ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60120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0120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verbal noun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تَدْرِيبٌ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training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tad-rī-bun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trainee (m. · f.)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مُتَدَرِّبٌ · مُتَدَرِّبَةٌ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أَتَدَرَّبُ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604504" y="4279392"/>
            <a:ext cx="22640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604504" y="4279392"/>
            <a:ext cx="22640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apprenticeship · work experience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تَدْرِيبٌ مِهْنِيٌّ</a:t>
            </a:r>
            <a:endParaRPr lang="ar-SA" sz="3000" dirty="0"/>
          </a:p>
        </p:txBody>
      </p:sp>
      <p:sp>
        <p:nvSpPr>
          <p:cNvPr id="71" name="Text 68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vocational training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tad-rī-bun mih-niy-yun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work experience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خِبْرَةُ عَمَلٍ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apprenticeship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تَلْمَذَةٌ مِهْنِيَّةٌ</a:t>
            </a:r>
            <a:endParaRPr lang="ar-SA" sz="135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170444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skilful (m. · f.)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مَهَارَةٌ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skill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ma-hā-ra-tun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skilful (m. · f.)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مَاهِرٌ · مَاهِرَةٌ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مَهَارَاتٌ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201533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2015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problem-solving · leadership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9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التَّوَاصُلُ · العَمَلُ الجَمَاعِيُّ</a:t>
            </a:r>
            <a:endParaRPr lang="ar-SA" sz="29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communication · teamwork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at-ta-wā-ṣu-lu · al-ʿa-ma-lu al-ja-mā-ʿiy-yu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leadership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القِيَادَةُ</a:t>
            </a:r>
            <a:endParaRPr lang="ar-SA" sz="135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problem-solving</a:t>
            </a:r>
            <a:endParaRPr lang="en-US" sz="70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حَلُّ المُشْكِلَاتِ</a:t>
            </a:r>
            <a:endParaRPr lang="ar-SA" sz="135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SKILLS AND RELATIVE CLAUSES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The skills I need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المَهَارَاتُ الَّتِي أَحْتَاجُ إِلَيْهَا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 + ʿalā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أَحْصُلُ عَلَى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obtain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aḥ-ṣu-lu ʿa-lā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obtaining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الحُصُولُ عَلَى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حَصَلْتُ عَلَى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possession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عِنْدِي · لَدَيَّ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have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ʿin-dī · la-day-ya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don’t have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لَيْسَ عِنْدِي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has · she has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لَدَيْهِ · لَدَيْهَا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relatives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أَحْتَاجُ إِلَى …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need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aḥ-tā-ju i-lā …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skills I need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المَهَارَاتُ الَّتِي أَحْتَاجُ إِلَيْهَا</a:t>
            </a:r>
            <a:endParaRPr lang="ar-SA" sz="120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احْتَجْتُ إِلَى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76662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7666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after finishing · before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بَعْدَ أَنْ …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after (+ verb)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baʿ-da an …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before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قَبْلَ أَنْ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after finishing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بَعْدَ أَنْ أُنْهِيَ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455725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4557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qualifications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مُؤَهَّلٌ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qualified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mu-ʾah-ha-lun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qualifications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مُؤَهِّلَاتٌ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مُؤَهَّلَةٌ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volunteering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مُتَطَوِّعٌ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volunteer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mu-ta-ṭaw-wi-ʿun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volunteering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التَّطَوُّعُ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مُتَطَوِّعَةٌ</a:t>
            </a:r>
            <a:endParaRPr lang="ar-SA" sz="150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SPORTS CENTRE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Signing up for a lifeguard course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دَوْرَةُ الإِنْقَاذِ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أُسَجِّلَ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course you want.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أَهْلًا! كَيْفَ أُسَاعِدُكَ؟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عُمْرِي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age.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عُمْرُكَ؟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عِنْدِي شَهَادَةٌ فِي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with a certificate.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تَسْبَحُ جَيِّدًا؟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أُسْبُوعًا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long it lasts.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الدَّوْرَةُ يَوْمَ السَّبْتِ.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لِأَنِّي أُرِيدُ أَنْ أَعْمَلَ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تُرِيدُ هٰذِهِ الدَّوْرَةَ؟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teenager  ·  The examiner is: the sports-centre receptionist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CAREERS FAIR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At a careers fair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مَعْرِضِ المِهَنِ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بَعْدَ أَنْ أُنْهِيَ المَدْرَسَةَ، سَأَدْرُسُ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plan to do.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سَتَفْعَلُ بَعْدَ المَدْرَسَةِ؟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يُعْجِبُنِي … لِأَنَّ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a field and why.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أَيَّ مَجَالٍ يُعْجِبُكَ؟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تَشْمَلُ … 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work experience.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عِنْدَنَا دَوْرَةٌ لِلطُّهَاةِ لِمُدَّةِ سَنَتَيْنِ.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لَدَيَّ مَهَارَةُ … لِأَنِّي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two skills with evidence.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ثَلَاثَةَ أَشْهُرٍ فِي فُنْدُقٍ. مَا مَهَارَاتُكَ؟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عَمِلْتُ فِي … حَيْثُ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عِنْدَكَ خِبْرَةُ عَمَلٍ؟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Year 11 student  ·  The examiner is: a college representative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VOLUNTEERING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Volunteering at a hospital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التَّطَوُّعُ فِي المُسْتَشْفَى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لِأَنَّ … وَأُرِيدُ أَنْ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reason linked to your future.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تُرِيدُ أَنْ تَتَطَوَّعَ هُنَا؟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الدَّوْرَةُ الَّتِي حَضَرْتُهَا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course with a relative clause.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حَضَرْتَ أَيَّ دَوْرَاتٍ؟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سَأَحْتَاجُ إِلَى 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two skills and why.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المَهَارَاتُ الَّتِي سَتَحْتَاجُ إِلَيْهَا هُنَا؟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أَسْتَطِيعُ أَنْ … لِأَنَّ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how you’ll fit it in.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الوَقْتُ المَطْلُوبُ أَرْبَعُ سَاعَاتٍ أُسْبُوعِيًّا.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رَأَيْتُ …، فَسَأَجْلِسُ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(condition).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سَتَفْعَلُ إِذَا رَأَيْتَ مَرِيضًا يَبْكِي؟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volunteer  ·  The examiner is: the volunteer coordinator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RADIO DEBATE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University or apprenticeship?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الجَامِعَةُ أَمِ التَّدْرِيبُ المِهْنِيُّ؟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view.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هَلِ الشَّهَادَةُ الجَامِعِيَّةُ ضَرُورِيَّةٌ لِلنَّجَاحِ اليَوْمَ؟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اخْتَرْتُ … لِأَنَّ … فَقَدْ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your choice with evidence.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وَمَاذَا اخْتَرْتَ أَنْتَ؟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counter.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لٰكِنَّ الجَامِعَةَ تُعَلِّمُ التَّفْكِيرَ النَّقْدِيَّ!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المَهَارَاتُ الَّتِي … هِيَ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List skills with a relative clause.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المَهَارَاتُ الَّتِي يَطْلُبُهَا أَصْحَابُ العَمَلِ؟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لَمْ أَجِدْ …، لَدَرَسْتُ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لَمْ تَجِدْ تَدْرِيبًا، مَاذَا كُنْتَ سَتَفْعَلُ؟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guest  ·  The examiner is: the radio presenter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said what certificate, course or skill they have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a verbal noun and a relative clause with a returning pronoun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أُسَجِّلَ فِي دَوْرَةِ الإِنْقَاذِ.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register for the lifeguard course.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أَهْلًا! كَيْفَ أُسَاعِدُكَ؟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عُمْرِي سِتَّ عَشْرَةَ سَنَةً.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sixteen.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عُمْرُكَ؟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عِنْدِي شَهَادَةٌ فِي السِّبَاحَةِ.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have a swimming certificate.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تَسْبَحُ جَيِّدًا؟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أُسْبُوعًا تَسْتَمِرُّ الدَّوْرَةُ؟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weeks does the course last?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الدَّوْرَةُ يَوْمَ السَّبْتِ.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لِأَنِّي أُرِيدُ أَنْ أَعْمَلَ مُنْقِذًا فِي الصَّيْفِ.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 want to work as a lifeguard in the summer.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تُرِيدُ هٰذِهِ الدَّوْرَةَ؟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بَعْدَ أَنْ أُنْهِيَ المَدْرَسَةَ، سَأَدْرُسُ فِي كُلِّيَّةٍ مِهْنِيَّةٍ.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After I finish school, I’ll study at a vocational college.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سَتَفْعَلُ بَعْدَ المَدْرَسَةِ؟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يُعْجِبُنِي الطَّبْخُ، لِأَنِّي أُحِبُّ العَمَلَ بِيَدَيَّ.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cooking, because I enjoy working with my hands.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أَيَّ مَجَالٍ يُعْجِبُكَ؟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تَشْمَلُ الدَّوْرَةُ تَدْرِيبًا فِي مَطْعَمٍ حَقِيقِيٍّ؟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the course include training in a real restaurant?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عِنْدَنَا دَوْرَةٌ لِلطُّهَاةِ لِمُدَّةِ سَنَتَيْنِ.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لَدَيَّ مَهَارَةُ العَمَلِ الجَمَاعِيِّ، لِأَنِّي أَلْعَبُ فِي فَرِيقِ كُرَةِ السَّلَّةِ، وَأَنَا مُنَظَّمٌ جِدًّا.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have teamwork skills because I play in the basketball team, and I’m very organised.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ثَلَاثَةَ أَشْهُرٍ فِي فُنْدُقٍ. مَا مَهَارَاتُكَ؟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عَمِلْتُ فِي مَخْبَزِ عَمِّي فِي الصَّيْفِ، حَيْثُ تَعَلَّمْتُ صُنْعَ الخُبْزِ.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worked in my uncle’s bakery in the summer, where I learnt to make bread.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عِنْدَكَ خِبْرَةُ عَمَلٍ؟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لِأَنِّي أُرِيدُ أَنْ أَدْرُسَ التَّمْرِيضَ، وَأُرِيدُ أَنْ أَكْتَسِبَ خِبْرَةً حَقِيقِيَّةً قَبْلَ الجَامِعَةِ.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 want to study nursing and gain real experience before university.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تُرِيدُ أَنْ تَتَطَوَّعَ هُنَا؟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الدَّوْرَةُ الَّتِي حَضَرْتُهَا فِي الشِّتَاءِ كَانَتْ فِي الإِسْعَافَاتِ الأَوَّلِيَّةِ، وَحَصَلْتُ فِي نِهَايَتِهَا عَلَى شَهَادَةٍ.</a:t>
            </a:r>
            <a:endParaRPr lang="ar-SA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the course I took in winter was first aid, and I got a certificate at the end.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حَضَرْتَ أَيَّ دَوْرَاتٍ؟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سَأَحْتَاجُ إِلَى الصَّبْرِ وَمَهَارَةِ الاسْتِمَاعِ، لِأَنَّ المَرْضَى أَحْيَانًا قَلِقُونَ وَوَحِيدُونَ.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need patience and listening skills, because patients are sometimes anxious and lonely.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المَهَارَاتُ الَّتِي سَتَحْتَاجُ إِلَيْهَا هُنَا؟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أَسْتَطِيعُ أَنْ آتِيَ يَوْمَ الأَحَدِ صَبَاحًا، لِأَنَّهُ لَيْسَ عِنْدِي دُرُوسٌ، وَسَأُرَاجِعُ فِي المَسَاءِ.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can come on Sunday mornings, as I have no lessons, and I’ll revise in the evening.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الوَقْتُ المَطْلُوبُ أَرْبَعُ سَاعَاتٍ أُسْبُوعِيًّا.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رَأَيْتُ مَرِيضًا يَبْكِي، فَسَأَجْلِسُ بِجَانِبِهِ وَأَسْتَمِعُ إِلَيْهِ، ثُمَّ أُخْبِرُ المُمَرِّضَةَ.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saw a patient crying, I’d sit with them and listen, then tell the nurse.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سَتَفْعَلُ إِذَا رَأَيْتَ مَرِيضًا يَبْكِي؟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نَاحِيَةٍ، تَطْلُبُ مِهَنٌ كَالطِّبِّ وَالقَانُونِ شَهَادَةً جَامِعِيَّةً، وَمِنْ نَاحِيَةٍ أُخْرَى، يَنْجَحُ كَثِيرُونَ بِالتَّدْرِيبِ المِهْنِيِّ وَالخِبْرَةِ العَمَلِيَّةِ.</a:t>
            </a:r>
            <a:endParaRPr lang="ar-SA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Jobs like medicine and law need a degree, but many succeed through apprenticeships and experience.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هَلِ الشَّهَادَةُ الجَامِعِيَّةُ ضَرُورِيَّةٌ لِلنَّجَاحِ اليَوْمَ؟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اخْتَرْتُ تَلْمَذَةً مِهْنِيَّةً فِي الهَنْدَسَةِ، لِأَنِّي أَتَعَلَّمُ وَأَكْسِبُ رَاتِبًا فِي الوَقْتِ نَفْسِهِ؛ فَقَدْ رَأَيْتُ أَخِي يَتَخَرَّجُ بِدُيُونٍ كَبِيرَةٍ.</a:t>
            </a:r>
            <a:endParaRPr lang="ar-SA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chose an engineering apprenticeship: I learn and earn at once — I saw my brother graduate with big debts.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وَمَاذَا اخْتَرْتَ أَنْتَ؟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أَنَّهَا تُنَمِّي التَّفْكِيرَ، غَيْرَ أَنَّ حَلَّ المُشْكِلَاتِ الحَقِيقِيَّةِ فِي المَصْنَعِ يُعَلِّمُ التَّفْكِيرَ أَيْضًا، وَبِطَرِيقَةٍ عَمَلِيَّةٍ.</a:t>
            </a:r>
            <a:endParaRPr lang="ar-SA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develops thinking, but solving real problems in a factory teaches thinking too, in a practical way.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لٰكِنَّ الجَامِعَةَ تُعَلِّمُ التَّفْكِيرَ النَّقْدِيَّ!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المَهَارَاتُ الَّتِي يَطْلُبُونَهَا أَكْثَرَ هِيَ التَّوَاصُلُ وَالعَمَلُ الجَمَاعِيُّ وَالقُدْرَةُ عَلَى التَّعَلُّمِ المُسْتَمِرِّ.</a:t>
            </a:r>
            <a:endParaRPr lang="ar-SA" sz="16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skills they want most are communication, teamwork and the ability to keep learning.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المَهَارَاتُ الَّتِي يَطْلُبُهَا أَصْحَابُ العَمَلِ؟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لَمْ أَجِدْ تَدْرِيبًا، لَدَرَسْتُ الهَنْدَسَةَ فِي الجَامِعَةِ، وَلَعَمِلْتُ فِي الصَّيْفِ لِأَكْتَسِبَ الخِبْرَةَ.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hadn’t found an apprenticeship, I’d have studied engineering at university and worked summers for experience.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لَمْ تَجِدْ تَدْرِيبًا، مَاذَا كُنْتَ سَتَفْعَلُ؟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balance, a justified personal choice, a concession, a relative clause and law lam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مَهَارَاتِي وَشَهَادَاتِي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عِنْدِي شَهَادَةٌ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have a certificate in anything?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عِنْدَكَ شَهَادَةٌ فِي شَيْءٍ؟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مَهَارَتِي الأَقْوَى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strongest skill?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مَهَارَتُكَ الأَقْوَى؟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حَضَرْتُ دَوْرَةً فِي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Have you taken a course before?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حَضَرْتَ دَوْرَةً مِنْ قَبْلُ؟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أَتَطَوَّعُ فِي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volunteer?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تَتَطَوَّعُ؟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سَأَدْرُسُ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you study after school?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سَتَدْرُسُ بَعْدَ المَدْرَسَةِ؟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التَّدْرِيبُ وَالمُسْتَقْبَلُ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الدَّوْرَةُ الَّتِي حَضَرْتُهَا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course you took.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دَوْرَةً حَضَرْتَهَا.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أَتَعَلَّمُ … مِثْلَ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skills do you learn at school?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المَهَارَاتُ الَّتِي تَتَعَلَّمُهَا فِي المَدْرَسَةِ؟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لِأَنَّهُ … فَمَثَلًا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volunteering useful for young people?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هَلِ التَّطَوُّعُ مُفِيدٌ لِلشَّبَابِ؟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أَرَى أَنَّ … لٰكِنَّ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matters more: qualifications or experience?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أَيُّهُمَا أَهَمُّ: الشَّهَادَةُ أَمِ الخِبْرَةُ؟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بَعْدَ أَنْ أُنْهِيَ … سَأَدْرُسُ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route will you choose after school?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الطَّرِيقُ الَّذِي سَتَخْتَارُهُ بَعْدَ المَدْرَسَةِ؟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verbal noun, a relative clause with a returning pronoun and baʿda an / qabla an.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التَّعْلِيمُ وَسُوقُ العَمَلِ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schools prepare students for the job market?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تُعِدُّ المَدَارِسُ الطُّلَّابَ لِسُوقِ العَمَلِ؟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Can online courses replace university?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هَلِ الدَّوْرَاتُ الإِلِكْتْرُونِيَّةُ تُغْنِي عَنِ الجَامِعَةِ؟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لِأَنَّهُ … مِمَّا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do some young people choose vocational training?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يَخْتَارُ بَعْضُ الشَّبَابِ التَّدْرِيبَ المِهْنِيَّ؟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كَانُوا … أَمَّا اليَوْمَ فَيَحْتَاجُونَ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young people learn trades in the past?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 الشَّبَابُ يَتَعَلَّمُونَ المِهَنَ فِي المَاضِي؟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اسْتَطَعْتُ، لَاخْتَرْتُ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could learn any skill in a month, what would you choose?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اسْتَطَعْتَ أَنْ تَتَعَلَّمَ أَيَّ مَهَارَةٍ فِي شَهْرٍ، مَاذَا تَخْتَارُ؟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a balanced view, mimmā, kānū + present vs ammā … fa-, law … la- with li-kay.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عِنْدِي شَهَادَةٌ فِي البِيَانُو.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have a piano certificate.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عِنْدَكَ شَهَادَةٌ فِي شَيْءٍ؟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مَهَارَتِي الأَقْوَى التَّوَاصُلُ مَعَ النَّاسِ.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strongest skill is communicating with people.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مَهَارَتُكَ الأَقْوَى؟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حَضَرْتُ دَوْرَةً فِي البَرْمَجَةِ.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took a coding course.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حَضَرْتَ دَوْرَةً مِنْ قَبْلُ؟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أَتَطَوَّعُ فِي مَكْتَبَةِ الحَيِّ يَوْمَ السَّبْتِ.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volunteer at the local library on Saturdays.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تَتَطَوَّعُ؟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سَأَدْرُسُ الهَنْدَسَةَ فِي الجَامِعَةِ.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study engineering at university.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سَتَدْرُسُ بَعْدَ المَدْرَسَةِ؟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ʿindī / ladayya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الدَّوْرَةُ الَّتِي حَضَرْتُهَا كَانَتْ فِي التَّصْوِيرِ، وَاسْتَمَرَّتْ شَهْرًا، وَتَعَلَّمْتُ فِيهَا اسْتِخْدَامَ الضَّوْءِ الطَّبِيعِيِّ.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course I took was in photography; it lasted a month and I learnt to use natural light.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دَوْرَةً حَضَرْتَهَا.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أَتَعَلَّمُ مَهَارَاتٍ كَثِيرَةً، مِثْلَ العَمَلِ الجَمَاعِيِّ فِي المَشَارِيعِ، وَالتَّقْدِيمِ أَمَامَ الصَّفِّ.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Many skills, like teamwork in projects and presenting in front of the class.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المَهَارَاتُ الَّتِي تَتَعَلَّمُهَا فِي المَدْرَسَةِ؟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لِأَنَّهُ يُعْطِيهِمْ خِبْرَةً وَثِقَةً؛ فَمَثَلًا تَعَلَّمْتُ الصَّبْرَ عِنْدَمَا تَطَوَّعْتُ مَعَ الأَطْفَالِ.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it gives experience and confidence — I learnt patience volunteering with children.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هَلِ التَّطَوُّعُ مُفِيدٌ لِلشَّبَابِ؟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أَرَى أَنَّ الشَّهَادَةَ تَفْتَحُ البَابَ، لٰكِنَّ الخِبْرَةَ هِيَ الَّتِي تَجْعَلُكَ تَنْجَحُ فِي العَمَلِ.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qualification opens the door, but experience is what makes you succeed at work.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أَيُّهُمَا أَهَمُّ: الشَّهَادَةُ أَمِ الخِبْرَةُ؟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بَعْدَ أَنْ أُنْهِيَ الثَّانَوِيَّةَ، سَأَدْرُسُ الصَّيْدَلَةَ، ثُمَّ سَأَتَدَرَّبُ فِي صَيْدَلِيَّةٍ قَبْلَ أَنْ أَعْمَلَ.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After sixth form I’ll study pharmacy, then train in a pharmacy before working.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الطَّرِيقُ الَّذِي سَتَخْتَارُهُ بَعْدَ المَدْرَسَةِ؟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Verbal noun + relative clause + time frame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أَنَّهَا تُعَلِّمُ المَعْرِفَةَ، غَيْرَ أَنَّهَا نَادِرًا مَا تُعَلِّمُ مَهَارَاتٍ عَمَلِيَّةً كَإِدَارَةِ المَالِ أَوْ كِتَابَةِ السِّيرَةِ الذَّاتِيَّةِ.</a:t>
            </a:r>
            <a:endParaRPr lang="ar-SA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teach knowledge, but rarely practical skills like managing money or writing a CV.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تُعِدُّ المَدَارِسُ الطُّلَّابَ لِسُوقِ العَمَلِ؟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نَاحِيَةٍ، هِيَ أَرْخَصُ وَأَكْثَرُ مُرُونَةً، وَمِنْ نَاحِيَةٍ أُخْرَى، لَا تُقَدِّمُ الحَيَاةَ الجَامِعِيَّةَ وَالعَلَاقَاتِ الَّتِي تُبْنَى هُنَاكَ.</a:t>
            </a:r>
            <a:endParaRPr lang="ar-SA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are cheaper and more flexible, but don’t offer university life and the connections made there.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هَلِ الدَّوْرَاتُ الإِلِكْتْرُونِيَّةُ تُغْنِي عَنِ الجَامِعَةِ؟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لِأَنَّهُ يُتِيحُ لَهُمْ أَنْ يَكْسِبُوا المَالَ وَهُمْ يَتَعَلَّمُونَ، مِمَّا يُجَنِّبُهُمْ دُيُونَ الجَامِعَةِ.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they earn while learning, which spares them university debt.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يَخْتَارُ بَعْضُ الشَّبَابِ التَّدْرِيبَ المِهْنِيَّ؟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balance, cause → effect, past vs present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كَانُوا يَتَعَلَّمُونَ مِنْ آبَائِهِمْ فِي الوَرْشَةِ أَوِ الحَقْلِ، أَمَّا اليَوْمَ فَيَحْتَاجُونَ إِلَى شَهَادَاتٍ رَسْمِيَّةٍ.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learnt from their fathers in the workshop or field; today they need official certificates.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 الشَّبَابُ يَتَعَلَّمُونَ المِهَنَ فِي المَاضِي؟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اسْتَطَعْتُ، لَاخْتَرْتُ لُغَةَ الإِشَارَةِ، لِكَيْ أَتَوَاصَلَ مَعَ الصُّمِّ فِي المُسْتَشْفَى الَّذِي أَتَطَوَّعُ فِيهِ.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Sign language, to communicate with deaf patients in the hospital where I volunteer.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اسْتَطَعْتَ أَنْ تَتَعَلَّمَ أَيَّ مَهَارَةٍ فِي شَهْرٍ، مَاذَا تَخْتَارُ؟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balance, cause → effect, past vs present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what certificates, courses or skills I have (ʿindī / ladayya).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what I will do after school.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verbal nouns (at-tadrīb, al-ḥuṣūl ʿalā, at-taṭawwuʿ).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relative clause with a returning pronoun (allatī ḥaḍartuhā).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balanced view, a concession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TD-L05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TD-L05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TD-L05 · Speaking Workshop — Training, Qualifications and Skills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2026-10-11T13:44:12Z</dcterms:created>
  <dcterms:modified xsi:type="dcterms:W3CDTF">2026-10-11T13:44:12Z</dcterms:modified>
</cp:coreProperties>
</file>