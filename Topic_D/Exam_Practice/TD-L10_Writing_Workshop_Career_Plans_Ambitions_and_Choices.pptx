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10 (Career Plans, Ambitions and Choices, TD-L10).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3: ṭabībatu aṭfālin (iḍāfa). Box 7: a verbal noun (dirāsat at-tamrīḍ). Box 8: aʿmala ṭabībatan (ḥāl in the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سَتَدْرُسِينَ (will study — FUTURE) · تَحْلُمِينَ بِهَا (you dream of) · أَثَّرَتْ (influenced — PAST) · البَدِيلَةُ (alternative — use idhā lam … fa-sa-).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sa- + present, ḥulmī an uṣbiḥa + accusative, mundhu an kuntu, atamannā an … thumma uʾassisa, kuntu urīdu, fa- result, idhā … fa-sa- / idhā lam … fa-sa-, lan +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wa-ka-anna, ammā anā fa-, lā (not … but) contrast, aṭmaḥu ilā an, a passive (wulida, uktushifa), a rhetorical question with a-lam yakun, mundhu … wa-anā, a concession with a plan B (idhā lam … fa-sa-) and law … la-.
ENGLISH SUMMARY (read aloud or paste in the chat for Core students): Adults always ask “What do you want to be?”, as if the answer must be one word that never changes; I see the future as a road with stations, not a single door that opens once → my first station is clear: maths and computing, because I aspire to work in AI — specifically apps that help patients diagnose illness early → this dream was born in a sad moment: when my grandfather fell ill three years ago, his illness was found too late, and I wondered: couldn’t technology have spotted it sooner? Since that day I’ve read about digital medicine and followed the latest research → the road is long and competition fierce, but I have a plan B: if I’m not accepted at the university I want, I’ll start with an apprenticeship; “if one app I designed saved a single life, I’d feel all this effort and late nights had been worth the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passive hook with a quoted imperative, a two-sided “wahdahu”, a rhetorical question, a balanced view with mimmā, baynamā kāna + present, a passive (tubāʿu), dūna an, a concession with laysa bi-ḍ-ḍarūra immā … aw, idhā … fa-sa-.
ENGLISH SUMMARY (read aloud or paste in the chat for Core students): Young people are always told “follow your passion”, but reality is more complex: passion alone doesn’t pay the rent, and security alone can make life dull — so how do we choose? → passionate people work with more energy and create more, which can lead to success in fields others find hard; secure careers like accountancy and nursing provide a steady income for building a family and a stable life → I saw a clever solution in my uncle’s life: he studied accountancy and worked in it for ten years while painting in the evenings; when his paintings began to sell, he left his job and opened his own gallery without risking his family’s future, and is happier today than ever → the choice is hard, but it isn’t necessarily either-or; “if young people combine a career that secures their lives with a passion that feeds their souls, they’ll find the balance everyone seeks, and won’t have to choose between bread and dreams”.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Career Plans, Ambitions and Choices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الخُطَطُ وَالطُّمُوحَاتُ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careers-interview form, write an email telling a relative about your future plans, and write an extended piece about your ambitions or about passion versus security in career choices.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TD-L10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future plans.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sa- / sawfa + present for the future; lan + subjunctive (lan atruka); atamannā / aṭmaḥu ilā an + subjunctive; idhā + past … fa-sa- + present; idhā lam + jussive; uṣbiḥa / akūna + accusative job noun (ṭabībatan, mubarmijan).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أَطْمَحُ إِلَى أَنْ أُصْبِحَ طَبِيبَةَ أَطْفَالٍ</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aspire to become a paediatrician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إِذَا لَمْ أُقْبَلْ، فَسَأَدْرُسُ التَّمْرِيضَ</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am not accepted, I will study nursing</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لَنْ أَتْرُكَ حُلْمِي أَبَدًا</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will never give up my dream</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Careers-interview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مُقَابَلَةِ الإِرْشَادِ المِهْنِيِّ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Subjects for next year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المَوَادُّ لِلسَّنَةِ القَادِمَةِ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Dream career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المِهْنَةُ الَّتِي تَحْلُمُ بِهَا</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university</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الجَامِعَةُ المُفَضَّلَةُ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skill you have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مَهَارَةٌ عِنْدَكَ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 experience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خِبْرَةُ عَمَلٍ</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 B</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الخُطَّةُ البَدِيلَةُ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goal in ten years</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 هَدَفُكَ بَعْدَ عَشْرِ سَنَوَاتٍ؟</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aṭmaḥu ilā an + subjunctive.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Careers-interview form: model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Salma Omar, Year 11</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سَلْمَى عُمَرُ، الحَادِي عَشَرَ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biology, chemistry and maths</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الأَحْيَاءُ وَالكِيمْيَاءُ وَالرِّيَاضِيَّاتُ</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المَوَادُّ لِلسَّنَةِ القَادِمَةِ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paediatrician (f.)</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طَبِيبَةُ أَطْفَالٍ</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المِهْنَةُ الَّتِي تَحْلُمُ بِهَا</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University of Birmingham</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جَامِعَةُ بِرْمِنْغْهَامَ</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الجَامِعَةُ المُفَضَّلَةُ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patience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الصَّبْرُ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مَهَارَةٌ عِنْدَكَ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week in a hospital</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أُسْبُوعٌ فِي مُسْتَشْفًى</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خِبْرَةُ عَمَلٍ</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studying nursing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دِرَاسَةُ التَّمْرِيضِ</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الخُطَّةُ البَدِيلَةُ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aspire to work as a doctor for an organisation helping children in poor countries.</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أَطْمَحُ إِلَى أَنْ أَعْمَلَ طَبِيبَةً فِي مُنَظَّمَةٍ تُسَاعِدُ الأَطْفَالَ فِي البُلْدَانِ الفَقِيرَةِ.</a:t>
            </a:r>
            <a:endParaRPr lang="ar-SA" sz="12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 هَدَفُكَ بَعْدَ عَشْرِ سَنَوَاتٍ؟</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my plans for the future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خِطَطِي لِلْمُسْتَقْبَلِ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email in Arabic to a relative about your plans for the future, of about 80–90 words. You must include: • what you will study next • your dream job and why • an experience that influenced your choice • your plan B, and a request for help.</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future (sa-) and a hope (atamannā an).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experience AND a plan B (idhā lam … fa-sa-).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الامْتِحَانَاتِ سَأَدْرُسُ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the exams I will study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أَتَمَنَّى أَنْ أُصْبِحَ … لِأَنِّي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to become … because I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الشَّهْرِ المَاضِي زُرْتُ … فَأَعْجَبَنِي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month I visited … and I liked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لَمْ أُقْبَلْ، فَسَأَدْرُسُ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am not accepted, I will study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a relative about your future plans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اكْتُبِي رِسَالَةً إِلَى أَحَدِ أَقَارِبِكِ عَنْ خِطَطِكِ لِلْمُسْتَقْبَلِ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study next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سَتَدْرُسِينَ بَعْدَ ذٰلِكَ؟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dream job and why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الوَظِيفَةُ الَّتِي تَحْلُمِينَ بِهَا؟ وَلِمَاذَا؟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experience that influenced your choice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التَّجْرِبَةُ الَّتِي أَثَّرَتْ فِي اخْتِيَارِكِ؟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plan B, and ask for help</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خُطَّتُكِ البَدِيلَةُ؟ وَاطْلُبِي مُسَاعَدَةً.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the exams I will study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بَعْدَ الامْتِحَانَاتِ سَأَدْرُسُ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hope to become …, because I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أَتَمَنَّى أَنْ أُصْبِحَ ______ ، لِأَنِّي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month …, and I liked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الشَّهْرِ المَاضِي ______ ، فَأَعْجَبَنِي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I’m not accepted, I’ll study … Can you help me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لَمْ أُقْبَلْ، فَسَأَدْرُسُ ______ . هَلْ تُسَاعِدِينَنِي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love,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حُبِّي،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خَالَتِي،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أُرِيدُ أَنْ أُخْبِرَكِ عَنْ خِطَطِي لِلْمُسْتَقْبَلِ. بَعْدَ الامْتِحَانَاتِ سَأَدْرُسُ الأَحْيَاءَ وَالكِيمْيَاءَ فِي الكُلِّيَّةِ. أَتَمَنَّى أَنْ أُصْبِحَ طَبِيبَةً، لِأَنِّي أُحِبُّ مُسَاعَدَةَ النَّاسِ. فِي الشَّهْرِ المَاضِي زُرْتُ مُسْتَشْفًى مَعَ مَدْرَسَتِي، وَتَكَلَّمْتُ مَعَ طَبِيبَةٍ لَطِيفَةٍ، فَأَعْجَبَنِي عَمَلُهَا كَثِيرًا. فِي رَأْيِي، الطِّبُّ صَعْبٌ لٰكِنَّهُ مِهْنَةٌ رَائِعَةٌ. إِذَا لَمْ أُقْبَلْ فِي كُلِّيَّةِ الطِّبِّ، فَسَأَدْرُسُ التَّمْرِيضَ. هَلْ تَسْتَطِيعِينَ أَنْ تُسَاعِدِينِي فِي اخْتِيَارِ الجَامِعَةِ؟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حُبِّي،</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سَلْمَى</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Auntie, how are you? I want to tell you about my plans for the future. After the exams I’ll study biology and chemistry at college. I hope to become a doctor, because I love helping people. Last month I visited a hospital with my school and talked to a kind doctor, and I really liked her work. In my opinion medicine is hard but a wonderful job. If I’m not accepted for medicine, I’ll study nursing. Can you help me choose a university? With love, Salma.”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سَأَدْرُسُ الأَحْيَاءَ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أَتَمَنَّى أَنْ أُصْبِحَ</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فَأَعْجَبَنِي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لَمْ أُقْبَلْ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خَالَتِيَ العَزِيزَةَ،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بِمَا أَنَّكِ أَوَّلُ مَنْ شَجَّعَنِي عَلَى دِرَاسَةِ العُلُومِ، أَرَدْتُ أَنْ تَكُونِي أَوَّلَ مَنْ يَعْرِفُ قَرَارِي: سَأَدْرُسُ الأَحْيَاءَ وَالكِيمْيَاءَ فِي المَرْحَلَةِ القَادِمَةِ، وَأَطْمَحُ إِلَى أَنْ أُصْبِحَ طَبِيبَةَ أَطْفَالٍ. وَقَدْ تَأَكَّدَ هٰذَا الحُلْمُ عِنْدَمَا زُرْنَا المُسْتَشْفَى الشَّهْرَ المَاضِي، وَرَأَيْتُ كَيْفَ تُطَمْئِنُ طَبِيبَةٌ شَابَّةٌ طِفْلًا خَائِفًا قَبْلَ العَمَلِيَّةِ. صَحِيحٌ أَنَّ الطَّرِيقَ طَوِيلٌ، غَيْرَ أَنِّي لَنْ أَسْتَسْلِمَ بِسُهُولَةٍ؛ وَإِذَا لَمْ أُقْبَلْ فِي الطِّبِّ، فَسَأَدْرُسُ التَّمْرِيضَ، ثُمَّ أُحَاوِلُ مِنْ جَدِيدٍ. وَأَتَمَنَّى أَنْ تُسَاعِدِينِي فِي زِيَارَةِ الجَامِعَاتِ وَاخْتِيَارِ أَفْضَلِهَا هٰذَا الصَّيْفَ.</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حُبِّي وَامْتِنَانِي،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سَلْمَى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Auntie, since you were the first to encourage me to study science, I wanted you to be the first to know my decision: I’ll study biology and chemistry next, and I aspire to become a paediatrician. This dream was confirmed when we visited the hospital last month and I saw a young doctor reassure a frightened child before an operation. The road is long, but I won’t give up easily; if I’m not accepted for medicine, I’ll study nursing and then try again. I hope you can help me visit universities and choose the best this summer. With love and gratitude, Salma.”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بِمَا أَنَّكِ</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أَطْمَحُ إِلَى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لَنْ أَسْتَسْلِمَ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لَمْ أُقْبَلْ … فَسَأَدْرُسُ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ambitions for the future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طُمُوحَاتِي لِلْمُسْتَقْبَلِ</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next studies · your dream career and why · an experience that influenced your choice · your plan B</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دِرَاسَتُكَ القَادِمَةُ · حُلْمُكَ المِهْنِيُّ وَسَبَبُهُ · تَجْرِبَةٌ أَثَّرَتْ فِي اخْتِيَارِكَ · خُطَّتُكَ البَدِيلَةُ</a:t>
            </a:r>
            <a:endParaRPr lang="ar-SA" sz="155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Passion or security?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الشَّغَفُ أَمِ الأَمَانُ؟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difficult choice · the advantages of each path · a real example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الاخْتِيَارُ الصَّعْبُ · مَزَايَا كُلِّ طَرِيقٍ · مِثَالٌ مِنَ الوَاقِعِ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Next studies — baʿda al-imtiḥānāt sa-adrusu …, thumma sa-adhhabu ilā al-jāmiʿa.</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Dream job — ḥulmī an uṣbiḥa …; atamannā an aʿmala fī …; li-annī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influence — ʿindamā kuntu ṣaghīran kuntu urīdu …; lākin … ḥaḍartu / zurtu …, fa-ʿaraftu anna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Plan B — idhā ḥaṣaltu ʿalā … fa-sa- …, wa-idhā lam uqbal fa-sa- …; lan atruka ḥulmī; Stretch: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حُلْمِي أَنْ أُصْبِحَ مُبَرْمِجًا.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dream is to become a programmer.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حَضَرْتُ دَوْرَةً، فَعَرَفْتُ أَنَّ هٰذَا مَا أُرِيدُهُ.</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took a course, and knew this is what I want.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إِذَا لَمْ أُقْبَلْ، فَسَأَبْحَثُ عَنْ تَدْرِيبٍ مِهْنِيٍّ.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if I’m not accepted, I’ll look for an apprenticeship.</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أَنَا فِي الصَّفِّ الحَادِي عَشَرَ، وَأُفَكِّرُ كَثِيرًا فِي مُسْتَقْبَلِي. بَعْدَ الامْتِحَانَاتِ سَأَدْرُسُ الرِّيَاضِيَّاتِ وَالفِيزْيَاءَ وَالحَاسُوبَ فِي كُلِّيَّةٍ قَرِيبَةٍ مِنْ بَيْتِي. ثُمَّ سَأَذْهَبُ إِلَى الجَامِعَةِ فِي مَدِينَةٍ كَبِيرَةٍ.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حُلْمِي أَنْ أُصْبِحَ مُبَرْمِجًا. أُحِبُّ الحَاسُوبَ مُنْذُ أَنْ كُنْتُ صَغِيرًا، وَأُحِبُّ حَلَّ المُشْكِلَاتِ. أَتَمَنَّى أَنْ أَعْمَلَ فِي شَرِكَةٍ كَبِيرَةٍ، ثُمَّ أُؤَسِّسَ شَرِكَتِي الخَاصَّةَ بَعْدَ عَشْرِ سَنَوَاتٍ.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عِنْدَمَا كُنْتُ صَغِيرًا، كُنْتُ أُرِيدُ أَنْ أَكُونَ لَاعِبَ كُرَةِ قَدَمٍ. لٰكِنْ فِي السَّنَةِ المَاضِيَةِ حَضَرْتُ دَوْرَةً فِي البَرْمَجَةِ، وَصَنَعْتُ لُعْبَةً صَغِيرَةً، فَعَرَفْتُ أَنَّ هٰذَا مَا أُرِيدُهُ. كَانَ المُعَلِّمُ سَعِيدًا جِدًّا بِلُعْبَتِي.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إِذَا حَصَلْتُ عَلَى دَرَجَاتٍ جَيِّدَةٍ، فَسَأَدْرُسُ عُلُومَ الحَاسُوبِ فِي جَامِعَةِ مَانْشِسْتَرَ. وَإِذَا لَمْ أُقْبَلْ، فَسَأَبْحَثُ عَنْ تَدْرِيبٍ مِهْنِيٍّ فِي شَرِكَةٍ. لَنْ أَتْرُكَ حُلْمِي أَبَدًا، مَهْمَا كَانَ الطَّرِيقُ صَعْبًا.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in Year 11 and think a lot about my future: after the exams I’ll study maths, physics and computing at a nearby college, then go to university in a big city → my dream is to become a programmer: I’ve loved computers since I was small and love solving problems; I hope to work for a big company, then found my own in ten years → as a child I wanted to be a footballer, but last year I took a coding course and made a small game, and knew this is what I want; the teacher was very pleased with my game → if I get good grades I’ll study computer science at Manchester; if I’m not accepted I’ll look for an apprenticeship. I’ll never give up my dream, however hard the road.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سَأَدْرُسُ</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أَتَمَنَّى أَنْ أَعْمَلَ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فَعَرَفْتُ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لَنْ أَتْرُكَ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يَسْأَلُنِي الكِبَارُ دَائِمًا: "مَاذَا تُرِيدُ أَنْ تَكُونَ؟"، وَكَأَنَّ الجَوَابَ يَجِبُ أَنْ يَكُونَ كَلِمَةً وَاحِدَةً لَا تَتَغَيَّرُ أَبَدًا. أَمَّا أَنَا فَأَرَى المُسْتَقْبَلَ طَرِيقًا لَهُ مَحَطَّاتٌ، لَا بَابًا وَاحِدًا يُفْتَحُ مَرَّةً وَاحِدَةً.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مَحَطَّتِيَ الأُولَى وَاضِحَةٌ: سَأَدْرُسُ الرِّيَاضِيَّاتِ وَالحَاسُوبَ، لِأَنِّي أَطْمَحُ إِلَى أَنْ أَعْمَلَ فِي مَجَالِ الذَّكَاءِ الاصْطِنَاعِيِّ، وَبِالتَّحْدِيدِ فِي تَطْبِيقَاتٍ تُسَاعِدُ المَرْضَى عَلَى تَشْخِيصِ أَمْرَاضِهِمْ مُبَكِّرًا.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وُلِدَ هٰذَا الحُلْمُ فِي لَحْظَةٍ حَزِينَةٍ؛ فَعِنْدَمَا مَرِضَ جَدِّي قَبْلَ ثَلَاثِ سَنَوَاتٍ، اكْتُشِفَ مَرَضُهُ مُتَأَخِّرًا، فَتَسَاءَلْتُ: أَلَمْ يَكُنْ بِإِمْكَانِ التِّكْنُولُوجْيَا أَنْ تَكْتَشِفَهُ قَبْلَ ذٰلِكَ؟ وَمُنْذُ ذٰلِكَ اليَوْمِ وَأَنَا أَقْرَأُ عَنِ الطِّبِّ الرَّقْمِيِّ، وَأُتَابِعُ أَحْدَثَ الأَبْحَاثِ فِيهِ.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الطَّرِيقَ طَوِيلٌ وَالمُنَافَسَةَ شَدِيدَةٌ، غَيْرَ أَنَّ لِي خُطَّةً بَدِيلَةً؛ فَإِذَا لَمْ أُقْبَلْ فِي الجَامِعَةِ الَّتِي أُرِيدُهَا، فَسَأَبْدَأُ بِتَدْرِيبٍ مِهْنِيٍّ. وَلَوْ نَجَحَ تَطْبِيقٌ وَاحِدٌ صَمَّمْتُهُ فِي إِنْقَاذِ حَيَاةٍ وَاحِدَةٍ، لَشَعَرْتُ أَنَّ كُلَّ هٰذَا التَّعَبِ وَالسَّهَرِ كَانَ يَسْتَحِقُّ العَنَاءَ.</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وَكَأَنَّ الجَوَابَ</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أَطْمَحُ إِلَى أَنْ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اكْتُشِفَ مَرَضُهُ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نَجَحَ … لَشَعَرْتُ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passion or security?</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يُقَالُ لِلشَّبَابِ دَائِمًا: "اتَّبِعْ شَغَفَكَ"، لٰكِنَّ الوَاقِعَ أَكْثَرُ تَعْقِيدًا؛ فَالشَّغَفُ وَحْدَهُ لَا يَدْفَعُ الإِيجَارَ، وَالأَمَانُ وَحْدَهُ قَدْ يَجْعَلُ الحَيَاةَ مُمِلَّةً. فَكَيْفَ نَخْتَارُ؟</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مِنْ نَاحِيَةٍ، يَعْمَلُ الإِنْسَانُ الشَّغُوفُ بِطَاقَةٍ أَكْبَرَ، وَيُبْدِعُ أَكْثَرَ، مِمَّا قَدْ يَقُودُهُ إِلَى النَّجَاحِ فِي مَجَالَاتٍ يَرَاهَا الآخَرُونَ صَعْبَةً. وَمِنْ نَاحِيَةٍ أُخْرَى، تُوَفِّرُ المِهَنُ المَضْمُونَةُ، كَالمُحَاسَبَةِ وَالتَّمْرِيضِ، دَخْلًا ثَابِتًا يَسْمَحُ بِبِنَاءِ أُسْرَةٍ وَحَيَاةٍ مُسْتَقِرَّةٍ.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رَأَيْتُ حَلًّا ذَكِيًّا فِي تَجْرِبَةِ عَمِّي؛ فَقَدْ دَرَسَ المُحَاسَبَةَ وَعَمِلَ بِهَا عَشْرَ سَنَوَاتٍ، بَيْنَمَا كَانَ يَرْسُمُ فِي المَسَاءِ. وَعِنْدَمَا أَصْبَحَتْ لَوْحَاتُهُ تُبَاعُ، تَرَكَ عَمَلَهُ، وَافْتَتَحَ مَعْرِضَهُ الخَاصَّ، دُونَ أَنْ يُخَاطِرَ بِمُسْتَقْبَلِ أُسْرَتِهِ، وَهُوَ اليَوْمَ أَسْعَدُ مِنْ أَيِّ وَقْتٍ مَضَى.</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الاخْتِيَارَ صَعْبٌ، غَيْرَ أَنَّهُ لَيْسَ بِالضَّرُورَةِ إِمَّا هٰذَا أَوْ ذَاكَ. وَإِذَا جَمَعَ الشَّبَابُ بَيْنَ مِهْنَةٍ تُؤَمِّنُ حَيَاتَهُمْ وَشَغَفٍ يُغَذِّي أَرْوَاحَهُمْ، فَسَيَصِلُونَ إِلَى التَّوَازُنِ الَّذِي يَبْحَثُ عَنْهُ الجَمِيعُ، وَلَنْ يَضْطَرُّوا إِلَى الاخْتِيَارِ بَيْنَ الخُبْزِ وَالحُلْمِ.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يُقَالُ لِلشَّبَابِ</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قَدْ يَقُودُهُ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بَيْنَمَا كَانَ يَرْسُمُ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جَمَعَ … فَسَيَصِلُونَ</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TD-L10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job nouns agree with me.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sa-, atamannā an and a plan B with idhā lam … fa-sa-.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from past influence to future plans.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aṭmaḥu ilā an, lan + subjunctive, a concession and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TD-L11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TD-L10 · Writing Workshop — Career Plans, Ambitions and Choices</dc:title>
  <dc:subject>PptxGenJS Presentation</dc:subject>
  <dc:creator>Al Madina Online School · Arabic Department</dc:creator>
  <cp:lastModifiedBy>Al Madina Online School · Arabic Department</cp:lastModifiedBy>
  <cp:revision>1</cp:revision>
  <dcterms:created xsi:type="dcterms:W3CDTF">2026-10-11T14:04:21Z</dcterms:created>
  <dcterms:modified xsi:type="dcterms:W3CDTF">2026-10-11T14:04:21Z</dcterms:modified>
</cp:coreProperties>
</file>