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7 (The Workplace and Working Conditions, TD-L07), using that lesson’s language (comparatives (aṭwal min, akthar rāḥa min); time expressions (min … ilā …, marratayn fī al-usbūʿ, sāʿāt al-ʿamal); kāna + accusative and kāna + present (used to)).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workplaces and people: أَعْمَلُ فِي مَحَلٍّ · زُمَلَائِي لُطَفَاءُ · المُدِيرَةُ صَارِمَةٌ. Hours: أَعْمَلُ مِنَ السَّاعَةِ التَّاسِعَةِ إِلَى الخَامِسَةِ · مَرَّتَيْنِ فِي الأُسْبُوعِ.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comparatives + tamyīz: أَكْثَرُ رَاحَةً · أَعْلَى أَجْرًا · أَطْوَلُ سَاعَاتٍ. kāna + accusative: كَانَ العَمَلُ مُمِلًّا. kāna + present = used to: كُنْتُ أَعْمَلُ فِي مَقْهًى.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café job.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تَسْتَطِيعِينَ · عَمِلْتِ.
Core: iʿlān al-ʿamal, yawma as-sabti, min … ilā …, kam al-ajr fī as-sāʿa, ʿasharatu junayhātin (3–10 + pl.), the past ʿamiltu.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comparing two job offers.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سَتَخْتَارِينَ.
Core+: a dual (al-ʿamalān), aṭwalu min + iḍāfa, aʿlā ajran (comparative + tamyīz), lākinna, the CANDIDATE asks (task 4), a future decision with li-anna.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job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كُنْتِ تَعْمَلِينَ · تَرَكْتِ · تَفْعَلِينَ.
Develop: kuntu aʿmalu (past habit), min … ilā …, kāna + accusative (ʿādilan, ḍayyiqan), lākinna, a passive (ughliqa, bīʿa), akthar sāʿātin min, idhā … fa-innī.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workers’ rights podcast.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تَجْرِبَتُكِ · كُنْتِ صَاحِبَةَ عَمَلٍ · تُعَامِلِينَ.
Stretch: a balanced view with idhā kānat, kuntu + present + fa-lāḥaẓtu anna + fa- action, a concession with yajibu ʿalā … an … wa-allā, kāna + present vs ammā … fa-,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comparison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TD-L07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TD-L07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The Workplace and Working Conditions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مَكَانُ العَمَلِ وَظُرُوفُهُ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talk about part-time jobs and workplaces — hours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التَّاسِعَةِ إِلَى الخَامِسَةِ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pay, colleagues and conditions — compare jobs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أَطْوَلُ مِنْ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رَاحَةً مِنْ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describe a past job with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WORKPLACES AND PEOPLE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Office, shop, colleagues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مَكَانُ العَمَلِ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factory · shop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office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mak-ta-bun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shop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مَحَلٌّ · مَحَلَّاتٌ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factory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مَصْنَعٌ · مَصَانِعُ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مَكَاتِبُ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full-time · shift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عَمَلٌ جُزْئِيٌّ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part-time job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ʿa-ma-lun juz-ʾiy-yun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shift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نَوْبَةٌ · نَوْبَاتٌ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full-time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عَمَلٌ بِدَوَامٍ كَامِلٍ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time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سَاعَاتُ العَمَلِ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working hours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sā-ʿā-tu al-ʿa-ma-li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overtime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سَاعَاتٌ إِضَافِيَّةٌ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from … to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… إِلَى …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per hour · pl.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رَاتِبٌ · أَجْرٌ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salary · a wage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rā-ti-bun · aj-run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رَوَاتِبُ · أُجُورٌ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per hour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زَمِيلٌ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colleague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za-mī-lun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زُمَلَاءُ · زَمِيلَاتٌ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زَمِيلَةٌ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مُدِيرٌ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manager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mu-dī-run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مُدَرَاءُ · مُدِيرُونَ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مُدِيرَةٌ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COMPARING AND THE PAST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Longer, better paid, used to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المُقَارَنَةُ وَالمَاضِي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زَبُونٌ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customer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za-bū-nun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زَبَائِنُ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زَبُونَةٌ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393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annual leave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holiday, day off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ʿuṭ-la-tun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annual leave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إِجَازَةٌ سَنَوِيَّةٌ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عُطَلٌ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good · bad · safe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ظُرُوفُ العَمَلِ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working conditions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ẓu-rū-fu al-ʿa-ma-li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safe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آمِنَةٌ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good · bad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جَيِّدَةٌ · سَيِّئَةٌ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twice a week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mar-ra-tay-ni fī al-us-bū-ʿi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at weekends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نِهَايَةِ الأُسْبُوعِ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once a month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فِي الشَّهْرِ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أَطْوَلُ · أَقْصَرُ مِنْ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longer · shorter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aṭ-wa-lu · aq-ṣa-ru min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better paid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أَعْلَى أَجْرًا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 comfortable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رَاحَةً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kāna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أَعْمَلُ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 work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kun-tu aʿ-ma-lu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 were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الزُّمَلَاءُ لُطَفَاءَ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was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العَمَلُ مُتْعِبًا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CAFÉ JOB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Asking about a weekend job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عَمَلٌ فِي نِهَايَةِ الأُسْبُوعِ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رَأَيْتُ إِعْلَانَ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 saw the job advert.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أَعْمَلَ يَوْمَ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you can work.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تَسْتَطِيعُ أَنْ تَعْمَلَ؟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 فِي السَّاعَةِ؟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pay.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مِنَ التَّاسِعَةِ إِلَى الثَّالِثَةِ.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سَأَفْعَلُ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you will do.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عَشَرَةُ جُنَيْهَاتٍ.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عَمِلْتُ فِي … / لَا،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عَمِلْتَ مِنْ قَبْلُ؟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 ·  The examiner is: the café manager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COMPARING TWO JOB OFFERS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Which job should I take?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عَمَلٍ أَخْتَارُ؟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الأَوَّلُ فِي … وَالثَّانِي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the two jobs.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العَمَلَانِ؟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سَاعَاتُ … أَطْوَلُ مِنْ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the hours.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وَالسَّاعَاتُ؟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المَطْعَمُ أَعْلَى أَجْرًا، لٰكِنَّ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the pay with a contrast.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وَالأَجْرُ؟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هُوَ؟ هَلْ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he is like.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أَعْرِفُ مُدِيرَ المَكْتَبَةِ.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سَأَخْتَارُ 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(decision).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إِذَنْ، أَيُّهُمَا سَتَخْتَارُ؟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with two offers  ·  The examiner is: an older sibling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JOB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Talking about your last job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عَمَلِي السَّابِقُ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أَعْمَلُ فِي … مِنْ …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past job (kuntu + present).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كُنْتَ تَعْمَلُ قَبْلَ هٰذَا؟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… وَكَانَتْ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conditions with kāna / kānat.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كَانَتْ ظُرُوفُ العَمَلِ؟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تَرَكْتُهُ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تَرَكْتَ العَمَلَ؟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أَكْثَرُ … مِنْ … لٰكِنَّ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your old job.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عَمَلُنَا هُنَا فِي نِهَايَةِ الأُسْبُوعِ وَبَعْضِ الأُمْسِيَاتِ.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غَضِبَ …، فَإِنِّي أَسْتَمِعُ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إِذَا غَضِبَ زَبُونٌ؟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job applicant  ·  The examiner is: a supermarket manager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WORKERS’ RIGHTS PODCAST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Should teenagers work while studying?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أَثْنَاءَ الدِّرَاسَةِ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view.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يَنْبَغِي أَنْ يَعْمَلَ المُرَاهِقُونَ أَثْنَاءَ الدِّرَاسَةِ؟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أَعْمَلُ … فَلَاحَظْتُ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experience with evidence.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تَجْرِبَتُكَ أَنْتَ؟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أَنَّهُ يَجِبُ عَلَى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say who must act.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بَعْضَ الأُسَرِ تَحْتَاجُ إِلَى هٰذَا المَالِ.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كَثِيرٌ مِنَ الأَطْفَالِ … أَمَّا اليَوْمَ فَتَحْمِيهِمْ …</a:t>
            </a:r>
            <a:endParaRPr lang="ar-SA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ظُرُوفُ العَمَلِ لِلشَّبَابِ فِي المَاضِي؟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…، لَأَعْطَيْتُ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صَاحِبَ عَمَلٍ، كَيْفَ تُعَامِلُ المُوَظَّفِينَ الشَّبَابَ؟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guest  ·  The examiner is: the podcast host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working hours and described a workplace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compared two jobs and described a past job with kāna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رَأَيْتُ إِعْلَانَ العَمَلِ فِي النَّافِذَةِ.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saw the job advert in the window.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أَعْمَلَ يَوْمَ السَّبْتِ وَيَوْمَ الأَحَدِ.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can work on Saturday and Sunday.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تَسْتَطِيعُ أَنْ تَعْمَلَ؟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كَمِ الأَجْرُ فِي السَّاعَةِ؟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pay per hour?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مِنَ التَّاسِعَةِ إِلَى الثَّالِثَةِ.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سَأَفْعَلُ فِي العَمَلِ؟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what will I do at work?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عَشَرَةُ جُنَيْهَاتٍ.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عَمِلْتُ فِي مَحَلِّ عَمِّي فِي الصَّيْفِ.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worked in my uncle’s shop in the summer.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عَمِلْتَ مِنْ قَبْلُ؟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الأَوَّلُ فِي مَطْعَمٍ، وَالثَّانِي فِي مَكْتَبَةٍ.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first is in a restaurant, and the second in a bookshop.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العَمَلَانِ؟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سَاعَاتُ المَطْعَمِ أَطْوَلُ مِنْ سَاعَاتِ المَكْتَبَةِ.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restaurant hours are longer than the bookshop’s.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وَالسَّاعَاتُ؟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المَطْعَمُ أَعْلَى أَجْرًا، لٰكِنَّ المَكْتَبَةَ أَهْدَأُ وَأَكْثَرُ رَاحَةً.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restaurant pays more, but the bookshop is quieter and more comfortable.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وَالأَجْرُ؟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هُوَ؟ هَلْ هُوَ لَطِيفٌ مَعَ المُوَظَّفِينَ؟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he like? Is he kind to the staff?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أَعْرِفُ مُدِيرَ المَكْتَبَةِ.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سَأَخْتَارُ المَكْتَبَةَ، لِأَنِّي أُحِبُّ الكُتُبَ، وَسَأَسْتَطِيعُ أَنْ أُرَاجِعَ دُرُوسِي هُنَاكَ.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bookshop, because I love books and I’ll be able to revise there.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إِذَنْ، أَيُّهُمَا سَتَخْتَارُ؟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أَعْمَلُ فِي مَقْهًى قُرْبَ المَحَطَّةِ، مِنَ السَّابِعَةِ صَبَاحًا إِلَى الظُّهْرِ، كُلَّ يَوْمِ سَبْتٍ.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work in a café near the station, from 7 a.m. to noon, every Saturday.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كُنْتَ تَعْمَلُ قَبْلَ هٰذَا؟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المُدِيرُ عَادِلًا، وَكَانَ الزُّمَلَاءُ لُطَفَاءَ، لٰكِنَّ المَكَانَ كَانَ ضَيِّقًا وَمُزْدَحِمًا.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manager was fair and colleagues kind, but the place was cramped and crowded.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كَانَتْ ظُرُوفُ العَمَلِ؟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تَرَكْتُهُ لِأَنَّ المَقْهَى أُغْلِقَ بَعْدَ أَنْ بِيعَ المَبْنَى.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left because the café closed after the building was sold.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تَرَكْتَ العَمَلَ؟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أَكْثَرُ سَاعَاتٍ مِنْ عَمَلِي السَّابِقِ، لٰكِنِّي أَسْتَطِيعُ أَنْ أُنَظِّمَ وَقْتِي، لِأَنَّ امْتِحَانَاتِي انْتَهَتْ.</a:t>
            </a:r>
            <a:endParaRPr lang="ar-SA" sz="17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more hours than my last job, but I can organise my time, as my exams are over.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عَمَلُنَا هُنَا فِي نِهَايَةِ الأُسْبُوعِ وَبَعْضِ الأُمْسِيَاتِ.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غَضِبَ زَبُونٌ، فَإِنِّي أَسْتَمِعُ إِلَيْهِ بِهُدُوءٍ، ثُمَّ أَطْلُبُ المُسَاعَدَةَ مِنَ المُدِيرِ.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a customer got angry, I’d listen calmly, then ask the manager for help.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إِذَا غَضِبَ زَبُونٌ؟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يُعَلِّمُهُمُ العَمَلُ المَسْؤُولِيَّةَ وَقِيمَةَ المَالِ، وَمِنْ نَاحِيَةٍ أُخْرَى، قَدْ يُؤَثِّرُ فِي دَرَجَاتِهِمْ إِذَا كَانَتِ السَّاعَاتُ طَوِيلَةً.</a:t>
            </a:r>
            <a:endParaRPr lang="ar-SA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Work teaches responsibility and the value of money, but can hurt grades if hours are long.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يَنْبَغِي أَنْ يَعْمَلَ المُرَاهِقُونَ أَثْنَاءَ الدِّرَاسَةِ؟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أَعْمَلُ عِشْرِينَ سَاعَةً فِي الأُسْبُوعِ فِي مَتْجَرٍ، فَلَاحَظْتُ أَنَّ تَرْكِيزِي فِي الصَّفِّ أَصْبَحَ أَضْعَفَ، فَخَفَّضْتُهَا إِلَى ثَمَانِي سَاعَاتٍ.</a:t>
            </a:r>
            <a:endParaRPr lang="ar-SA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worked twenty hours a week in a shop; I noticed my focus in class weakened, so I cut it to eight.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تَجْرِبَتُكَ أَنْتَ؟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هٰذَا وَاقِعٌ، غَيْرَ أَنَّهُ يَجِبُ عَلَى أَصْحَابِ العَمَلِ أَنْ يَحْتَرِمُوا سَاعَاتِ الدِّرَاسَةِ، وَأَلَّا يَطْلُبُوا نَوْبَاتٍ لَيْلِيَّةً.</a:t>
            </a:r>
            <a:endParaRPr lang="ar-SA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True, but employers must respect study hours and not ask for night shifts.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بَعْضَ الأُسَرِ تَحْتَاجُ إِلَى هٰذَا المَالِ.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كَثِيرٌ مِنَ الأَطْفَالِ يَعْمَلُونَ فِي المَصَانِعِ سَاعَاتٍ طَوِيلَةً، أَمَّا اليَوْمَ فَتَحْمِيهِمْ قَوَانِينُ تُحَدِّدُ أَعْمَارَهُمْ وَسَاعَاتِهِمْ.</a:t>
            </a:r>
            <a:endParaRPr lang="ar-SA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Many children worked long hours in factories; today laws protect them, limiting their age and hours.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ظُرُوفُ العَمَلِ لِلشَّبَابِ فِي المَاضِي؟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صَاحِبَ عَمَلٍ، لَأَعْطَيْتُ الطُّلَّابَ سَاعَاتٍ مَرِنَةً فِي فَتْرَةِ الامْتِحَانَاتِ، وَلَدَرَّبْتُهُمْ عَلَى مَهَارَاتٍ تَنْفَعُهُمْ مُسْتَقْبَلًا.</a:t>
            </a:r>
            <a:endParaRPr lang="ar-SA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an employer, I’d give students flexible hours at exam time and train them in skills for the future.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صَاحِبَ عَمَلٍ، كَيْفَ تُعَامِلُ المُوَظَّفِينَ الشَّبَابَ؟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measurable personal evidence, a concession with obligation, past vs present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أَعْمَلُ فِي … / لَا،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a part-time job?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عَمَلٌ جُزْئِيٌّ؟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أَعْمَلُ مِنَ … إِلَى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your working hours?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سَاعَاتُ عَمَلِكَ؟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يَعْمَلُ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does your father work?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يَعْمَلُ وَالِدُكَ؟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لِأَنَّ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Would you like to work in an office?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العَمَلَ فِي مَكْتَبٍ؟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أَدَّخِرُ … / أَشْتَرِي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with the money?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بِالمَالِ؟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ظُرُوفُ العَمَلِ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… وَكَانَ … لٰكِنَّ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workplace you visited or worked in.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مَكَانَ عَمَلٍ زُرْتَهُ أَوْ عَمِلْتَ فِيهِ.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فِي … أَكْثَرُ … بَيْنَمَا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working in an office and outdoors.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العَمَلِ فِي مَكْتَبٍ وَالعَمَلِ فِي الخَارِجِ.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أَهَمُّ شَيْءٍ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matters most in a workplace?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أَهَمُّ شَيْءٍ فِي مَكَانِ العَمَلِ؟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جَدِّي يَعْمَلُ … وَكَانَ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was your grandfather’s work like?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عَمَلُ جَدِّكَ؟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سَأَبْحَثُ عَنْ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job will you look for in the summer?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العَمَلُ الَّذِي سَتَبْحَثُ عَنْهُ فِي الصَّيْفِ؟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comparative + tamyīz, kāna in the past and a future plan.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وَالحَيَاةُ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a four-day working week a good idea?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أُسْبُوعُ العَمَلِ ذُو الأَيَّامِ الأَرْبَعَةِ فِكْرَةٌ جَيِّدَةٌ؟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matters more: pay or conditions?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أَهَمُّ: الرَّاتِبُ أَمْ ظُرُوفُ العَمَلِ؟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المُوَظَّفُونَ … أَمَّا اليَوْمَ فَيَعْمَلُ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technology changed workplaces?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غَيَّرَتِ التِّكْنُولُوجْيَا أَمَاكِنَ العَمَلِ؟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أَنَّهُ يَجِبُ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interns be paid?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يَحْصُلَ المُتَدَرِّبُونَ عَلَى أَجْرٍ؟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صَمَّمْتُهُ، لَجَعَلْتُ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designed the ideal workplace,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مَكَانَ العَمَلِ المِثَالِيَّ، كَيْفَ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balanced view, a concession, kāna + present vs ammā … fa-, lā … illā with mimmā,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أَعْمَلُ فِي مَخْبَزٍ يَوْمَ السَّبْتِ.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work in a bakery on Saturdays.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عَمَلٌ جُزْئِيٌّ؟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أَعْمَلُ مِنَ السَّاعَةِ الثَّامِنَةِ إِلَى الوَاحِدَةِ.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work from eight to one.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سَاعَاتُ عَمَلِكَ؟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يَعْمَلُ فِي مَكْتَبٍ فِي وَسَطِ المَدِينَةِ.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works in an office in the town centre.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يَعْمَلُ وَالِدُكَ؟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لِأَنِّي لَا أُحِبُّ الجُلُوسَ طُولَ اليَوْمِ.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because I don’t like sitting all 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العَمَلَ فِي مَكْتَبٍ؟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أَدَّخِرُ نِصْفَهُ، وَأَشْتَرِي بِالبَاقِي مَلَابِسَ.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save half and buy clothes with the rest.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بِالمَالِ؟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hours with min … ilā …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مَكْتَبُ أُمِّي وَاسِعًا وَحَدِيثًا، وَكَانَ المُوَظَّفُونَ يَعْمَلُونَ فِي مَجْمُوعَاتٍ، لٰكِنَّ الضَّجِيجَ كَانَ عَالِيًا.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Mum’s office was spacious and modern, with staff working in groups, but it was noisy.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مَكَانَ عَمَلٍ زُرْتَهُ أَوْ عَمِلْتَ فِيهِ.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فِي المَكْتَبِ أَكْثَرُ رَاحَةً، بَيْنَمَا العَمَلُ فِي الخَارِجِ أَكْثَرُ حَرَكَةً وَصِحَّةً، لٰكِنَّهُ صَعْبٌ فِي الشِّتَاءِ.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Office work is more comfortable, whereas outdoor work is more active and healthy — but hard in winter.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العَمَلِ فِي مَكْتَبٍ وَالعَمَلِ فِي الخَارِجِ.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أَهَمُّ شَيْءٍ الزُّمَلَاءُ، لِأَنَّ الجَوَّ الجَيِّدَ يَجْعَلُ السَّاعَاتِ الطَّوِيلَةَ أَقْصَرَ.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Colleagues — a good atmosphere makes long hours feel shorter.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أَهَمُّ شَيْءٍ فِي مَكَانِ العَمَلِ؟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جَدِّي يَعْمَلُ فِي مَصْنَعٍ، وَكَانَتْ سَاعَاتُهُ طَوِيلَةً جِدًّا، وَلَمْ تَكُنْ عِنْدَهُ عُطْلَةٌ سَنَوِيَّةٌ.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grandad worked in a factory: very long hours and no annual holiday.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عَمَلُ جَدِّكَ؟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سَأَبْحَثُ عَنْ عَمَلٍ فِي مُخَيَّمٍ صَيْفِيٍّ لِلْأَطْفَالِ، لِأَنِّي أُحِبُّ الرِّيَاضَةَ وَالعَمَلَ فِي الهَوَاءِ الطَّلْقِ.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job at a children’s summer camp — I love sport and working outdoors.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العَمَلُ الَّذِي سَتَبْحَثُ عَنْهُ فِي الصَّيْفِ؟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Comparison + kāna + time frame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يُعْطِي المُوَظَّفِينَ وَقْتًا أَطْوَلَ مَعَ أُسَرِهِمْ، وَمِنْ نَاحِيَةٍ أُخْرَى، قَدْ لَا يُنَاسِبُ المُسْتَشْفَيَاتِ وَالمَدَارِسَ.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gives staff more family time, but may not suit hospitals and schools.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أُسْبُوعُ العَمَلِ ذُو الأَيَّامِ الأَرْبَعَةِ فِكْرَةٌ جَيِّدَةٌ؟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الرَّاتِبَ ضَرُورِيٌّ، غَيْرَ أَنَّ مُدِيرًا ظَالِمًا أَوْ مَكَانًا خَطِيرًا يَجْعَلُ أَيَّ رَاتِبٍ غَيْرَ كَافٍ.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Pay is necessary, but an unfair boss or a dangerous place makes any salary not enough.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أَهَمُّ: الرَّاتِبُ أَمْ ظُرُوفُ العَمَلِ؟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المُوَظَّفُونَ يَذْهَبُونَ إِلَى المَكْتَبِ كُلَّ يَوْمٍ، أَمَّا اليَوْمَ فَيَعْمَلُ كَثِيرٌ مِنْهُمْ مِنَ البَيْتِ يَوْمَيْنِ فِي الأُسْبُوعِ.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Staff used to go in every day; today many work from home two days a week.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غَيَّرَتِ التِّكْنُولُوجْيَا أَمَاكِنَ العَمَلِ؟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ṣaḥīḥun anna … ghayra anna, past vs present, lā … illā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أَنَّهُ يَجِبُ ذٰلِكَ، لِأَنَّ التَّدْرِيبَ غَيْرَ المَدْفُوعِ لَا يَسْتَطِيعُهُ إِلَّا الأَغْنِيَاءُ، مِمَّا يُقَلِّلُ الفُرَصَ لِلْآخَرِينَ.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only the rich can afford unpaid internships, which reduces chances for others.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يَحْصُلَ المُتَدَرِّبُونَ عَلَى أَجْرٍ؟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صَمَّمْتُهُ، لَجَعَلْتُ فِيهِ حَدِيقَةً وَغُرْفَةً لِلرَّاحَةِ، وَلَسَمَحْتُ لِلْمُوَظَّفِينَ بِاخْتِيَارِ سَاعَاتِهِمْ.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include a garden and a rest room, and let staff choose their hours.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مَكَانَ العَمَلِ المِثَالِيَّ، كَيْفَ يَكُونُ؟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ṣaḥīḥun anna … ghayra anna, past vs present, lā … illā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working hours with min … ilā …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a workplace and the people there.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two jobs (aṭwal, akthar rāḥa, aʿlā ajran).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a past job with kāna / kuntu aʿmalu.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TD-L07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TD-L07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TD-L07 · Speaking Workshop — The Workplace and Working Conditions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2026-10-11T13:51:29Z</dcterms:created>
  <dcterms:modified xsi:type="dcterms:W3CDTF">2026-10-11T13:51:29Z</dcterms:modified>
</cp:coreProperties>
</file>