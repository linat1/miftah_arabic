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6 (Jobs and Professions, TD-L06).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4: the job noun matches the supervisor (al-mushrifa). Box 7: ṭabībatu aṭfālin (iḍāfa, f.). Box 8: al-aṭibbāʾ wa-l-mumarriḍāt.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مَعَ مَنْ (with whom) · مَاذَا فَعَلْتِ (what did you do — PAST) · المُسْتَقْبَلِ (future — use sa- / urīdu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job nouns in m. / f., yaʿmalu fī, ammā … fa-, kuntu urīdu an akūna + accusative, kāna + accusative, sa-uṣbiḥu muḥāmiyan.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a proverb with man, nisba job nouns, a relative without alladhī (jusūran yastakhdimuhā), ammā … fa- / ghayra anna, a mixed plural (ṭuhātan yaʿmalūna), wa-maʿa dhālika, a concession and a passive law … la-.
ENGLISH SUMMARY (read aloud or paste in the chat for Core students): They say whoever works at what they love never works a day in their life — I see this in my family: Dad is a civil engineer, Mum a pharmacist, my uncle a chef in a famous hotel, and my aunt a journalist who travels the world → every job has pros and cons: Dad designs bridges thousands use but spends weeks away; Mum works regular hours near home, but earns much less → a week with my uncle in the hotel kitchen changed my ideas about work: chefs worked nine hours non-stop, yet laughed and sang because they love what they make and are proud of every dish that leaves their kitchen → pay matters, but passion makes work bearable and enjoyable; “if I had to choose between a comfortable job I hate and a tiring one I love, I’d choose the second without any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kānat tuʿaddu (past passive habit), baynamā, a rhetorical question, three subjunctive verbs after an, mimmā, a relative with job nouns in f. (muwaẓẓafata istiqbāl), a past passive (ustubdilat), a ḥāl clause (wa-hiya fī al-arbaʿīn), a concession and idhā … fa-lan … bal.
ENGLISH SUMMARY (read aloud or paste in the chat for Core students): The job market is changing at unprecedented speed: jobs seen as safe twenty years ago are vanishing, while new ones nobody imagined have appeared — which will survive? → AI can now write reports, translate texts and answer customers, threatening many office and banking jobs; but jobs needing human empathy, like nursing and teaching, remain hard for machines → I saw this in my aunt’s life: she was a bank receptionist until her job was replaced by an app; she went back to study at forty and is now a digital-skills trainer, teaching workers who lost their jobs as she did → technology removes some jobs but creates others, as in every past industrial revolution; “if young people learn to adapt and keep learning all their lives, they won’t fear the future — they’ll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Jobs and Professions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الوَظَائِفُ وَالمِهَنُ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work-experience placement form, write an email about your work-experience week, and write an extended piece about jobs in your family or about the jobs of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TD-L06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work experience.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job nouns agree with the person (abī muhandis · ummī muhandisa); the verb agrees too (yaʿmalu / taʿmalu); after akūna / uṣbiḥa the job is accusative (uṣbiḥa ṭabībatan); plurals: muhandisūn (subject) / muhandisīn (object).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رَافَقْتُ مُمَرِّضَةً تَعْمَلُ هُنَاكَ مُنْذُ عِشْرِينَ سَنَةً</a:t>
            </a:r>
            <a:endParaRPr lang="ar-SA" sz="26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shadowed a nurse who has worked there for twenty years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مَزَايَاهَا … وَمِنْ عُيُوبِهَا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among its advantages … and its disadvantages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المُمَرِّضُونَ يَسْتَحِقُّونَ رَوَاتِبَ أَعْلَى</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nurses deserve higher salaries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Work-experience placement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التَّدْرِيبِ العَمَلِيِّ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Placement</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التَّدْرِيبِ</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Department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القِسْمُ</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Supervisor</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المُشْرِفُ / المُشْرِفَةُ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التَّوَارِيخُ</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Working hours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سَاعَاتُ العَمَلِ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career you are considering</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المِهْنَةُ الَّتِي تُفَكِّرُ فِيهَا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want to learn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تُرِيدُ أَنْ تَتَعَلَّمَ؟</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job plurals.</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Work-experience placement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Rana Mohammed,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رَنَا مُحَمَّدٌ،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children’s hospital</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 الأَطْفَالِ</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التَّدْرِيبِ</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nursing</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قِسْمُ التَّمْرِيضِ</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القِسْمُ</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Nurse Suad</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المُمَرِّضَةُ سُعَادُ</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المُشْرِفُ / المُشْرِفَةُ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to 7 June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٣ إِلَى ٧ يُونْيُو</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التَّوَارِيخُ</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 to 3</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الثَّامِنَةِ إِلَى الثَّالِثَةِ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سَاعَاتُ العَمَلِ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paediatrician (f.)</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طَبِيبَةُ أَطْفَالٍ</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المِهْنَةُ الَّتِي تُفَكِّرُ فِيهَا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I want to learn how doctors and nurses deal with frightened children.</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ea typeface="Amiri" pitchFamily="2" charset="-78"/>
                <a:cs typeface="Amiri" pitchFamily="2" charset="-78"/>
              </a:rPr>
              <a:t>أُرِيدُ أَنْ أَتَعَلَّمَ كَيْفَ يَتَعَامَلُ الأَطِبَّاءُ وَالمُمَرِّضَاتُ مَعَ الأَطْفَالِ الخَائِفِينَ.</a:t>
            </a:r>
            <a:endParaRPr lang="ar-SA" sz="12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تُرِيدُ أَنْ تَتَعَلَّمَ؟</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Question 2: my work-experience week</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أُسْبُوعُ التَّدْرِيبِ العَمَلِيِّ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have just done a week of work experience. Write an email in Arabic to a friend of about 80–90 words. You must include: • where you worked and with whom • what you did there • your opinion of the job (an advantage and a disadvantage) • the job you want in the future and why.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Job nouns that agree (mumarriḍa, ṭabība).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قُمْتُ بِتَجْرِبَةِ عَمَلٍ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did work experience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عَمِلْتُ مَعَ … اسْمُهَا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worked with … called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العَمَلُ كَانَ مُتْعِبًا، لٰكِنَّهُ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work was tiring, but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أَكُونَ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be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did a week’s work experience: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قَضَيْتِ أُسْبُوعًا فِي تَجْرِبَةِ عَمَلٍ.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worked and with whom</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عَمِلْتِ؟ وَمَعَ مَنْ؟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there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هُنَاكَ؟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the job</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هٰذِهِ المِهْنَةِ؟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job you want and why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المِهْنَةُ الَّتِي تُرِيدِينَهَا فِي المُسْتَقْبَلِ؟ وَلِمَاذَا؟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I did work experience at …, and worked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قُمْتُ بِتَجْرِبَةِ عَمَلٍ فِي ______ ، وَعَمِلْتُ مَعَ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help … with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أُسَاعِدُ ______ فِي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work was …, but it … In my opinion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العَمَلُ كَانَ ______ ، لٰكِنَّهُ ______ . فِي رَأْيِي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future I want to be …, because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المُسْتَقْبَلِ أُرِيدُ أَنْ أَكُونَ ______ ، لِأَنَّ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love,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حُبِّي،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فَاطِمَةُ،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فِي الأُسْبُوعِ المَاضِي قُمْتُ بِتَجْرِبَةِ عَمَلٍ فِي مُسْتَشْفَى الأَطْفَالِ. عَمِلْتُ مَعَ مُمَرِّضَةٍ لَطِيفَةٍ اسْمُهَا سُعَادُ. كُنْتُ أُسَاعِدُهَا فِي تَرْتِيبِ الغُرَفِ، وَأَتَكَلَّمُ مَعَ الأَطْفَالِ المَرْضَى. العَمَلُ كَانَ مُتْعِبًا، لِأَنَّنَا كُنَّا نَمْشِي طُولَ اليَوْمِ، لٰكِنَّهُ كَانَ مُفِيدًا جِدًّا. فِي رَأْيِي، التَّمْرِيضُ مِهْنَةٌ مُهِمَّةٌ وَجَمِيلَةٌ، لٰكِنَّ الرَّاتِبَ مُنْخَفِضٌ. فِي المُسْتَقْبَلِ سَأَدْرُسُ الطِّبَّ، وَأُرِيدُ أَنْ أَكُونَ طَبِيبَةَ أَطْفَالٍ.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حُبِّي،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رَنَا</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Fatima, how are you? Last week I did work experience at the children’s hospital. I worked with a kind nurse called Suad. I helped her tidy the rooms and talked to the sick children. The work was tiring, because we walked all day, but it was very useful. In my opinion nursing is an important and lovely job, but the pay is low. In future I’ll study medicine, and I want to be a children’s doctor. With love, Rana.”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مُمَرِّضَةٍ لَطِيفَةٍ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أُسَاعِدُهَا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مُتْعِبًا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أَكُونَ طَبِيبَةَ أَطْفَالٍ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فَاطِمَةُ،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أَكْتُبُ إِلَيْكِ بَعْدَ أُسْبُوعٍ لَا يُنْسَى قَضَيْتُهُ فِي تَجْرِبَةِ عَمَلٍ بِمُسْتَشْفَى الأَطْفَالِ، حَيْثُ رَافَقْتُ مُمَرِّضَةً تَعْمَلُ هُنَاكَ مُنْذُ عِشْرِينَ سَنَةً. كَانَتْ مُهِمَّتِي أَنْ أُرَتِّبَ الغُرَفَ، وَأَقْرَأَ القِصَصَ لِلْأَطْفَالِ الَّذِينَ يَنْتَظِرُونَ العَمَلِيَّاتِ، فَتَعَلَّمْتُ أَنَّ الابْتِسَامَةَ دَوَاءٌ أَيْضًا، وَأَنَّ الكَلِمَةَ الطَّيِّبَةَ تُخَفِّفُ الخَوْفَ. صَحِيحٌ أَنَّ العَمَلَ كَانَ مُتْعِبًا، إِذْ لَمْ نَجْلِسْ إِلَّا دَقَائِقَ قَلِيلَةً، غَيْرَ أَنَّنِي لَمْ أَشْعُرْ بِالمَلَلِ لَحْظَةً وَاحِدَةً. وَأَرَى أَنَّ المُمَرِّضِينَ يَسْتَحِقُّونَ رَوَاتِبَ أَعْلَى بِكَثِيرٍ مِمَّا يَحْصُلُونَ عَلَيْهِ. وَإِذَا حَقَّقْتُ دَرَجَاتٍ عَالِيَةً، فَسَأَدْرُسُ الطِّبَّ لِأُصْبِحَ طَبِيبَةَ أَطْفَالٍ.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رَنَا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Fatima, I’m writing after an unforgettable week of work experience at the children’s hospital, shadowing a nurse who has worked there for twenty years. My job was to tidy rooms and read stories to children waiting for operations, and I learnt that a smile is medicine too, and a kind word eases fear. The work was tiring — we barely sat down — but I didn’t feel bored for a moment. I think nurses deserve far higher salaries than they get. If I achieve high grades, I’ll study medicine to become a paediatrician. With love, Rana.”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تَعْمَلُ هُنَاكَ مُنْذُ</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الَّذِينَ يَنْتَظِرُونَ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نَجْلِسْ إِلَّا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حَقَّقْتُ … فَسَأَدْرُسُ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Jobs in my family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المِهَنُ فِي أُسْرَتِي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family’s jobs · their advantages and disadvantages · work experience or a childhood dream · the job you will choose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مِهَنُ أَفْرَادِ أُسْرَتِكَ · مَزَايَا هٰذِهِ المِهَنِ وَعُيُوبُهَا · تَجْرِبَةُ عَمَلٍ أَوْ حُلْمُ طُفُولَةٍ · المِهْنَةُ الَّتِي سَتَخْتَارُهَا</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jobs of the future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مِهَنُ المُسْتَقْبَلِ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changing job market · threatened and safe jobs · a real example · your opinion and advice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سُوقُ العَمَلِ يَتَغَيَّرُ · المِهَنُ المُهَدَّدَةُ وَالمِهَنُ الآمِنَةُ · مِثَالٌ مِنَ الوَاقِعِ · رَأْيُكَ وَنَصِيحَتُكَ</a:t>
            </a:r>
            <a:endParaRPr lang="ar-SA" sz="15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Family jobs — abī muhandis, ummī muʿallima …; yaʿmalu / taʿmalu fī …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Pros and cons — uḥibbu ʿamalahu li-annahu …, lākinna …; ammā ummī fa-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ʿindamā kuntu ṣaghīran kuntu urīdu an akūna …; work experience: kāna al-ʿamal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sa-adrusu …, sa-uṣbiḥu + accusative;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أَبِي مُهَنْدِسٌ، وَأُمِّي مُعَلِّمَةٌ.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father is an engineer, and my mother is a teacher.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أُرِيدُ أَنْ أَكُونَ لَاعِبَ كُرَةِ قَدَمٍ.</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used to want to be a footballer.</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سَأُصْبِحُ مُحَامِيًا، لِأَنِّي أُرِيدُ أَنْ أُسَاعِدَ النَّاسَ.</a:t>
            </a:r>
            <a:endParaRPr lang="ar-SA" sz="23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become a lawyer, because I want to help people.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أُسْرَتِي مِهَنٌ كَثِيرَةٌ وَمُخْتَلِفَةٌ. أَبِي مُهَنْدِسٌ، وَيَعْمَلُ فِي شَرِكَةٍ كَبِيرَةٍ لِلْبِنَاءِ. أُمِّي مُعَلِّمَةُ عُلُومٍ فِي مَدْرَسَةٍ ثَانَوِيَّةٍ. أَخِي الكَبِيرُ مُبَرْمِجٌ، وَيَعْمَلُ مِنَ البَيْتِ. أُخْتِي تَدْرُسُ الطِّبَّ فِي الجَامِعَةِ، وَسَتُصْبِحُ طَبِيبَةً بَعْدَ سَنَتَيْنِ.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أُحِبُّ عَمَلَ أَبِي، لِأَنَّهُ يُصَمِّمُ مَبَانِيَ جَمِيلَةً. لٰكِنَّ عَمَلَهُ مُتْعِبٌ، لِأَنَّهُ يُسَافِرُ كَثِيرًا. أَمَّا أُمِّي فَعَمَلُهَا مُفِيدٌ، وَعِنْدَهَا عُطَلٌ طَوِيلَةٌ، لٰكِنَّهَا تُصَحِّحُ الوَاجِبَاتِ فِي المَسَاءِ.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عِنْدَمَا كُنْتُ صَغِيرًا، كُنْتُ أُرِيدُ أَنْ أَكُونَ لَاعِبَ كُرَةِ قَدَمٍ. فِي السَّنَةِ المَاضِيَةِ قُمْتُ بِتَجْرِبَةِ عَمَلٍ فِي مَكْتَبِ مُحَامٍ. كَانَ العَمَلُ هَادِئًا، وَتَعَلَّمْتُ أَشْيَاءَ كَثِيرَةً عَنِ القَانُونِ، وَكَتَبْتُ رَسَائِلَ رَسْمِيَّةً لِلْمُحَامِي.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أَهَمُّ شَيْءٍ أَنْ نُحِبَّ عَمَلَنَا. فِي المُسْتَقْبَلِ سَأَدْرُسُ القَانُونَ فِي الجَامِعَةِ، وَسَأُصْبِحُ مُحَامِيًا، لِأَنِّي أُرِيدُ أَنْ أُسَاعِدَ النَّاسَ وَأُدَافِعَ عَنْهُمْ.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has many jobs: Dad is an engineer at a big building firm, Mum a secondary science teacher, my brother a programmer working from home, my sister studies medicine and will be a doctor in two years → I like Dad’s job (he designs lovely buildings) but it’s tiring with lots of travel; Mum’s is useful with long holidays, but she marks in the evenings → as a child I wanted to be a footballer; last year I did work experience at a lawyer’s office — quiet, and I learnt a lot about the law, and wrote formal letters for the lawyer → the most important thing is to love your work; I’ll study law and become a lawyer to help and defend people.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أَبِي مُهَنْدِسٌ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أُمِّي فَعَمَلُهَا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أُرِيدُ أَنْ أَكُونَ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سَأُصْبِحُ مُحَامِيًا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يُقَالُ إِنَّ مَنْ يَعْمَلُ فِيمَا يُحِبُّ لَا يَعْمَلُ يَوْمًا وَاحِدًا فِي حَيَاتِهِ، وَهٰذَا مَا أَرَاهُ فِي أُسْرَتِي الَّتِي تَجْمَعُ مِهَنًا مُتَنَوِّعَةً: فَأَبِي مُهَنْدِسٌ مَدَنِيٌّ، وَأُمِّي صَيْدَلَانِيَّةٌ، وَخَالِي طَاهٍ فِي فُنْدُقٍ مَشْهُورٍ، وَعَمَّتِي صَحَفِيَّةٌ تُسَافِرُ حَوْلَ العَالَمِ.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وَلِكُلِّ مِهْنَةٍ مَزَايَاهَا وَعُيُوبُهَا؛ فَأَبِي يُصَمِّمُ جُسُورًا يَسْتَخْدِمُهَا آلَافُ النَّاسِ، لٰكِنَّهُ يَقْضِي أَسَابِيعَ بَعِيدًا عَنَّا. أَمَّا أُمِّي فَتَعْمَلُ سَاعَاتٍ مُنْتَظِمَةً قُرْبَ البَيْتِ، غَيْرَ أَنَّ رَاتِبَهَا أَقَلُّ مِنْ رَاتِبِهِ بِكَثِيرٍ.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عِشْتُ تَجْرِبَةً غَيَّرَتْ أَفْكَارِي عَنِ العَمَلِ، عِنْدَمَا قَضَيْتُ أُسْبُوعًا مَعَ خَالِي فِي مَطْبَخِ الفُنْدُقِ؛ فَقَدْ رَأَيْتُ طُهَاةً يَعْمَلُونَ تِسْعَ سَاعَاتٍ بِلَا تَوَقُّفٍ، وَمَعَ ذٰلِكَ كَانُوا يَضْحَكُونَ وَيُغَنُّونَ، لِأَنَّهُمْ يُحِبُّونَ مَا يَصْنَعُونَ، وَيَفْخَرُونَ بِكُلِّ طَبَقٍ يَخْرُجُ مِنْ مَطْبَخِهِمْ.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الرَّاتِبَ مُهِمٌّ، غَيْرَ أَنَّ الشَّغَفَ هُوَ مَا يَجْعَلُ العَمَلَ مُحْتَمَلًا وَمُمْتِعًا. وَلَوْ خُيِّرْتُ بَيْنَ وَظِيفَةٍ مُرِيحَةٍ أَكْرَهُهَا وَأُخْرَى مُتْعِبَةٍ أُحِبُّهَا، لَاخْتَرْتُ الثَّانِيَةَ دُونَ أَيِّ تَرَدُّدٍ.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يُقَالُ إِنَّ مَنْ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يَسْتَخْدِمُهَا آلَافُ</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 كَانُوا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خُيِّرْتُ … لَاخْتَرْتُ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ea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the jobs of the future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يَتَغَيَّرُ سُوقُ العَمَلِ بِسُرْعَةٍ لَمْ يَشْهَدْهَا التَّارِيخُ؛ فَمِهَنٌ كَانَتْ تُعَدُّ آمِنَةً قَبْلَ عِشْرِينَ سَنَةً بَدَأَتْ تَخْتَفِي، بَيْنَمَا ظَهَرَتْ مِهَنٌ جَدِيدَةٌ لَمْ يَتَخَيَّلْهَا أَحَدٌ. فَأَيُّ مِهَنٍ سَتَبْقَى فِي المُسْتَقْبَلِ؟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يَسْتَطِيعُ الذَّكَاءُ الاصْطِنَاعِيُّ اليَوْمَ أَنْ يَكْتُبَ التَّقَارِيرَ، وَيُتَرْجِمَ النُّصُوصَ، وَيُجِيبَ عَنْ أَسْئِلَةِ العُمَلَاءِ، مِمَّا يُهَدِّدُ كَثِيرًا مِنْ وَظَائِفِ المَكَاتِبِ وَالبُنُوكِ. وَمِنْ نَاحِيَةٍ أُخْرَى، تَبْقَى المِهَنُ الَّتِي تَحْتَاجُ إِلَى التَّعَاطُفِ الإِنْسَانِيِّ، كَالتَّمْرِيضِ وَالتَّعْلِيمِ، صَعْبَةً عَلَى الآلَاتِ.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لَاحَظْتُ ذٰلِكَ فِي حَيَاةِ عَمَّتِي، الَّتِي كَانَتْ تَعْمَلُ مُوَظَّفَةَ اسْتِقْبَالٍ فِي بَنْكٍ، ثُمَّ اسْتُبْدِلَتْ وَظِيفَتُهَا بِتَطْبِيقٍ إِلِكْتْرُونِيٍّ. فَعَادَتْ إِلَى الدِّرَاسَةِ وَهِيَ فِي الأَرْبَعِينَ، وَأَصْبَحَتِ اليَوْمَ مُدَرِّبَةً فِي المَهَارَاتِ الرَّقْمِيَّةِ، تُعَلِّمُ مُوَظَّفِينَ فَقَدُوا وَظَائِفَهُمْ مِثْلَهَا.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التِّكْنُولُوجْيَا تُلْغِي بَعْضَ الوَظَائِفِ، غَيْرَ أَنَّهَا تَخْلُقُ غَيْرَهَا، كَمَا حَدَثَ فِي كُلِّ ثَوْرَةٍ صِنَاعِيَّةٍ سَابِقَةٍ. وَإِذَا تَعَلَّمَ الشَّبَابُ أَنْ يَتَكَيَّفُوا وَيَتَعَلَّمُوا طُوالَ حَيَاتِهِمْ، فَلَنْ يَخَافُوا مِنَ المُسْتَقْبَلِ، بَلْ سَيَصْنَعُونَهُ.</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كَانَتْ تُعَدُّ آمِنَةً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يُهَدِّدُ</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ثُمَّ اسْتُبْدِلَتْ</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فَلَنْ يَخَافُوا …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job nouns agree.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an advantage and a disadvantage, past and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m. / f. / pl. job nouns.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TD-L07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TD-L06 · Writing Workshop — Jobs and Professions</dc:title>
  <dc:subject>PptxGenJS Presentation</dc:subject>
  <dc:creator>Al Madina Online School · Arabic Department</dc:creator>
  <cp:lastModifiedBy>Al Madina Online School · Arabic Department</cp:lastModifiedBy>
  <cp:revision>1</cp:revision>
  <dcterms:created xsi:type="dcterms:W3CDTF">2026-10-11T13:47:52Z</dcterms:created>
  <dcterms:modified xsi:type="dcterms:W3CDTF">2026-10-11T13:47:52Z</dcterms:modified>
</cp:coreProperties>
</file>