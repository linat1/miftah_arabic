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GM-VF-08 (“Form VIII: Meeting, Choosing and Acquiring”).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اِكْتَسَبَ · يَكْتَسِبُ and the family اِجْتَمَعَ · اِخْتَارَ · اِحْتَرَمَ for choosing a course and meeting classmates. Develop: present forms (أَخْتَارُ · نَجْتَمِعُ · تَحْتَرِمِينَ) and the verbal noun اِفْتِعَالٌ (اِجْتِمَاعٌ · اِحْتِرَامٌ · اِخْتِيَارٌ). Stretch: look-alikes — اِسْتَمَعَ (VIII: s-m-ʿ + t) vs اِسْتَعْمَلَ (X), اِنْتَظَرَ (VIII: n-ẓ-r + t) vs اِنْكَسَرَ (VII).
• Website: some roots hide the pattern — ikhtāra (hollow) and ihtamma (doubled). Learn them as full past–present pairs.
• Very high-frequency nouns: اِجْتِمَاعٌ (meeting), اِمْتِحَانٌ (exam), اِحْتِرَامٌ (respect), اِخْتِيَارٌ (choice).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GM-VF-07 and its prep words (iktasaba, ijtamaʿa, ikhtāra, ihtamma).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VIII = i- + first root letter + t + the rest (iftaʿala). Present = ya- … (yaftaʿilu).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Istamaʿa = s-m-ʿ + t: Form VIII, even though it starts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Last two rows (Stretch) show the website’s “less transparent”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insert the t after the first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Istamaʿa: root s-m-ʿ, t after s → VIII. Istaʿmala: root ʿ-m-l, ista- before it → X. Intaẓara: root n-ẓ-r, t after n → VIII.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Istamaʿa: root s-m-ʿ, t after s → VIII. Istaʿmala: root ʿ-m-l, ista- before it → X. Intaẓara: root n-ẓ-r, t after n → VIII.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VIII (teacher-written). Read it aloud once while students follow; then they hunt for today’s grammar.
Task: Website: write about choosing a course. First, underline every Form VIII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explain your choice, the skills you acquire and why the subject interests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paragraph about choosing a course or activity. Explain your choice, the skills you acquire and why the subject interests you.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(GM-VF-09 · Form IX: Colours and Physical States) will spend class time USING this language, so students prepare it tonight — short, simple, easy to access (school guidance: “Simple, Short, Interesting, Relevant, Easy to access”). The five words prepare GM-VF-09 (website Verb Forms: Form IX).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Form VIII: Meeting, Choosing and Acquiring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الْوَزْنُ الثَّامِنُ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Form VIII slips a t inside the root, after the first letter: kasaba (earn) → iktasaba (acquire), jamaʿa (collect) → ijtamaʿa (meet). Present: yaktasibu. Find the t to find the form.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GM-VF-08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Pattern card; family; conjugation; Form I vs VIII; look-alikes.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Collect → meet; sort VIII / VII-X look-alikes;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اِنْكَسَرَ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Kasaba = to earn. Iktasaba =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acquire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break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write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was added inside </a:t>
            </a:r>
            <a:pPr algn="l" indent="0" marL="0">
              <a:buNone/>
            </a:pPr>
            <a:r>
              <a:rPr lang="ar-SA" altLang="en-US" sz="1650" b="1" dirty="0">
                <a:solidFill>
                  <a:srgbClr val="1B3B6F"/>
                </a:solidFill>
                <a:latin typeface="Amiri" pitchFamily="34" charset="0"/>
                <a:ea typeface="Amiri" pitchFamily="34" charset="-122"/>
                <a:cs typeface="Amiri" pitchFamily="34" charset="-120"/>
              </a:rPr>
              <a:t>اِكْتَسَبَ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Ijtamaʿa means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collect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share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meet / gather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Ikhtāra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choose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test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go out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كَسَّرَ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اِنْكَسَرَ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كُسِرَ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 before the root (GM-VF-07).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Kasaba = to earn. Iktasaba =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acquire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break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write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prep question.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 was added inside </a:t>
            </a:r>
            <a:pPr algn="l" indent="0" marL="0">
              <a:buNone/>
            </a:pPr>
            <a:r>
              <a:rPr lang="ar-SA" altLang="en-US" sz="1650" b="1" dirty="0">
                <a:solidFill>
                  <a:srgbClr val="1B3B6F"/>
                </a:solidFill>
                <a:latin typeface="Amiri" pitchFamily="34" charset="0"/>
                <a:ea typeface="Amiri" pitchFamily="34" charset="-122"/>
                <a:cs typeface="Amiri" pitchFamily="34" charset="-120"/>
              </a:rPr>
              <a:t>اِكْتَسَبَ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k-t-s-b: t after the first root letter.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Ijtamaʿa means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collect</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share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meet / gather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Ikhtāra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choose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test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go out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Form VIII = i- + first root letter + t + the rest (iftaʿala). Present = ya- … (yaftaʿilu).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كَسَبَ</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اِكْتَسَبَ</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يَكْتَسِبُ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Form VIII by the t after the first root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with ya- … -i-.</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Talk about choices, meetings and skills.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Form VIII from Form VII and Form X look-alikes.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choose and we meet.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about skills I acquire.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conjugate ijtamaʿa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ijtimāʿ and iḥtirām.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istamaʿa is Form VIII, not X.</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ikhtāra and ihtamma correctly.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الْوَزْنُ الثَّامِنُ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VIII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al-waz-nu ath-thā-mi-nu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اِفْتَعَلَ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تَاءُ الِافْتِعَالِ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inserted 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tā-ʾu al-ِf-ti-ʿā-li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اِجْتَمَعَ</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اِفْتِعَالٌ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VIII verbal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if-ti-ʿā-lun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اِجْتِمَاعٌ</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مُفْتَعِلٌ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VIII doer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muf-ta-ʿi-lun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مُسْتَمِعٌ</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اِهْتَمَّ بِـ</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be interested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ih-tam-ma bi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أَهْتَمُّ بِاللُّغَاتِ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اِسْتَمَعَ إِلَى</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listen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is-ta-ma-ʿa i-lā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أَسْتَمِعُ إِلَى</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FORM VIII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t inside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اِفْتَعَلَ · يَفْتَعِلُ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اِفْتَعِلْ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مُفْتَعِلٌ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اِفْتِعَالٌ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يَفْتَعِلُ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اِفْتَعَلَ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اِكْتَسِبْ</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مُكْتَسِبٌ</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اِكْتِسَابٌ</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يَكْتَسِبُ</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اِكْتَسَبَ</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acquire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اِجْتَمِعْ</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مُجْتَمِعٌ</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اِجْتِمَاعٌ</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يَجْتَمِعُ</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اِجْتَمَعَ</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meet / gather</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اِسْتَمِعْ</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مُسْتَمِعٌ</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اِسْتِمَاعٌ</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يَسْتَمِعُ</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اِسْتَمَعَ</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listen</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اِحْتَرِمْ</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مُحْتَرِمٌ</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اِحْتِرَامٌ</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يَحْتَرِمُ</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اِحْتَرَمَ</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respect</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for a regular root, Form VIII inserts t after the first root consonant: iftaʿala / yaftaʿilu. Some roots show assimilation or weak-letter changes.</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Form VIII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أُسْرَةُ الْوَزْنِ الثَّامِنِ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أَكْتَسِبُ مَهَارَاتٍ جَدِيدَةً مِنَ الْمُمَارَسَةِ.</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acquire</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اِكْتَسَبَ · يَكْتَسِبُ</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اِجْتَمَعَ الطُّلَّابُ بَعْدَ الدَّرْسِ.</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meet / gather</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اِجْتَمَعَ · يَجْتَمِعُ</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أَخْتَارُ كِتَابًا جَدِيدًا لِلْقِرَاءَةِ.</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choose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اِخْتَارَ · يَخْتَارُ</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أَهْتَمُّ بِالْعُلُومِ.</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 interested (in)</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اِهْتَمَّ · يَهْتَمُّ</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نَحْتَرِمُ آرَاءَ الْآخَرِينَ.</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respect</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اِحْتَرَمَ · يَحْتَرِمُ</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اِنْتَظَرْتُ الْحَافِلَةَ عِشْرِينَ دَقِيقَةً.</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wait (for)</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اِنْتَظَرَ · يَنْتَظِرُ</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in iktasaba the t is clearly visible. In ihtamma and ikhtāra, root-specific changes make the surface form less transparent — learn the full pairs.</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CONJUGATE IJTAMAʿA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i- goes; the t stays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«اِجْتَمَعَ»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 + j-t-m-ʿ</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نَجْتَمِعُ</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اِجْتَمَعْنَا</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-ūna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يَجْتَمِعُونَ</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اِجْتَمَعُوا</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maʿa</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أَجْتَمِعُ</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اِجْتَمَعْتُ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تَجْتَمِعُ</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اِجْتَمَعَتْ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 short in the past</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تَخْتَارِينَ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اِخْتَرْتِ</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doubled</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يَهْتَمُّ</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اِهْتَمَّ</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self-check: akhtāru is the first-person present (I choose); ikhtartu is the past (I chose). Like Form VII, the linking i- disappears in the present.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the regular Form VIII model?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اِسْتَكْسَبَ / يَسْتَكْسِبُ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كَسَبَ / يَكْسِبُ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اِكْتَسَبَ / يَكْتَسِبُ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“I choose”?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أَخْتَارُ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أَخْتَرْتُ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met after school”.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جَمَعْنَا بَعْدَ الْمَدْرَسَةِ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اِجْتَمَعْنَا بَعْدَ الْمَدْرَسَةِ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اِسْتَجْمَعْنَا بَعْدَ الْمَدْرَسَةِ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listen to the teacher”.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أَسْتَمِعُ إِلَى الْمُعَلِّمِ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أَسْمَعُ إِلَى الْمُعَلِّمِ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أَسْتَمِعُ الْمُعَلِّمَ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the regular Form VIII model?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اِسْتَكْسَبَ / يَسْتَكْسِبُ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كَسَبَ / يَكْسِبُ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اِكْتَسَبَ / يَكْتَسِبُ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VIII inserts t after the first root letter.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“I choose”?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أَخْتَارُ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أَخْتَرْتُ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Akhtāru is the first-person present; ikhtartu is the past.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met after school”.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جَمَعْنَا بَعْدَ الْمَدْرَسَةِ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اِجْتَمَعْنَا بَعْدَ الْمَدْرَسَةِ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اِسْتَجْمَعْنَا بَعْدَ الْمَدْرَسَةِ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VIII past + -nā.</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listen to the teacher”.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أَسْتَمِعُ إِلَى الْمُعَلِّمِ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أَسْمَعُ إِلَى الْمُعَلِّمِ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أَسْتَمِعُ الْمُعَلِّمَ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istamaʿa + ilā.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explain a choice with Form VIII</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أَخْتَارُ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Hollow Form VIII.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Interested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أَهْتَمُّ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Doubled; + bi- (in).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Acquire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أَكْتَسِبُ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k-t-s-b.</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Meet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أَجْتَمِعُ</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j-t-m-ʿ.</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FORM VIII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0E7C86"/>
                </a:solidFill>
                <a:latin typeface="Amiri" pitchFamily="34" charset="0"/>
                <a:ea typeface="Amiri" pitchFamily="34" charset="-122"/>
                <a:cs typeface="Amiri" pitchFamily="34" charset="-120"/>
              </a:rPr>
              <a:t>أَخْتَارُ</a:t>
            </a:r>
            <a:pPr rtl="1" algn="r" indent="0" marL="0">
              <a:buNone/>
            </a:pPr>
            <a:r>
              <a:rPr lang="ar-SA" altLang="en-US" sz="2200" b="1" dirty="0">
                <a:solidFill>
                  <a:srgbClr val="1B3B6F"/>
                </a:solidFill>
                <a:latin typeface="Amiri" pitchFamily="34" charset="0"/>
                <a:ea typeface="Amiri" pitchFamily="34" charset="-122"/>
                <a:cs typeface="Amiri" pitchFamily="34" charset="-120"/>
              </a:rPr>
              <a:t> دَرْسَ الْعَرَبِيَّةِ لِأَنَّنِي </a:t>
            </a:r>
            <a:pPr rtl="1" algn="r" indent="0" marL="0">
              <a:buNone/>
            </a:pPr>
            <a:r>
              <a:rPr lang="ar-SA" altLang="en-US" sz="2200" b="1" dirty="0">
                <a:solidFill>
                  <a:srgbClr val="0E7C86"/>
                </a:solidFill>
                <a:latin typeface="Amiri" pitchFamily="34" charset="0"/>
                <a:ea typeface="Amiri" pitchFamily="34" charset="-122"/>
                <a:cs typeface="Amiri" pitchFamily="34" charset="-120"/>
              </a:rPr>
              <a:t>أَهْتَمُّ</a:t>
            </a:r>
            <a:pPr rtl="1" algn="r" indent="0" marL="0">
              <a:buNone/>
            </a:pPr>
            <a:r>
              <a:rPr lang="ar-SA" altLang="en-US" sz="2200" b="1" dirty="0">
                <a:solidFill>
                  <a:srgbClr val="1B3B6F"/>
                </a:solidFill>
                <a:latin typeface="Amiri" pitchFamily="34" charset="0"/>
                <a:ea typeface="Amiri" pitchFamily="34" charset="-122"/>
                <a:cs typeface="Amiri" pitchFamily="34" charset="-120"/>
              </a:rPr>
              <a:t> بِاللُّغَاتِ. </a:t>
            </a:r>
            <a:pPr rtl="1" algn="r" indent="0" marL="0">
              <a:buNone/>
            </a:pPr>
            <a:r>
              <a:rPr lang="ar-SA" altLang="en-US" sz="2200" b="1" dirty="0">
                <a:solidFill>
                  <a:srgbClr val="0E7C86"/>
                </a:solidFill>
                <a:latin typeface="Amiri" pitchFamily="34" charset="0"/>
                <a:ea typeface="Amiri" pitchFamily="34" charset="-122"/>
                <a:cs typeface="Amiri" pitchFamily="34" charset="-120"/>
              </a:rPr>
              <a:t>أَكْتَسِبُ</a:t>
            </a:r>
            <a:pPr rtl="1" algn="r" indent="0" marL="0">
              <a:buNone/>
            </a:pPr>
            <a:r>
              <a:rPr lang="ar-SA" altLang="en-US" sz="2200" b="1" dirty="0">
                <a:solidFill>
                  <a:srgbClr val="1B3B6F"/>
                </a:solidFill>
                <a:latin typeface="Amiri" pitchFamily="34" charset="0"/>
                <a:ea typeface="Amiri" pitchFamily="34" charset="-122"/>
                <a:cs typeface="Amiri" pitchFamily="34" charset="-120"/>
              </a:rPr>
              <a:t> مَهَارَاتٍ جَدِيدَةً مِنَ الْمُمَارَسَةِ، وَ</a:t>
            </a:r>
            <a:pPr rtl="1" algn="r" indent="0" marL="0">
              <a:buNone/>
            </a:pPr>
            <a:r>
              <a:rPr lang="ar-SA" altLang="en-US" sz="2200" b="1" dirty="0">
                <a:solidFill>
                  <a:srgbClr val="0E7C86"/>
                </a:solidFill>
                <a:latin typeface="Amiri" pitchFamily="34" charset="0"/>
                <a:ea typeface="Amiri" pitchFamily="34" charset="-122"/>
                <a:cs typeface="Amiri" pitchFamily="34" charset="-120"/>
              </a:rPr>
              <a:t>أَجْتَمِعُ</a:t>
            </a:r>
            <a:pPr rtl="1" algn="r" indent="0" marL="0">
              <a:buNone/>
            </a:pPr>
            <a:r>
              <a:rPr lang="ar-SA" altLang="en-US" sz="2200" b="1" dirty="0">
                <a:solidFill>
                  <a:srgbClr val="1B3B6F"/>
                </a:solidFill>
                <a:latin typeface="Amiri" pitchFamily="34" charset="0"/>
                <a:ea typeface="Amiri" pitchFamily="34" charset="-122"/>
                <a:cs typeface="Amiri" pitchFamily="34" charset="-120"/>
              </a:rPr>
              <a:t> مَعَ زُمَلَائِي كُلَّ أُسْبُوعٍ.</a:t>
            </a:r>
            <a:endParaRPr lang="ar-SA" sz="22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 choose Arabic lessons because I am interested in languages. I acquire new skills through practice, and I meet my classmates every week.</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اِجْتَمَعَ الطُّلَّابُ بَعْدَ الدَّرْسِ.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students met after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أَخْتَارُ كِتَابًا جَدِيدًا لِلْقِرَاءَةِ.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choose a new book to read.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نَحْتَرِمُ آرَاءَ الْآخَرِينَ.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respect other people’s opinions.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iḥtarama.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أَسْتَمِعُ إِلَى الْقُرْآنِ كُلَّ صَبَاحٍ.</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listen to the Qur’an every morning.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istamaʿa + ilā.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the inner t adds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الْأَوَّلِ إِلَى الثَّامِنِ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 VIII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acquire</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اِكْتَسَبَ</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earn</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كَسَبَ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gather / meet</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اِجْتَمَعَ</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collect</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جَمَعَ</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listen (to)</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اِسْتَمَعَ</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hear</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سَمِعَ</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wait (for)</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اِنْتَظَرَ</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look</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نَظَرَ</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inaugurate / open officially</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اِفْتَتَحَ</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open</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related meaning is useful, but Form VIII cannot be translated by one fixed English prefix. Hear → listen; look → wait.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WEBSITE CLINIC · FIND THE T AFTER THE FIRST ROOT LETTER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 VIII, or a look-alike?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ثَامِنٌ أَمْ شَبِيهٌ؟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اِسْتَمَعَ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اِنْتَظَرَ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اِكْتَسَبَ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اِجْتَمَعَ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اِسْتَعْمَلَ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اِنْكَسَرَ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اِسْتَقْبَلَ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اِنْصَرَفَ</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VIII (root + 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Not VIII (VII in- / X ista-)</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VIII (root + 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اِسْتَمَعَ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اِنْتَظَرَ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اِكْتَسَبَ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اِجْتَمَعَ</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Not VIII (VII in- / X ista-)</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اِسْتَعْمَلَ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اِنْكَسَرَ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اِسْتَقْبَلَ</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اِنْصَرَفَ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أَخْتَرْتُ هَذَا الْكِتَابَ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Past or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يَجْمَعُ الطُّلَّابُ بَعْدَ الدَّرْسِ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Collect or meet?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اِسْتَمَعْتُ الْمُعَلِّمَ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أَخْتَرْتُ هَذَا الْكِتَابَ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اِخْتَرْتُ هَذَا الْكِتَابَ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past starts with i- (ikhtartu); akhtāru is the present.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يَجْمَعُ الطُّلَّابُ بَعْدَ الدَّرْسِ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يَجْتَمِعُ الطُّلَّابُ بَعْدَ الدَّرْسِ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 gather / meet (no object) = Form VIII.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اِسْتَمَعْتُ الْمُعَلِّمَ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اِسْتَمَعْتُ إِلَى الْمُعَلِّمِ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Istamaʿa takes ilā.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 ihtamma be difficult to recognise?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root consonants.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Form IX colour verb.</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Assimilation and doubling can alter the visible pattern.</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اِحْتَرَمَ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حُرْمَةٌ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اِحْتِرَامٌ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مُحْتَرَمٌ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interested in science”.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تُهِمُّ الْعُلُومَ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تَهْتَمُّ بِالْعُلُومِ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اِهْتَمَّتِ الْعُلُومُ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VIII?</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اِنْكَسَرَ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اِسْتَخْدَمَ</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اِنْتَظَرَ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 ihtamma be difficult to recognise?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root consonants.</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Form IX colour verb.</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Assimilation and doubling can alter the visible pattern.</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Doubling can change the visible pattern.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اِحْتَرَمَ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حُرْمَةٌ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اِحْتِرَامٌ</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مُحْتَرَمٌ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iftiʿāl.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interested in science”.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تُهِمُّ الْعُلُومَ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تَهْتَمُّ بِالْعُلُومِ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اِهْتَمَّتِ الْعُلُومُ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ihtamma + bi-.</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VIII?</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اِنْكَسَرَ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اِسْتَخْدَمَ</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اِنْتَظَرَ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n-ẓ-r with t after 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READING FOR FORM VIII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Choosing my options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هَذِهِ السَّنَةَ اخْتَرْتُ ثَلَاثَ مَوَادَّ جَدِيدَةً. أَهْتَمُّ بِالتَّارِيخِ، لِذَلِكَ اخْتَرْتُهُ أَوَّلًا. اِجْتَمَعْتُ مَعَ الْمُرْشِدَةِ، وَاسْتَمَعْتُ إِلَى نَصَائِحِهَا. قَالَتْ: «سَتَكْتَسِبِينَ مَهَارَاتٍ مُهِمَّةً، وَلَكِنْ لَا تَنْسَيِ الِامْتِحَانَاتِ!». الْآنَ أَنْتَظِرُ بِدَايَةَ الْفَصْلِ بِشَوْقٍ، وَأَحْتَرِمُ رَأْيَ وَالِدَيَّ أَيْضًا.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مَوَادَّ</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subjects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الْمُرْشِدَةِ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careers adviser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نَصَائِحِهَا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her advice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بِشَوْقٍ</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eagerly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وَالِدَيَّ</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parents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writer choose history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parents chose it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interested in it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easy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did she meet?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teacher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parents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careers adviser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she waiting for eagerly?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start of term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exams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results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VIII + ilā?</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اِخْتَرْتُ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اِسْتَمَعْتُ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أَحْتَرِمُ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 writer choose history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parents chose it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is interested in it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easy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Ahtammu bi-t-tārīkh.</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did she meet?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teacher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parents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careers adviser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Ijtamaʿtu maʿa l-murshida.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she waiting for eagerly?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start of term</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exams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results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Antaẓiru bidāyata l-faṣl.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VIII + ilā?</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اِخْتَرْتُ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اِسْتَمَعْتُ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أَحْتَرِمُ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istamaʿtu ilā.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Speaking: my choices and interests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تَهْتَمُّ؟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مَوَادَّ اخْتَرْتَ هَذِهِ السَّنَةَ؟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الْمَهَارَاتُ الَّتِي تَكْتَسِبُهَا؟ وَمَتَى تَجْتَمِعُ مَعَ زُمَلَائِكَ؟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أَهْتَمُّ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اِخْتَرْتُ ___ لِأَنَّنِي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أَكْتَسِبُ ___ ، وَنَجْتَمِعُ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بِمَاذَا تَهْتَمِّينَ؟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are you interested in?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أَهْتَمُّ بِالْفَنِّ وَالتَّصْمِيمِ. اِخْتَرْتُ دَرْسَ الرَّسْمِ، وَأَكْتَسِبُ مَهَارَاتٍ جَدِيدَةً كُلَّ أُسْبُوعٍ.</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am interested in art and design. I chose the drawing course, and I acquire new skills every week.</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akhtāru · ahtammu bi- · aktasibu.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ijtamaʿa, istamaʿa ilā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Past and present.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options choice with five Form VIII verbs, including intaẓara and iḥtarama.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look-alike explained.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اِخْتَرْتُ ______ هَذِهِ السَّنَةَ.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chose … this year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اِسْتَمَعْتُ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listened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أَنْتَظِرُ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waiting for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اِحْتِرَامُ ______ مُهِمٌّ.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Respect for … is important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أَخْتَارُ ______ لِأَنَّ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choose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أَهْتَمُّ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interested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أَكْتَسِبُ مَهَارَاتٍ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acquire … skills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نَجْتَمِعُ كُلَّ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meet every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اِخْتَارَ · يَخْتَارُ  ·  اِهْتَمَّ · يَهْتَمُّ  ·  اِكْتَسَبَ · يَكْتَسِبُ  ·  اِجْتَمَعَ · يَجْتَمِعُ  ·  اِسْتَمَعَ · يَسْتَمِعُ  ·  اِنْتَظَرَ · يَنْتَظِرُ  ·  اِحْتَرَمَ · يَحْتَرِمُ  ·  اِجْتِمَاعٌ  ·  اِخْتِيَارٌ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choosing your options with five Form VIII verbs, including intaẓara and iḥtarama.</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Form VIII verbs (t after the first root letter).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Past with i-, present without 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ihtamma + bi- and istamaʿa + ilā.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verbal noun (ijtimāʿ, ikhtiyār).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look-alike explained (istamaʿa vs istaʿmala).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 therefore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future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مَهَارَاتٌ جَدِيدَةٌ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new skills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نَصِيحَةٌ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advice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بِشَوْقٍ</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eagerly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رَأْيُ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opinion of</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الشَّهْرِ الْمَاضِي اخْتَرْتُ مَوَادَّ السَّنَةِ الْقَادِمَةِ. أَهْتَمُّ بِالْحَاسُوبِ وَالرِّيَاضِيَّاتِ، لِذَلِكَ اخْتَرْتُ الْبَرْمَجَةَ. اِجْتَمَعْتُ مَعَ مُعَلِّمِي، وَاسْتَمَعْتُ إِلَى رَأْيِهِ بِاهْتِمَامٍ. قَالَ إِنَّنِي سَأَكْتَسِبُ مَهَارَاتٍ مُفِيدَةً لِلْمُسْتَقْبَلِ. أَحْتَرِمُ رَأْيَ أُسْرَتِي أَيْضًا، وَقَدِ اتَّفَقْنَا عَلَى اخْتِيَارِي. الْآنَ أَنْتَظِرُ الِامْتِحَانَاتِ، وَأَسْتَعْمِلُ الْحَاسُوبَ لِلْمُرَاجَعَةِ.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month I chose next year’s subjects. I am interested in computers and maths, so I chose programming. I met my teacher and listened to his opinion carefully. He said I will acquire useful skills for the future. I respect my family’s opinion too, and we agreed on my choice. Now I am waiting for the exams, and I use the computer for revision.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VIII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VIII present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iftiʿāl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X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VIII verbs have a t after the first root letter.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Past starts with i-; present with ya- / a- / 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ihtamma bi- and istamaʿa ilā.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verbal noun like ijtimāʿ.</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confuse VIII with VII or X.</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chose”.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اِخْتَرْتُ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أَخْتَارُ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خِرْتُ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VIII?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اِسْتَعْمَلَ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اِسْتَمَعَ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اِسْتَقْبَلَ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meet every Friday”.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يَجْتَمِعُونَ كُلَّ جُمُعَةٍ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يَجْمَعُونَ كُلَّ جُمُعَةٍ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اِجْتَمِعُوا كُلَّ جُمُعَةٍ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chose”.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اِخْتَرْتُ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أَخْتَارُ</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خِرْتُ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of ikhtāra.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VIII?</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اِسْتَعْمَلَ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اِسْتَمَعَ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اِسْتَقْبَلَ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s-m-ʿ + 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meet every Friday”.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يَجْتَمِعُونَ كُلَّ جُمُعَةٍ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يَجْمَعُونَ كُلَّ جُمُعَةٍ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اِجْتَمِعُوا كُلَّ جُمُعَةٍ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VIII present + -ūna.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GM-VF-08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GM-VF-09: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GM-VF-09 · Form IX: Colours and Physical States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اِحْمَرَّ · يَحْمَرُّ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turn red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اِصْفَرَّ · يَصْفَرُّ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turn yellow</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اِخْضَرَّ · يَخْضَرُّ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turn green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الْأَلْوَانُ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colours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Aḥmar = red. Iḥmarra = ? What do you notice at the end of the verb?</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أَحْمَرُ · اِحْمَرَّ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ikhtāra, ijtamaʿa and iktasaba.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Conjugate intaẓara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 options choice with five Form VIII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ea typeface="Cambria" pitchFamily="34" charset="-122"/>
                <a:cs typeface="Cambria" pitchFamily="34" charset="-120"/>
              </a:rPr>
              <a:t>GM-VF-09 · Form IX: Colours and Physical States</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الْوَزْنُ التَّاسِعُ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Form VIII = t after the first root letter (iftaʿala) · present yaftaʿilu · noun iftiʿāl (ijtimāʿ, imtiḥān) · istamaʿa and intaẓara are VIII — not X or VII.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GM-VF-08 · Form VIII: Meeting, Choosing and Acquiring</dc:title>
  <dc:subject>PptxGenJS Presentation</dc:subject>
  <dc:creator>Al Madina Online School · Arabic Department</dc:creator>
  <cp:lastModifiedBy>Al Madina Online School · Arabic Department</cp:lastModifiedBy>
  <cp:revision>1</cp:revision>
  <dcterms:created xsi:type="dcterms:W3CDTF">2026-10-04T01:52:12Z</dcterms:created>
  <dcterms:modified xsi:type="dcterms:W3CDTF">2026-10-04T01:52:12Z</dcterms:modified>
</cp:coreProperties>
</file>