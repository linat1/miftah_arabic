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GM-VF-02 (“Form II: Teaching and Intensifying”).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عَلَّمَ · يُعَلِّمُ and the family دَرَّسَ · نَظَّمَ · حَضَّرَ in sentences about school. Develop: the present with u- (أُنَظِّمُ · تُعَلِّمُ · يُدَرِّسُونَ) and the verbal noun تَفْعِيلٌ (تَعْلِيمٌ · تَنْظِيمٌ). Stretch: Form I vs Form II meaning (فَهِمَ / فَهَّمَ · كَسَرَ / كَسَّرَ) and the clinic: doubled Form I verbs (مَرَّ · رَدَّ).
• Pronunciation: hold the doubled letter — ʿal-la-ma, not ʿa-la-ma. The shadda changes the meaning.
• Present prefix vowel is u (yu-, tu-, u-, nu-) in Form II — a key difference from Form I.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GM-VF-01 and its prep words (ʿallama, darrasa, naẓẓama, ḥaḍḍara).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II = double the middle letter (shadda). Present = yu- + kasra before the last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Verbal noun, doer and command added from GM-V-12 / V-07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Contrast a- (Form I aktubu) with u- (Form II unaẓẓimu).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add the shadda and guess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marra (m-r-r) has a shadda but is Form I (GM-V-02 doubled verbs). Count the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marra (m-r-r) has a shadda but is Form I (GM-V-02 doubled verbs). Count the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II (teacher-written note). Read it aloud once while students follow; then they hunt for today’s grammar.
Task: Website: write a short instruction to a new student. First, underline every Form II verb in this one.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note modelled on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how you organise your study and who teaches you, with two Form II verbs and a time expression. Hold the shadda when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instruction to a new student. Explain how you organise your study and who teaches you. Include two Form II verbs and one time expression.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(GM-VF-03 · Form III: Participation and Interaction) will spend class time USING this language, so students prepare it tonight — short, simple, easy to access (school guidance: “Simple, Short, Interesting, Relevant, Easy to access”). The five words prepare GM-VF-03 (website Verb Forms: Form III).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cs typeface="Amiri" pitchFamily="2" charset="-78"/>
              </a:rPr>
              <a:t>Form II: Teaching and Intensifying</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الْوَزْنُ الثَّانِي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II doubles the middle root letter with a shadda: ʿalima (know) → ʿallama (teach). The present starts with u-: yuʿallimu. It often means “make someone do” or “do a lot” — but each verb must be learned.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with u-; Form I vs II.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Same root, Form II; sort real Form II / doubled Form 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the middle letter of </a:t>
            </a:r>
            <a:pPr algn="l" indent="0" marL="0">
              <a:buNone/>
            </a:pPr>
            <a:r>
              <a:rPr lang="ar-SA" altLang="en-US" sz="1650" b="1" dirty="0">
                <a:solidFill>
                  <a:srgbClr val="1B3B6F"/>
                </a:solidFill>
                <a:latin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shadda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sukūn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Darrasa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study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write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teach a subject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يُعَلِّمُ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Naẓẓama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organise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look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clean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added letters (GM-VF-01).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the middle letter of </a:t>
            </a:r>
            <a:pPr algn="l" indent="0" marL="0">
              <a:buNone/>
            </a:pPr>
            <a:r>
              <a:rPr lang="ar-SA" altLang="en-US" sz="1650" b="1" dirty="0">
                <a:solidFill>
                  <a:srgbClr val="1B3B6F"/>
                </a:solidFill>
                <a:latin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shadda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sukūn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word: shadda.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Darrasa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study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write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teach a subject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 from GM-VF-01.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يَتَعَلَّمُ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يُعَلِّمُ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 present: yu- … -i-.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Naẓẓama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organise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look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clean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II = double the middle letter (shadda). Present = yu- + kasra before the last letter.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يُعَلِّمُ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II by the shadda on the middle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Form II verbs about teaching and organising.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how Form II changes a Form I meaning.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ʿallama and naẓẓama in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the shadda clearly.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naẓẓama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the verbal noun tanẓīm.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fahima and fahhama.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marra is not Form II.</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الْوَزْنُ الثَّانِي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a:t>
            </a:r>
            <a:endParaRPr lang="en-US" sz="1350" dirty="0"/>
          </a:p>
          <a:p>
            <a:pPr indent="0" marL="0">
              <a:buNone/>
            </a:pPr>
            <a:r>
              <a:rPr lang="en-US" sz="1100" i="1" dirty="0">
                <a:solidFill>
                  <a:srgbClr val="5A6472"/>
                </a:solidFill>
                <a:latin typeface="Calibri" pitchFamily="34" charset="0"/>
                <a:cs typeface="Amiri" pitchFamily="2" charset="-78"/>
              </a:rPr>
              <a:t>al-waz-nu ath-thā-nī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الشَّدَّةُ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shadda (doubling)</a:t>
            </a:r>
            <a:endParaRPr lang="en-US" sz="1350" dirty="0"/>
          </a:p>
          <a:p>
            <a:pPr indent="0" marL="0">
              <a:buNone/>
            </a:pPr>
            <a:r>
              <a:rPr lang="en-US" sz="1100" i="1" dirty="0">
                <a:solidFill>
                  <a:srgbClr val="5A6472"/>
                </a:solidFill>
                <a:latin typeface="Calibri" pitchFamily="34" charset="0"/>
                <a:cs typeface="Amiri" pitchFamily="2" charset="-78"/>
              </a:rPr>
              <a:t>ash-shad-da-tu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عَلَّمَ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التَّعْدِيَةُ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making someone do (causative)</a:t>
            </a:r>
            <a:endParaRPr lang="en-US" sz="1350" dirty="0"/>
          </a:p>
          <a:p>
            <a:pPr indent="0" marL="0">
              <a:buNone/>
            </a:pPr>
            <a:r>
              <a:rPr lang="en-US" sz="1100" i="1" dirty="0">
                <a:solidFill>
                  <a:srgbClr val="5A6472"/>
                </a:solidFill>
                <a:latin typeface="Calibri" pitchFamily="34" charset="0"/>
                <a:cs typeface="Amiri" pitchFamily="2" charset="-78"/>
              </a:rPr>
              <a:t>at-taʿ-di-ya-tu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فَهَّمَ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التَّكْثِيرُ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doing a lot (intensive)</a:t>
            </a:r>
            <a:endParaRPr lang="en-US" sz="1350" dirty="0"/>
          </a:p>
          <a:p>
            <a:pPr indent="0" marL="0">
              <a:buNone/>
            </a:pPr>
            <a:r>
              <a:rPr lang="en-US" sz="1100" i="1" dirty="0">
                <a:solidFill>
                  <a:srgbClr val="5A6472"/>
                </a:solidFill>
                <a:latin typeface="Calibri" pitchFamily="34" charset="0"/>
                <a:cs typeface="Amiri" pitchFamily="2" charset="-78"/>
              </a:rPr>
              <a:t>at-tak-thī-ru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كَسَّرَ</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تَفْعِيلٌ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 verbal noun</a:t>
            </a:r>
            <a:endParaRPr lang="en-US" sz="1350" dirty="0"/>
          </a:p>
          <a:p>
            <a:pPr indent="0" marL="0">
              <a:buNone/>
            </a:pPr>
            <a:r>
              <a:rPr lang="en-US" sz="1100" i="1" dirty="0">
                <a:solidFill>
                  <a:srgbClr val="5A6472"/>
                </a:solidFill>
                <a:latin typeface="Calibri" pitchFamily="34" charset="0"/>
                <a:cs typeface="Amiri" pitchFamily="2" charset="-78"/>
              </a:rPr>
              <a:t>taf-ʿī-lun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تَعْلِيمٌ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 doer</a:t>
            </a:r>
            <a:endParaRPr lang="en-US" sz="1350" dirty="0"/>
          </a:p>
          <a:p>
            <a:pPr indent="0" marL="0">
              <a:buNone/>
            </a:pPr>
            <a:r>
              <a:rPr lang="en-US" sz="1100" i="1" dirty="0">
                <a:solidFill>
                  <a:srgbClr val="5A6472"/>
                </a:solidFill>
                <a:latin typeface="Calibri" pitchFamily="34" charset="0"/>
                <a:cs typeface="Amiri" pitchFamily="2" charset="-78"/>
              </a:rPr>
              <a:t>mu-faʿ-ʿi-lun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مُعَلِّمٌ</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Double the middle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تَفْعِيلٌ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عَلِّمْ</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مُعَلِّمٌ</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تَعْلِيمٌ</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يُعَلِّمُ</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عَلَّمَ</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نَظِّمْ</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مُنَظِّمٌ</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تَنْظِيمٌ</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يُنَظِّمُ</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نَظَّمَ</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organise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حَضِّرْ</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مُحَضِّرٌ</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تَحْضِيرٌ</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يُحَضِّرُ</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حَضَّرَ</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prepare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مُدَرِّسٌ</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تَدْرِيسٌ</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يُدَرِّسُ</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a subject</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middle root consonant is doubled, written with shadda. In the present the usual pattern is yufaʿʿilu. The shadda is part of the verb stem, not decoration.</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أُسْرَةُ الْوَزْنِ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تُعَلِّمُ الْمُعَلِّمَةُ الطُّلَّابَ الْعَرَبِيَّةَ.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عَلَّمَ · يُعَلِّمُ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نَظَّمْنَا وَقْتَنَا قَبْلَ الِامْتِحَانِ.</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organise</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نَظَّمَ · يُنَظِّمُ</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أُحَضِّرُ وَجْبَةَ الْغَدَاءِ.</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prepare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حَضَّرَ · يُحَضِّرُ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يُدَرِّسُ أَبِي الرِّيَاضِيَّاتِ.</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a subject</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دَرَّسَ · يُدَرِّسُ</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غَيَّرْتُ رَأْيِي.</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change</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غَيَّرَ · يُغَيِّرُ</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تُصَحِّحُ الْمُعَلِّمَةُ الْوَاجِبَ.</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correct</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صَحَّحَ · يُصَحِّحُ</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ʿalima means to know, while ʿallama means to teach — to make someone know. A useful causative link, but not every Form II verb has a predictable meaning.</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NAẒẒAMA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present starts with 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تَصْرِيفُ «نَظَّمَ»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not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أُنَظِّمُ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نَظَّمْتُ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يُنَظِّمُ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نَظَّمَ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تُنَظِّمُ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نَظَّمَتْ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تُنَظِّمِينَ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نَظَّمْتِ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نُنَظِّمُ</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نَظَّمْنَا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يُنَظِّمُونَ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نَظَّمُوا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“Look closely”: yaʿlamu (he knows) belongs to Form I; yuʿallimu (he teaches) belongs to Form II. Listen for u- and the shadda.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teach”?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present of naẓẓama.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يُنَظِّمُ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يَنْظُمُ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يَتَنَظَّمُ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prepare”.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أَحْضُرُ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أُحَضِّرُ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حَضَّرْتُ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حَضَّرَ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حَضَرَ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حَاضَرَ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teach”?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ʿAllama is Form II, with a doubled middle letter.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present of naẓẓama.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يُنَظِّمُ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يَنْظُمُ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يَتَنَظَّمُ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 present: yufaʿʿilu.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prepare”.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أَحْضُرُ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أُحَضِّرُ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حَضَّرْتُ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 present: 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حَضَّرَ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حَضَرَ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حَاضَرَ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on the middle root letter ḍ (ḥaḍara = to attend, Form 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explain my study routine with Form II</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نَظَمَ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Root n-ẓ-m.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نَظَّمَ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Double the middle: organise.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أُنَظِّمُ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 for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تَنْظِيمٌ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tafʿīl: organisation.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II PRESENT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cs typeface="Amiri" pitchFamily="2" charset="-78"/>
              </a:rPr>
              <a:t>أُنَظِّمُ</a:t>
            </a:r>
            <a:pPr rtl="1" algn="r" indent="0" marL="0">
              <a:buNone/>
            </a:pPr>
            <a:r>
              <a:rPr lang="ar-SA" altLang="en-US" sz="2600" b="1" dirty="0">
                <a:solidFill>
                  <a:srgbClr val="1B3B6F"/>
                </a:solidFill>
                <a:latin typeface="Amiri" pitchFamily="2" charset="-78"/>
                <a:cs typeface="Amiri" pitchFamily="2" charset="-78"/>
              </a:rPr>
              <a:t> وَقْتِي كُلَّ مَسَاءٍ، وَ</a:t>
            </a:r>
            <a:pPr rtl="1" algn="r" indent="0" marL="0">
              <a:buNone/>
            </a:pPr>
            <a:r>
              <a:rPr lang="ar-SA" altLang="en-US" sz="2600" b="1" dirty="0">
                <a:solidFill>
                  <a:srgbClr val="0E7C86"/>
                </a:solidFill>
                <a:latin typeface="Amiri" pitchFamily="2" charset="-78"/>
                <a:cs typeface="Amiri" pitchFamily="2" charset="-78"/>
              </a:rPr>
              <a:t>تُعَلِّمُنِي</a:t>
            </a:r>
            <a:pPr rtl="1" algn="r" indent="0" marL="0">
              <a:buNone/>
            </a:pPr>
            <a:r>
              <a:rPr lang="ar-SA" altLang="en-US" sz="2600" b="1" dirty="0">
                <a:solidFill>
                  <a:srgbClr val="1B3B6F"/>
                </a:solidFill>
                <a:latin typeface="Amiri" pitchFamily="2" charset="-78"/>
                <a:cs typeface="Amiri" pitchFamily="2" charset="-78"/>
              </a:rPr>
              <a:t> الْمُعَلِّمَةُ الْعَرَبِيَّةَ. </a:t>
            </a:r>
            <a:pPr rtl="1" algn="r" indent="0" marL="0">
              <a:buNone/>
            </a:pPr>
            <a:r>
              <a:rPr lang="ar-SA" altLang="en-US" sz="2600" b="1" dirty="0">
                <a:solidFill>
                  <a:srgbClr val="0E7C86"/>
                </a:solidFill>
                <a:latin typeface="Amiri" pitchFamily="2" charset="-78"/>
                <a:cs typeface="Amiri" pitchFamily="2" charset="-78"/>
              </a:rPr>
              <a:t>أُحَضِّرُ</a:t>
            </a:r>
            <a:pPr rtl="1" algn="r" indent="0" marL="0">
              <a:buNone/>
            </a:pPr>
            <a:r>
              <a:rPr lang="ar-SA" altLang="en-US" sz="2600" b="1" dirty="0">
                <a:solidFill>
                  <a:srgbClr val="1B3B6F"/>
                </a:solidFill>
                <a:latin typeface="Amiri" pitchFamily="2" charset="-78"/>
                <a:cs typeface="Amiri" pitchFamily="2" charset="-78"/>
              </a:rPr>
              <a:t> دُرُوسِي قَبْلَ النَّوْمِ.</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organise my time every evening, and the teacher teaches me Arabic. I prepare my lessons before sleeping.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تُعَلِّمُ الْمُعَلِّمَةُ الطُّلَّابَ الْعَرَبِيَّةَ.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teaches the students Arabic.</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نَظَّمْنَا وَقْتَنَا قَبْلَ الِامْتِحَانِ.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organised our time before the exam.</a:t>
            </a:r>
            <a:endParaRPr lang="en-US" sz="1250" dirty="0"/>
          </a:p>
          <a:p>
            <a:pPr indent="0" marL="0">
              <a:buNone/>
            </a:pPr>
            <a:r>
              <a:rPr lang="en-US" sz="1050" i="1" dirty="0">
                <a:solidFill>
                  <a:srgbClr val="8A6D1E"/>
                </a:solidFill>
                <a:latin typeface="Calibri" pitchFamily="34" charset="0"/>
                <a:cs typeface="Amiri" pitchFamily="2" charset="-78"/>
              </a:rPr>
              <a:t>Past.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أُحَضِّرُ وَجْبَةَ الْغَدَاءِ.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preparing lunch.</a:t>
            </a:r>
            <a:endParaRPr lang="en-US" sz="1250" dirty="0"/>
          </a:p>
          <a:p>
            <a:pPr indent="0" marL="0">
              <a:buNone/>
            </a:pPr>
            <a:r>
              <a:rPr lang="en-US" sz="1050" i="1" dirty="0">
                <a:solidFill>
                  <a:srgbClr val="8A6D1E"/>
                </a:solidFill>
                <a:latin typeface="Calibri" pitchFamily="34" charset="0"/>
                <a:cs typeface="Amiri" pitchFamily="2" charset="-78"/>
              </a:rPr>
              <a:t>u-.</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فَهَّمَنِي أَخِي الدَّرْسَ.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brother explained the lesson to me.</a:t>
            </a:r>
            <a:endParaRPr lang="en-US" sz="1250" dirty="0"/>
          </a:p>
          <a:p>
            <a:pPr indent="0" marL="0">
              <a:buNone/>
            </a:pPr>
            <a:r>
              <a:rPr lang="en-US" sz="1050" i="1" dirty="0">
                <a:solidFill>
                  <a:srgbClr val="8A6D1E"/>
                </a:solidFill>
                <a:latin typeface="Calibri" pitchFamily="34" charset="0"/>
                <a:cs typeface="Amiri" pitchFamily="2" charset="-78"/>
              </a:rPr>
              <a:t>Made me understand.</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Know → teach: what the shadda adds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الْأَوَّلِ إِلَى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(make know)</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عَلَّمَ</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know</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a subject</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study</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explain (make understand)</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understand</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smash (break a lot)</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كَسَّرَ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كَسَرَ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cut into pieces</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قَطَّعَ</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cut</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قَطَعَ</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common ideas: causative (make someone …) and intensive (… a lot). Clues, not rules — check each verb.</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CLINIC · NOT EVERY SHADDA IS FORM II</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II, or a doubled Form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وَزْنٌ ثَانٍ أَمْ مُضَعَّفٌ؟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نَظَّمَ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حَضَّرَ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II (3 root letters + shadda)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Doubled Form I (root ends in a pair)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II (3 root letters + shadda)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نَظَّمَ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حَضَّرَ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Doubled Form I (root ends in a pair)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هُوَ يَنْظُمُ وَقْتَهُ</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yu-?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أَعْلَمُ أَخِي الْقِرَاءَةَ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Know or teach?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مَرَّ: الْوَزْنُ الثَّانِي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many root letters?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هُوَ يَنْظُمُ وَقْتَهُ</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هُوَ يُنَظِّمُ وَقْتَهُ</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II present: yu- and the shadda.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أَعْلَمُ أَخِي الْقِرَاءَةَ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أُعَلِّمُ أَخِي الْقِرَاءَةَ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Aʿlamu = I know (Form I); uʿallimu = I teach.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مَرَّ: الْوَزْنُ الثَّانِي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مَرَّ: الْوَزْنُ الْأَوَّلُ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shadda alone does not make Form II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verb with shadda is Form II.</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II always means that two people act together.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II often has a causative or intensive sense, but meanings must be learned.</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teaches”.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نَظَّمَ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نِظَامٌ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تَنْظِيمٌ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مُنَظِّمٌ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prepared”.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نُحَضِّرُ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حَضَرْنَا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حَضَّرْنَا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verb with shadda is Form II.</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II always means that two people act together.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Form II often has a causative or intensive sense, but meanings must be learned.</a:t>
            </a:r>
            <a:endParaRPr lang="en-US" sz="11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Patterns provide clues, not a complete dictionary.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teaches”.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تُعَلِّمُ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عَلَّمَتْ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 + shadda.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نَظَّمَ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نِظَامٌ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تَنْظِيمٌ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مُنَظِّمٌ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tafʿīl.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prepared”.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نُحَضِّرُ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حَضَرْنَا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حَضَّرْنَا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 ḥaḍarnā (no shadda) = we attended.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II (TEACHER-WRITTEN NOTE)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Welcome, new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أَهْلًا بِكِ فِي صَفِّنَا! تُعَلِّمُنَا الْأُسْتَاذَةُ مَرْيَمُ الْعَرَبِيَّةَ، وَيُدَرِّسُنَا الْأُسْتَاذُ عُمَرُ الْعُلُومَ. كُلَّ صَبَاحٍ نُنَظِّمُ الطَّاوِلَاتِ، وَنُحَضِّرُ كُتُبَنَا. تُصَحِّحُ الْمُعَلِّمَةُ الْوَاجِبَ يَوْمَ الْخَمِيسِ. إِذَا لَمْ تَفْهَمِي شَيْئًا، فَسَأُفَهِّمُكِ الدَّرْسَ!</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الطَّاوِلَاتِ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tables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الْوَاجِبَ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homework</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شَيْئًا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something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سَأُفَهِّمُكِ</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explain to you</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teaches science?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 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Mr ʿUmar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student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students do every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correct homework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 Arabic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organise the tables and prepare their books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homework corrected?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Thursday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morning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Sunday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“I will explain to you”?</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تَفْهَمِي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سَأُفَهِّمُكِ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teaches science?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Miss Maryam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Mr ʿUmar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new student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Yudarrisunā l-ustādhu ʿUmar.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students do every morning?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correct homework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 Arabic</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organise the tables and prepare their books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Nunaẓẓimu · nuḥaḍḍiru.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homework corrected?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Thursday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morning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Sunday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Yawma l-khamīs.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“I will explain to you”?</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تَفْهَمِي</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سَأُفَهِّمُكِ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 of fahima + sa-.</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how I organise my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يُعَلِّمُكَ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تُنَظِّمُ وَقْتَكَ قَبْلَ الِامْتِحَانِ؟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تُحَضِّرُ قَبْلَ الْمَدْرَسَةِ؟ وَمَنْ يُصَحِّحُ وَاجِبَكَ؟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يُعَلِّمُنِي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أُنَظِّمُ وَقْتِي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أُحَضِّرُ ___ ، وَيُصَحِّحُ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تُنَظِّمِينَ وَقْتَكِ؟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organise your time?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أُنَظِّمُ وَقْتِي بِجَدْوَلٍ. أُحَضِّرُ دُرُوسِي مَسَاءً، وَتُعَلِّمُنِي أُخْتِي الرِّيَاضِيَّاتِ.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organise my time with a timetable. I prepare my lessons in the evening, and my sister teaches me maths.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ʿallama and naẓẓama.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ḥaḍḍara, ṣaḥḥaḥa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Present with 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welcome guide with four Form II verbs and one Form I / II contrast.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e.g. darasa / darrasa.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يُدَرِّسُ أَبِي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teaches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التَّنْظِيمُ يُسَاعِدُنِي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Organisation helps me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changed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فَهَّمَنِي صَدِيقِي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explained … to me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يُعَلِّمُنِي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teaches me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أُنَظِّمُ وَقْتِي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organise my time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أُحَضِّرُ ______ كُلَّ مَسَاءٍ.</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prepare … every evening</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تُصَحِّحُ الْمُعَلِّمَةُ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 corrects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عَلَّمَ · يُعَلِّمُ  ·  دَرَّسَ · يُدَرِّسُ  ·  نَظَّمَ · يُنَظِّمُ  ·  حَضَّرَ · يُحَضِّرُ  ·  غَيَّرَ · يُغَيِّرُ  ·  صَحَّحَ · يُصَحِّحُ  ·  تَعْلِيمٌ  ·  تَنْظِيمٌ  ·  مُعَلِّمٌ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welcome guide for a new student with four Form II verbs and one Form I / Form II contrast.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Form II verbs with the shadda.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forms with u-.</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(tafʿīl).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 / Form II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time expression.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أَهْلًا بِكَ</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welcome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صَبَاحٍ</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morning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الِامْتِحَانِ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the exam</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بِجَدْوَلٍ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a timetable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احْتَجْتَ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need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تَقْلَقْ</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don’t worry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أَهْلًا بِكَ فِي مَدْرَسَتِنَا! أَنَا أَدْرُسُ هُنَا مُنْذُ سَنَتَيْنِ. يُدَرِّسُنَا الْأُسْتَاذُ أَحْمَدُ الْعَرَبِيَّةَ، وَهُوَ يُعَلِّمُنَا بِصَبْرٍ. كُلَّ يَوْمٍ أُنَظِّمُ وَقْتِي بِجَدْوَلٍ، لِأَنَّ التَّنْظِيمَ مُهِمٌّ جِدًّا. أُحَضِّرُ حَقِيبَتِي فِي الْمَسَاءِ، وَتُصَحِّحُ أُمِّي إِمْلَائِي. إِذَا لَمْ تَفْهَمْ دَرْسًا، فَسَأُفَهِّمُكَ إِيَّاهُ. لَا تَقْلَقْ، سَتَتَعَلَّمُ بِسُرْعَةٍ!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Welcome to our school! I have studied here for two years. Mr Aḥmad teaches us Arabic, and he teaches us patiently. Every day I organise my time with a timetable, because organisation is very important. I prepare my bag in the evening, and my mother corrects my spelling. If you don’t understand a lesson, I will explain it to you. Don’t worry, you will learn quickly!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tafʿīl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u- present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II verbs have a shadda on the middle letter.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ʿallama or naẓẓama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start with u- (yu-, tu-, nu-).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tanẓīm.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a Form I and a Form II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Form 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organise”.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نَنْظُمُ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نُنَظِّمُ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نَظَّمْنَا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II?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Form II?</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doubled middle letter and the present vowels identify the Form II pair.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organise”.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نَنْظُمُ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نُنَظِّمُ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نَظَّمْنَا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 + shadda.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II?</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صَحَّحَ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marra is a doubled Form I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GM-VF-03 · Form III: Participation and Interaction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شَارَكَ · يُشَارِكُ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participate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سَاعَدَ · يُسَاعِدُ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help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حَاوَلَ · يُحَاوِلُ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try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سَافَرَ · يُسَافِرُ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travel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الْأَلِفُ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long ā</a:t>
            </a:r>
            <a:pPr indent="0" marL="0">
              <a:buNone/>
            </a:pPr>
            <a:r>
              <a:rPr lang="en-US" sz="1000" i="1" dirty="0">
                <a:solidFill>
                  <a:srgbClr val="5A6472"/>
                </a:solidFill>
                <a:latin typeface="Calibri" pitchFamily="34" charset="0"/>
                <a:cs typeface="Amiri" pitchFamily="2" charset="-78"/>
              </a:rPr>
              <a:t>  ـا</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the four verbs have after the first letter?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شَارَكَ · سَاعَدَ · حَاوَلَ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ʿallama, naẓẓama and ḥaḍḍara.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ḥaḍḍara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Welcome guide with four Form 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GM-VF-03 · Form III: Participation and Interaction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الْوَزْنُ الثَّالِثُ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II = shadda on the middle letter (faʿʿala) · present yu- … -i- (yuʿallimu) · noun tafʿīl, doer mufaʿʿil · often “make do” or “do a lot” · not every shadda is Form II.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GM-VF-02 · Form II: Teaching and Intensifying</dc:title>
  <dc:subject>PptxGenJS Presentation</dc:subject>
  <dc:creator>Al Madina Online School · Arabic Department</dc:creator>
  <cp:lastModifiedBy>Al Madina Online School · Arabic Department</cp:lastModifiedBy>
  <cp:revision>1</cp:revision>
  <dcterms:created xsi:type="dcterms:W3CDTF">2026-10-11T06:42:41Z</dcterms:created>
  <dcterms:modified xsi:type="dcterms:W3CDTF">2026-10-11T06:42:41Z</dcterms:modified>
</cp:coreProperties>
</file>