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F6-L09 · Learn F6-L10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30–45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F6-L09 (Extended Writing: My Town and How I Get Around) and F6-L10 (Listening: Town and Transport Texts).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F6-L09 and F6-L10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F6-L09? After F6-L10?” Take two answers in the chat for each lesson (one word or one sentence is enough). Then read objective 3 — today’s new situation that needs BOTH lessons. Students tick their route goals at the end of the lesson.
F6-L09 language: three paragraphs (my town and its places · how I travel · a balanced judgement); yūjadu / tūjadu; mabniyyun min; adhhabu bi- / mashyan; min mazāyā … anna · min ʿuyūbi … anna; bi-ṣifatin ʿāmmatin; ūṣī bi-
F6-L10 language: predicting the answer type from the question word (ayna → place · matā → time · kayfa → transport · kam → number / price / duration · li-mādhā → reason); distractors after lākin / baynamā; command and pronoun endings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F6-L09.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F6-L10.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F6-L09 and F6-L10. Teacher reads it once with a confident student; then pairs. Ask: “Which lines are from F6-L09? Which from F6-L10?” Predicting the answer type and the distractor (لَيْسَ … بَلْ …) come from F6-L10; the facts become paragraph 2 of the F6-L09 blog.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listening for the answer type and ignoring distractors (F6-L10), then turning the facts into connected sentences for the blog (F6-L09). SUPPORTED: the plan column gives the first words, not the full answer. To a girl Partner A says: وَالآنَ أَخْبِرِينِي: كَيْفَ كَانَتْ رِحْلَتُكِ؟.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F6-L09 and F6-L10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F6-L09 and F6-L10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(49 words). CHECK YOURSELF (2 min). Find each bullet point in the model, and one phrase from F6-L09 and one from F6-L10.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F6  ·  F6-L09 + F6-L10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F6-W05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Day Trip: Listen, Then Blog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رِحْلَةُ يَوْمٍ: اسْتَمِعْ ثُمَّ اكْتُبْ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listening with extended writing: on a day trip they listen to station and bus announcements (predicting the answer type and avoiding distractors after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… بَلْ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…), report the facts, and then write a three-paragraph travel blog about the town and the journey.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F6-L09 + F6-L10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A1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F6 › F6-L10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F6-L09 and F6-L10.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F6-L09 + F6-L10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F6-L09: Extended Writing: My Town and How I Get Around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F6-L10: Listening: Town and Transport Texts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Listening card — announcements at the station · My travel blog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30–45 seconds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Add a reason (</a:t>
            </a:r>
            <a:pPr algn="l" indent="0" marL="0">
              <a:buNone/>
            </a:pPr>
            <a:r>
              <a:rPr lang="ar-SA" altLang="en-US" sz="17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) and an extra detail to every point.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F6-L09 and F6-L10.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F6-L09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F6-L09 · Extended Writing: My Town and How I Get Around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li-ʾan-na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بِصِفَةٍ عَامَّةٍ</a:t>
            </a:r>
            <a:endParaRPr lang="ar-SA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overall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bi-ṣi-fa-tin ʿām-ma-tin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تَتَمَيَّزُ بِـ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distinguished by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ta-ta-may-ya-zu bi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مَبْنِيٌّ مِنْ</a:t>
            </a:r>
            <a:endParaRPr lang="ar-SA" sz="3000" dirty="0"/>
          </a:p>
        </p:txBody>
      </p:sp>
      <p:sp>
        <p:nvSpPr>
          <p:cNvPr id="42" name="Text 39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built of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mab-niy-yun min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مَشْيًا</a:t>
            </a:r>
            <a:endParaRPr lang="ar-SA" sz="3000" dirty="0"/>
          </a:p>
        </p:txBody>
      </p:sp>
      <p:sp>
        <p:nvSpPr>
          <p:cNvPr id="49" name="Text 4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go on foot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adh-ha-bu mash-yan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عُيُوبِ... أَنَّ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one disadvantage is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min ʿu-yū-bi... an-na</a:t>
            </a:r>
            <a:endParaRPr lang="en-US" sz="1350" dirty="0"/>
          </a:p>
        </p:txBody>
      </p:sp>
      <p:sp>
        <p:nvSpPr>
          <p:cNvPr id="57" name="Text 5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F6-L10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F6-L10 · Listening: Town and Transport Texts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تَوَقُّعٌ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prediction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ta-waq-qu-ʿun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 · pl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مُشَتِّتٌ</a:t>
            </a:r>
            <a:endParaRPr lang="ar-SA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distractor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mu-shat-ti-tun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مُشَتِّتَاتٌ</a:t>
            </a:r>
            <a:endParaRPr lang="ar-SA" sz="1500" dirty="0"/>
          </a:p>
        </p:txBody>
      </p:sp>
      <p:sp>
        <p:nvSpPr>
          <p:cNvPr id="34" name="Shape 31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المُشَتِّتُ</a:t>
            </a:r>
            <a:endParaRPr lang="ar-SA" sz="1500" dirty="0"/>
          </a:p>
        </p:txBody>
      </p:sp>
      <p:sp>
        <p:nvSpPr>
          <p:cNvPr id="37" name="Shape 34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one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مُشَتِّتٌ</a:t>
            </a:r>
            <a:endParaRPr lang="ar-SA" sz="1500" dirty="0"/>
          </a:p>
        </p:txBody>
      </p:sp>
      <p:sp>
        <p:nvSpPr>
          <p:cNvPr id="40" name="Shape 37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مَرَّةٌ ثَانِيَةٌ</a:t>
            </a:r>
            <a:endParaRPr lang="ar-SA" sz="300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second time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mar-ra-tun thā-ni-ya-tun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أَيْنَ؟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where?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ay-na?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9" name="Text 56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كَيْفَ؟</a:t>
            </a:r>
            <a:endParaRPr lang="ar-SA" sz="3000" dirty="0"/>
          </a:p>
        </p:txBody>
      </p:sp>
      <p:sp>
        <p:nvSpPr>
          <p:cNvPr id="60" name="Text 57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kay-fa?</a:t>
            </a:r>
            <a:endParaRPr lang="en-US" sz="1350" dirty="0"/>
          </a:p>
        </p:txBody>
      </p:sp>
      <p:sp>
        <p:nvSpPr>
          <p:cNvPr id="61" name="Shape 58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6" name="Text 63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3000" dirty="0"/>
          </a:p>
        </p:txBody>
      </p:sp>
      <p:sp>
        <p:nvSpPr>
          <p:cNvPr id="67" name="Text 64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li-mā-dhā?</a:t>
            </a:r>
            <a:endParaRPr lang="en-US" sz="1350" dirty="0"/>
          </a:p>
        </p:txBody>
      </p:sp>
      <p:sp>
        <p:nvSpPr>
          <p:cNvPr id="68" name="Text 6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SORT IT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Listening question or blog phrase?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بِصِفَةٍ عَامَّةٍ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رَصِيفٍ؟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يُغَادِرُ؟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أُوصِي بِزِيَارَةِ …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أَنَّ …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التَّذْكِرَةِ؟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هُوَ مُتَأَخِّرٌ؟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تَتَمَيَّزُ بِالحَدَائِقِ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Blog phrases · F6-L09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Listening questions · F6-L10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Sort: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Blog phrases · F6-L09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بِصِفَةٍ عَامَّةٍ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أُوصِي بِزِيَارَةِ …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أَنَّ …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تَتَمَيَّزُ بِالحَدَائِقِ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Listening questions · F6-L10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رَصِيفٍ؟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يُغَادِرُ؟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التَّذْكِرَةِ؟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هُوَ مُتَأَخِّرٌ؟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Did you hear the announcement?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سَمِعْتَ الإِعْلَانَ؟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“Passengers: the train to Bath leaves from platform three, not from platform two.”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«يَا رُكَّابُ: القِطَارُ إِلَى بَاث يُغَادِرُ مِنَ الرَّصِيفِ رَقْمِ ثَلَاثَةٍ، لَيْسَ مِنَ الرَّصِيفِ رَقْمِ اثْنَيْنِ».</a:t>
            </a:r>
            <a:endParaRPr lang="ar-SA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platform? Two?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رَصِيفٍ؟ اثْنَيْنِ؟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listen: not from two but from three.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اسْتَمِعْ: لَيْسَ مِنْ رَقْمِ اثْنَيْنِ بَلْ مِنْ رَقْمِ ثَلَاثَةٍ.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when does it leave?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يُغَادِرُ؟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a quarter past nine, and the journey takes one hour.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التَّاسِعَةِ وَالرُّبْعِ، وَتَسْتَغْرِقُ الرِّحْلَةُ سَاعَةً وَاحِدَةً.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Excellent! I will write all this in my blog.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مُمْتَازٌ! سَأَكْتُبُ كُلَّ هٰذَا فِي مُدَوَّنَتِي.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 (A and B). Round 2: swap letters. Round 3: cover the Arabic and say it from the English. Then change TWO details — one from each lesson — and say it again.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بِجَانِبِ / مُقَابِلَ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وَتُوجَدُ 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in your town? (paragraph 1)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مَدِينَتِكَ؟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السَّاعَةِ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الرَّصِيفِ رَقْمِ …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 — Which platform for the Leeds train?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 — مِنْ أَيِّ رَصِيفٍ يُغَادِرُ القِطَارُ إِلَى لِيدْزَ؟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وَهُوَ / وَهِيَ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مَبْنِيٌّ / مَبْنِيَّةٌ مِنَ …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important building. (paragraph 1)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مَبْنًى مُهِمًّا.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كَمْ دَقِيقَةً؟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 — Why is the York train late?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 — لِمَاذَا القِطَارُ إِلَى يُورْكَ مُتَأَخِّرٌ؟</a:t>
            </a:r>
            <a:endParaRPr lang="ar-SA" sz="17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وَتَسْتَغْرِقُ الرِّحْلَةُ …</a:t>
            </a:r>
            <a:endParaRPr lang="ar-SA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بِالحَافِلَةِ / مَشْيًا 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get around? (paragraph 2)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تَتَنَقَّلُ فِي مَدِينَتِكَ؟</a:t>
            </a:r>
            <a:endParaRPr lang="ar-SA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56648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…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تَقِفُ … (لَيْسَ أَمَامَ المَتْحَفِ!)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 — Where does bus 7 stop today?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٣ — أَيْنَ تَقِفُ الحَافِلَةُ رَقْمُ سَبْعَةٍ اليَوْمَ؟</a:t>
            </a:r>
            <a:endParaRPr lang="ar-SA" sz="17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F6-L09, even numbers from F6-L10. Core: a full sentence from the starter. Develop: add the “more” part. Stretch: link two answers with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,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Listening card — announcements at the station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إِعْلَانَاتُ المَحَطَّةِ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مَكَانٌ: أَمَامَ …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does bus 7 stop today?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«الحَافِلَةُ رَقْمُ سَبْعَةٍ تَقِفُ اليَوْمَ أَمَامَ المَكْتَبَةِ، لَيْسَ أَمَامَ المَسْجِدِ».</a:t>
            </a:r>
            <a:endParaRPr lang="ar-SA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← بِسَبَبِ … · كَمْ ← … دَقِيقَةً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is the train late, and by how much?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«القِطَارُ إِلَى بَاث مُتَأَخِّرٌ عِشْرِينَ دَقِيقَةً بِسَبَبِ المَطَرِ».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رَقْمٌ: … جُنَيْهَاتٍ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a single ticket?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«ثَمَنُ التَّذْكِرَةِ المُفْرَدَةِ ثَمَانِيَةُ جُنَيْهَاتٍ، بَيْنَمَا تَذْكِرَةُ الذَّهَابِ وَالإِيَابِ بِاثْنَيْ عَشَرَ جُنَيْهًا».</a:t>
            </a:r>
            <a:endParaRPr lang="ar-SA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إِلَى … عَلَى …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must passengers go?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«يَا رُكَّابُ، اذْهَبُوا إِلَى المَخْرَجِ عَلَى اليَمِينِ».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سَافَرْتُ بِالقِطَارِ … ، وَاسْتَغْرَقَتْ … لٰكِنَّ …</a:t>
            </a:r>
            <a:endParaRPr lang="ar-SA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Retell in two connected sentences.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وَالآنَ أَخْبِرْنِي: كَيْفَ كَانَتْ رِحْلَتُكَ إِلَى بَاث؟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Partner A reads each announcement ONCE, then again. The listener answers with a short answer first (Core), then a full sentence (Develop). Task ! is a retell. Then swap.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30–45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day trip in three parts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رِحْلَتِي فِي ثَلَاثَةِ أَجْزَاءٍ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30–45 seconds — use both lessons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30–45 seconds about a day trip to a town (real or imagined), in three parts like your blog: (1) the town — places and one building, (2) the journey — transport, time, a delay, (3) your judgement — an advantage, a disadvantage and a recommendation.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يُوجَدُ … · سَافَرْتُ بِالقِطَارِ 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تَسْتَغْرِقُ الرِّحْلَةُ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and an advantage: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بِصِفَةٍ عَامَّةٍ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أُوصِي بِزِيَارَةِ … 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تَسْتَغْرِقُ الرِّحْلَةُ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journey takes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أَنَّ … · مِنْ عُيُوبِهَا أَنَّ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advantage is … · one disadvantage is …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بِصِفَةٍ عَامَّةٍ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overall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أُوصِي بِزِيَارَةِ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recommend visiting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In my town there is a modern station built of glass.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مَدِينَتِي تُوجَدُ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مَدِينَتِي يُوجَدُ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مَحَطَّةٌ حَدِيثَةٌ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مَحَطَّةٌ حَدِيثٌ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مَبْنِيَّةٌ مِنَ الزُّجَاجِ.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مَبْنِيٌّ مِنَ الزُّجَاجِ.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bus does not stop here, but opposite the bank.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الحَافِلَةُ لَا تَقِفُ هُنَا،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الحَافِلَةُ لَا يَقِفُ هُنَا،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بَلْ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مُقَابِلَ البَنْكِ.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مُقَابِلَ البَنْكُ.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go by train, and the journey takes an hour.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بِالقِطَارِ،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فِي القِطَارِ،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وَتَسْتَغْرِقُ الرِّحْلَةُ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وَيَسْتَغْرِقُ الرِّحْلَةُ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سَاعَةً.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سَاعَةٌ.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In my town there is a modern station built of glass.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(f.)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 … حَدِيثَةٌ … مَبْنِيَّةٌ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مَدِينَتِي تُوجَدُ مَحَطَّةٌ حَدِيثَةٌ مَبْنِيَّةٌ مِنَ الزُّجَاجِ.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bus does not stop here, but opposite the bank.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Bus (f.)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تَقِفُ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“not … but”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… بَلْ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الحَافِلَةُ لَا تَقِفُ هُنَا، بَلْ مُقَابِلَ البَنْكِ.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go by train, and the journey takes an hour.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By train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بِالقِطَارِ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رِحْلَةٌ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(f.)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تَسْتَغْرِقُ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duration in -an.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بِالقِطَارِ، وَتَسْتَغْرِقُ الرِّحْلَةُ سَاعَةً.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مَكْتَبَةٌ حَدِيثَةٌ.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مَكْتَبَةٌ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تَقِفُ الحَافِلَةُ؟ — فِي السَّاعَةِ الثَّانِيَةِ.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asks for …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أَنَّ هِيَ هَادِئَةٌ.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pronoun as an ending.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مَكْتَبَةٌ حَدِيثَةٌ.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 مَكْتَبَةٌ حَدِيثَةٌ.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Feminine →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تَقِفُ الحَافِلَةُ؟ — فِي السَّاعَةِ الثَّانِيَةِ.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تَقِفُ خَلْفَ المَكْتَبَةِ.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→ a place.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أَنَّ هِيَ هَادِئَةٌ.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أَنَّهَا هَادِئَةٌ.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+ attached pronoun: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أَنَّهَا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القِطَارُ مُتَأَخِّرًا ______ بِسَبَبِ ______ .</a:t>
            </a:r>
            <a:endParaRPr lang="ar-SA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The train was … late because of …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أَنَّ ______ ، وَمِنْ عُيُوبِهَا أَنَّ ______ 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An advantage is that …, and a disadvantage is that …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أُوصِي بِزِيَارَةِ ______ لِأَنَّ ______ .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I recommend visiting … because …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مَدِينَةَ ______ . فِيهَا ______ وَ ______ 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I visited … . It has … and …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______ مَبْنِيٌّ / مَبْنِيَّةٌ مِنَ ______ .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… is built of …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بِالقِطَارِ، وَغَادَرَ فِي ______ .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I travelled by train, and it left at …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اسْتَغْرَقَتِ الرِّحْلَةُ ______ .</a:t>
            </a:r>
            <a:endParaRPr lang="ar-SA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The journey took …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202168" y="4517136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بِصِفَةٍ عَامَّةٍ ______ 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327648" y="4517136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Overall …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 ·  يُوجَدُ · تُوجَدُ  ·  مَبْنِيٌّ مِنَ  ·  غَادَرَ · وَصَلَ  ·  اسْتَغْرَقَتِ الرِّحْلَةُ  ·  مُتَأَخِّرٌ  ·  مِنْ مَزَايَاهَا أَنَّ  ·  بِصِفَةٍ عَامَّةٍ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55–75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travel blog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مُدَوَّنَةُ رِحْلَتِي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BOTH LESSONS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Write a travel blog post (about 55–75 words) in three paragraphs. Paragraph 1: the town — places, positions and one building with its material. Paragraph 2: the journey — transport, departure time, platform, duration and a delay (use the facts you heard). Paragraph 3: one advantage, one disadvantage, an overall judgement and a recommendation.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Every bullet point has at least one sentence.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F6-L09 AND F6-L10.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Full sentences with the right ending (I · my · he · she).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At least one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one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(Develop).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يُوجَدُ … وَتُوجَدُ …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… there is …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غَادَرَ القِطَارُ فِي … مِنَ الرَّصِيفِ …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train left at … from platform …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أَنَّ … ، لٰكِنْ مِنْ عُيُوبِهَا أَنَّ …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 advantage is that …, but a disadvantage is that …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بِصِفَةٍ عَامَّةٍ … · أُوصِي بِزِيَارَةِ …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overall … · I recommend visiting …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three paragraphs: town · transport · judgement?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include a reason and a deliberate distractor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… بَلْ … / بَيْنَمَا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reason, a time phrase or an opinion?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تَقِفُ أَمَامَ المَكْتَبَةِ.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stops in front of the library.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«الحَافِلَةُ رَقْمُ سَبْعَةٍ تَقِفُ اليَوْمَ أَمَامَ المَكْتَبَةِ، لَيْسَ أَمَامَ المَسْجِدِ».</a:t>
            </a:r>
            <a:endParaRPr lang="ar-SA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مُتَأَخِّرٌ عِشْرِينَ دَقِيقَةً بِسَبَبِ المَطَرِ.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twenty minutes late because of the rain.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«القِطَارُ إِلَى بَاث مُتَأَخِّرٌ عِشْرِينَ دَقِيقَةً بِسَبَبِ المَطَرِ».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ثَمَانِيَةُ جُنَيْهَاتٍ.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Eight pounds.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«ثَمَنُ التَّذْكِرَةِ المُفْرَدَةِ ثَمَانِيَةُ جُنَيْهَاتٍ، بَيْنَمَا تَذْكِرَةُ الذَّهَابِ وَالإِيَابِ بِاثْنَيْ عَشَرَ جُنَيْهًا».</a:t>
            </a:r>
            <a:endParaRPr lang="ar-SA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المَخْرَجِ عَلَى اليَمِينِ.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the exit on the right.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«يَا رُكَّابُ، اذْهَبُوا إِلَى المَخْرَجِ عَلَى اليَمِينِ».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بِالقِطَارِ، وَاسْتَغْرَقَتِ الرِّحْلَةُ سَاعَةً، لٰكِنَّ القِطَارَ كَانَ مُتَأَخِّرًا قَلِيلًا.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travelled by train, and the journey took an hour, but the train was a little late.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وَالآنَ أَخْبِرْنِي: كَيْفَ كَانَتْ رِحْلَتُكَ إِلَى بَاث؟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مَدِينَةَ بَاث يَوْمَ السَّبْتِ. فِيهَا حَمَّامَاتٌ رُومَانِيَّةٌ قَدِيمَةٌ، وَمُقَابِلَهَا كَنِيسَةٌ كَبِيرَةٌ مَبْنِيَّةٌ مِنَ الحَجَرِ.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بِالقِطَارِ، وَغَادَرَ القِطَارُ فِي التَّاسِعَةِ وَالرُّبْعِ مِنَ الرَّصِيفِ رَقْمِ ثَلَاثَةٍ. كَانَ مُتَأَخِّرًا عِشْرِينَ دَقِيقَةً بِسَبَبِ المَطَرِ، وَاسْتَغْرَقَتِ الرِّحْلَةُ سَاعَةً.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 بَاث أَنَّهَا جَمِيلَةٌ وَتَارِيخِيَّةٌ، وَمِنْ عُيُوبِهَا أَنَّهَا مُكْتَظَّةٌ. بِصِفَةٍ عَامَّةٍ، أُوصِي بِزِيَارَتِهَا!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“I visited the city of Bath on Saturday. It has old Roman baths, and opposite them a big church built of stone. / I travelled by train, and the train left at a quarter past nine from platform three. It was twenty minutes late because of the rain, and the journey took an hour. / One advantage of Bath is that it is beautiful and historic, and one disadvantage is that it is crowded. Overall, I recommend visiting it!”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مَبْنِيَّةٌ مِنَ الحَجَرِ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الرَّصِيفِ رَقْمِ ثَلَاثَةٍ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المَطَرِ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أُوصِي بِزِيَارَتِهَا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F6-W05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F6 · My Town and Transport · F6-W05 · Apply workshop (F6-L09 + F6-L10)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F6-L09 and F6-L10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added reasons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extra details without frames.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F6-W05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F6-L11 · F6 Consolidation: Complete Town and Transport Review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تَرْسِيخُ الوَحْدَةِ السَّادِسَةِ — مُرَاجَعَةٌ شَامِلَةٌ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F6-W05 · Apply Workshop — Day Trip: Listen, Then Blog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2026-10-26T15:12:35Z</dcterms:created>
  <dcterms:modified xsi:type="dcterms:W3CDTF">2026-10-26T15:12:35Z</dcterms:modified>
</cp:coreProperties>
</file>