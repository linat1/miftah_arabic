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4 (Food and Drink — Meals and Preferences, AT-A-L04).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Idāfa answers (عَصِيرُ البُرْتُقَالِ) are good; numbers in box 7 take the plural genitive (ثَلَاثُ وَجَبَاتٍ).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Food restrictions are personal (allergies, halal, vegetarian); students write what is true for them or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مَاذَا (what) · مَا (what) · لِمَاذَا (why) — and the tenses in bullet 4: أَكَلْتَ (past) · تُرِيدُ أَنْ تُجَرِّبَ (a wish).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(86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simple sentences, adjective agreement and three time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an + lā (allā) + subjunctive, ammā … fa-, a superlative, a relative clause, a concession, likay and a conditional.
ENGLISH SUMMARY (read aloud or paste in the chat for Core students): Present: three meals; I make sure not to skip breakfast (energy for study); as for dinner, it is the most important meal, when we gather round the table → preference: home-made over fast food; biryani with hot, tasty spices; it is true pizza is quick, but not healthy if eaten often → past: Dad’s birthday in a Turkish restaurant — kebab for the first time, baklava and tea → future: learn traditional dishes from my grandmother so as to keep the family recipes; “if I had more time, I would cook dinner once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past habits, advantages and disadvantages, a past narrative, an opinion with yajibu an and a conditional.
ENGLISH SUMMARY (read aloud or paste in the chat for Core students): Then: my grandmother cooked traditional dishes daily and the family ate together; today many order fast food by phone → pros and cons: easy, cheap, saves time — but fat and sugar can cause obesity; traditional food is healthy and brings families together → past: a week at my grandmother’s learning to cook couscous → opinion: balance the two; “if all young people learnt to cook, society would be healthier”.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50" b="1" dirty="0">
                <a:solidFill>
                  <a:srgbClr val="FFFFFF"/>
                </a:solidFill>
                <a:latin typeface="Cambria" pitchFamily="34" charset="0"/>
                <a:cs typeface="Amiri" pitchFamily="2" charset="-78"/>
              </a:rPr>
              <a:t>Writing Workshop — Food and Drink</a:t>
            </a:r>
            <a:endParaRPr lang="en-US" sz="31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الطَّعَامُ وَالشَّرَابُ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food-festival form, write an email about your meals and preferences, and write an extended piece with idāfa, agreement, preferences and three time frames.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AT-A-L04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food.</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adjective agreement (wajba ladhīdha), non-human plurals + feminine singular (aṭbāq ladhīdha), idāfa without “al” on the first word.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أُفَضِّلُ … عَلَى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prefer … to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عَصِيرُ البُرْتُقَالِ · طَبَقٌ لَذِيذٌ</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idāfa · noun + adjective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لَا آكُلُ … لِأَنَّ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don’t eat … because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International food festival — volunteer form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مِهْرَجَانِ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meal / dish</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وَجْبَتُكَ المُفَضَّلَةُ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drink</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مَشْرُوبُكَ المُفَضَّلُ</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don’t eat</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طَعَامٌ لَا تَأْكُلُهُ</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dish from your family’s country</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طَبَقٌ مِنْ بَلَدِ أُسْرَتِكَ</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meals a day</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كَمْ وَجْبَةً تَأْكُلُ يَوْمِيًّا؟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like cooking</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تُحِبُّ الطَّبْخَ؟</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needs a full sentence with a reason (li-anna).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International food festival — volunteer form: model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Hasan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مَرْيَمُ حَسَنٌ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خَمْسَ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chicken with rice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الدَّجَاجُ بِالأُرْزِ</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وَجْبَتُكَ المُفَضَّلَةُ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orange juice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عَصِيرُ البُرْتُقَالِ</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مَشْرُوبُكَ المُفَضَّلُ</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peanuts (allergy)</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الفُولُ السُّودَانِيُّ</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طَعَامٌ لَا تَأْكُلُهُ</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biryani</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البِرْيَانِي</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طَبَقٌ مِنْ بَلَدِ أُسْرَتِكَ</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meals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 وَجَبَاتٍ</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كَمْ وَجْبَةً تَأْكُلُ يَوْمِيًّا؟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cooking because it is fun and useful for my family.</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أُحِبُّ الطَّبْخَ لِأَنَّهُ مُمْتِعٌ وَمُفِيدٌ لِأُسْرَتِي.</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تُحِبُّ الطَّبْخَ؟</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Question 2: an email to your host family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إِلَى الأُسْرَةِ المُضِيفَةِ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are going to stay with a family in Jordan. Write an email in Arabic of about 80–90 words to your host sister. You must include: • what you usually eat for your meals • your favourite dish and why • food you do not eat • what you ate recently and a dish you would like to try in Jordan.</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Adjectives agree; idāfa used correctly.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(recently) AND a wish for the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الفُطُورِ آكُلُ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breakfast I eat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طَبَقِي المُفَضَّلُ هُوَ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dish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آكُلُ إِلَّا اللَّحْمَ الحَلَالَ.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only eat halal meat.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أُرِيدُ أَنْ أُجَرِّبَ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like to try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will stay with a family in Jordan: email your host sister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سَتَسْكُنُ عِنْدَ أُسْرَةٍ فِي الأُرْدُنِّ. اكْتُبْ رِسَالَةً إِلِكْتِرُونِيَّةً إِلَى أُخْتِكَ المُضِيفَةِ (٨٠–٩٠ كَلِمَةً).</a:t>
            </a:r>
            <a:endParaRPr lang="ar-SA" sz="15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usually eat at your meals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تَأْكُلُ عَادَةً فِي وَجَبَاتِكَ؟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dish, and why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طَبَقُكَ المُفَضَّلُ؟ وَلِمَاذَا؟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Food you do not eat</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الطَّعَامُ الَّذِي لَا تَأْكُلُهُ؟</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ate recently; what you want to try in Jordan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أَكَلْتَ مُؤَخَّرًا، وَمَاذَا تُرِيدُ أَنْ تُجَرِّبَ فِي الأُرْدُنِّ؟</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I am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أَنَا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breakfast I eat …, and for dinner I eat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الفُطُورِ آكُلُ ______ ، وَفِي العَشَاءِ آكُلُ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dish is … because it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طَبَقِي المُفَضَّلُ هُوَ ______ لِأَنَّهُ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don’t eat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آكُلُ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ate … In Jordan I want to eat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أَكَلْتُ ______ . فِي الأُرْدُنِّ أُرِيدُ أَنْ آكُلَ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سَلْمَى،</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أَنَا مَرْيَمُ، وَسَأَزُورُكُمْ قَرِيبًا. فِي الفُطُورِ آكُلُ الخُبْزَ وَالجُبْنَ وَأَشْرَبُ الحَلِيبَ، وَفِي الغَدَاءِ آكُلُ شَطِيرَةً فِي المَدْرَسَةِ، وَفِي العَشَاءِ آكُلُ الأُرْزَ مَعَ أُسْرَتِي. طَبَقِي المُفَضَّلُ هُوَ الدَّجَاجُ بِالأُرْزِ لِأَنَّهُ لَذِيذٌ جِدًّا. لَا آكُلُ السَّمَكَ، وَلَا آكُلُ إِلَّا اللَّحْمَ الحَلَالَ. أَمْسِ أَكَلْتُ البِيتْزَا مَعَ صَدِيقَاتِي فِي المَطْعَمِ. فِي الأُرْدُنِّ أُرِيدُ أَنْ آكُلَ المَنْسَفَ.</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Salma, I am Maryam and I will visit you soon. For breakfast I eat bread and cheese and drink milk, for lunch a sandwich at school, and for dinner rice with my family. My favourite dish is chicken with rice because it is very tasty. I don’t eat fish, and I only eat halal meat. Yesterday I ate pizza with my friends in a restaurant. In Jordan I want to eat mansaf. Goodbye,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الفُطُورِ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لِأَنَّهُ لَذِيذٌ</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آكُلُ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أُرِيدُ أَنْ آكُلَ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مَرْحَبًا يَا سَلْمَى،</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كَيْفَ حَالُكِ؟ أَنَا سَعِيدَةٌ جِدًّا لِأَنِّي سَأَزُورُكُمْ قَرِيبًا. فِي الفُطُورِ آكُلُ الخُبْزَ وَالجُبْنَ عَادَةً وَأَشْرَبُ الشَّايَ بِالحَلِيبِ، وَفِي الغَدَاءِ آكُلُ شَطِيرَةً فِي المَدْرَسَةِ، أَمَّا العَشَاءُ فَأَتَنَاوَلُهُ مَعَ أُسْرَتِي فِي السَّابِعَةِ. طَبَقِي المُفَضَّلُ هُوَ الدَّجَاجُ بِالأُرْزِ، لِأَنَّ أُمِّي تَطْبُخُهُ بِبَهَارَاتٍ لَذِيذَةٍ. لَا آكُلُ السَّمَكَ لِأَنَّ عِنْدِي حَسَاسِيَّةً مِنْهُ، وَلَا آكُلُ إِلَّا اللَّحْمَ الحَلَالَ. أَمْسِ أَكَلْتُ البِيتْزَا مَعَ صَدِيقَاتِي فِي مَطْعَمٍ إِيطَالِيٍّ قَرِيبٍ بِمُنَاسَبَةِ عِيدِ مِيلَادِ إِحْدَاهُنَّ. فِي الأُرْدُنِّ أُرِيدُ أَنْ أُجَرِّبَ المَنْسَفَ، لِأَنِّي سَمِعْتُ أَنَّهُ لَذِيذٌ جِدًّا. وَأَنْتِ، مَا طَبَقُكِ المُفَضَّلُ؟</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Salma, how are you? I am very happy because I will visit you soon. For breakfast I usually eat bread and cheese and drink tea with milk, for lunch a sandwich at school; as for dinner, I have it with my family at seven. My favourite dish is chicken with rice, because my mother cooks it with delicious spices. I don’t eat fish because I am allergic to it, and I only eat halal meat. Yesterday I ate pizza with my friends in a nearby Italian restaurant for a friend’s birthday. In Jordan I would like to try mansaf, because I have heard it is delicious. And you — what is your favourite dish? With my greetings,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العَشَاءُ فَأَتَنَاوَلُهُ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بِبَهَارَاتٍ لَذِيذَةٍ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 عِنْدِي حَسَاسِيَّةً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أُرِيدُ أَنْ أُجَرِّبَ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food and eating habits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طَعَامِي وَعَادَاتِي فِي الأَكْلِ</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Daily meals · food you like and dislike, and why · a special meal you had recently · what you will change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صِفْ وَجَبَاتِكَ اليَوْمِيَّةَ · مَا الطَّعَامُ الَّذِي تُحِبُّهُ وَالَّذِي لَا تُحِبُّهُ؟ وَلِمَاذَا؟ · صِفْ وَجْبَةً خَاصَّةً أَكَلْتَهَا مُؤَخَّرًا · مَاذَا سَتُغَيِّرُ فِي عَادَاتِكَ؟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Traditional food and fast food</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الطَّعَامُ التَّقْلِيدِيُّ وَالوَجَبَاتُ السَّرِيعَةُ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eating habits have changed · pros and cons of fast food · an experience with traditional food · your opinion and a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كَيْفَ تَغَيَّرَتْ عَادَاتُ الأَكْلِ؟ · مَا مَزَايَا الوَجَبَاتِ السَّرِيعَةِ وَعُيُوبُهَا؟ · صِفْ تَجْرِبَةً مَعَ طَعَامٍ تَقْلِيدِيٍّ · مَا رَأْيُكَ؟ وَمَاذَا تَقْتَرِحُ؟</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your meals: what, when, with whom (fī al-fuṭūr ākulu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Preferences — ufaḍḍilu … ʿalā … li-anna …; Stretch: ṣaḥīḥun anna … ghayra anna.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special meal: dhahabnā … akaltu … kāna aṭ-ṭaʿāmu ladhīdhan.</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sa-ataʿallamu …; Stretch: law … la- (a conditional).</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الفُطُورِ آكُلُ البَيْضَ وَالخُبْزَ.</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for breakfast I eat eggs and bread.</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أَمْسِ أَكَلْنَا فِي مَطْعَمٍ تُرْكِيٍّ.</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yesterday we ate in a Turkish restaurant.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سَأَتَعَلَّمُ الطَّبْخَ مَعَ أُمِّي.</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learn to cook with my mother.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أَتَنَاوَلُ ثَلَاثَ وَجَبَاتٍ كُلَّ يَوْمٍ. فِي الفُطُورِ آكُلُ البَيْضَ وَالخُبْزَ، وَأَشْرَبُ الحَلِيبَ. فِي الغَدَاءِ آكُلُ فِي مَقْصَفِ المَدْرَسَةِ، وَعَادَةً آكُلُ شَطِيرَةً وَتُفَّاحَةً، وَأَشْرَبُ عَصِيرَ التُّفَّاحِ. فِي العَشَاءِ آكُلُ مَعَ أُسْرَتِي فِي البَيْتِ. تَطْبُخُ أُمِّي الأُرْزَ وَالدَّجَاجَ وَالخُضَارَ، وَالطَّعَامُ دَائِمًا لَذِيذٌ.</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طَعَامِي المُفَضَّلُ هُوَ البِرْيَانِي، لِأَنَّهُ حَارٌّ قَلِيلًا وَلَذِيذٌ. لَا أُحِبُّ السَّمَكَ، لِأَنَّ رَائِحَتَهُ قَوِيَّةٌ. أَشْرَبُ المَاءَ كَثِيرًا، وَلَا أَشْرَبُ المَشْرُوبَاتِ الغَازِيَّةَ. وَأُحِبُّ الفَوَاكِهَ كَثِيرًا، خَاصَّةً المَانْجُو وَالمَوْزَ.</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يَوْمَ السَّبْتِ المَاضِي ذَهَبْنَا إِلَى مَطْعَمٍ تُرْكِيٍّ مَعَ أُسْرَتِي. أَكَلْتُ الكَبَابَ وَالأُرْزَ، وَشَرِبْتُ عَصِيرَ البُرْتُقَالِ. ثُمَّ أَكَلْنَا البَقْلَاوَةَ مَعَ الشَّايِ. كَانَ الطَّعَامُ لَذِيذًا جِدًّا.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المُسْتَقْبَلِ سَأَتَعَلَّمُ الطَّبْخَ مَعَ أُمِّي، وَسَأَطْبُخُ البِرْيَانِي لِأُسْرَتِي، وَسَآكُلُ الفَوَاكِهَ كُلَّ يَوْمٍ. أَعْتَقِدُ أَنَّ الطَّعَامَ الصِّحِّيَّ مُهِمٌّ لِكُلِّ النَّاسِ.</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Present: three meals — eggs and bread, a sandwich and an apple in the canteen, rice, chicken and vegetables at home → preferences: biryani (a little spicy, tasty); not fish (strong smell); water, no fizzy drinks → past: a Turkish restaurant with my family last Saturday — kebab, rice, orange juice, then baklava with tea → future: learn to cook with my mother; healthy food matters for everyone.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ثَلَاثَ وَجَبَاتٍ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لِأَنَّهُ حَارٌّ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ذَهَبْنَا إِلَى مَطْعَمٍ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سَأَتَعَلَّمُ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أَتَنَاوَلُ ثَلَاثَ وَجَبَاتٍ يَوْمِيًّا، وَأَحْرِصُ عَلَى أَلَّا أَتْرُكَ الفُطُورَ، لِأَنَّهُ يُعْطِينِي الطَّاقَةَ لِلدِّرَاسَةِ، وَأَشْرَبُ مَعَهُ كُوبًا مِنَ الحَلِيبِ. فِي الغَدَاءِ آكُلُ فِي مَقْصَفِ المَدْرَسَةِ، أَمَّا العَشَاءُ فَهُوَ أَهَمُّ وَجْبَةٍ فِي بَيْتِنَا، إِذْ نَجْتَمِعُ حَوْلَ المَائِدَةِ وَنَتَحَدَّثُ عَنْ يَوْمِنَا.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أُفَضِّلُ الأَطْبَاقَ البَيْتِيَّةَ عَلَى الوَجَبَاتِ السَّرِيعَةِ، فَطَبَقِي المُفَضَّلُ هُوَ البِرْيَانِي الَّذِي تَطْبُخُهُ أُمِّي بِبَهَارَاتٍ حَارَّةٍ وَلَذِيذَةٍ، وَتُقَدِّمُهُ مَعَ اللَّبَنِ وَالسَّلَطَةِ. صَحِيحٌ أَنَّ البِيتْزَا سَرِيعَةٌ وَشَهِيَّةٌ، غَيْرَ أَنَّهَا لَيْسَتْ صِحِّيَّةً إِذَا أَكَلْنَاهَا كَثِيرًا.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نِهَايَةِ الأُسْبُوعِ المَاضِي احْتَفَلْنَا بِعِيدِ مِيلَادِ أَبِي فِي مَطْعَمٍ تُرْكِيٍّ؛ طَلَبْنَا أَطْبَاقًا مُتَنَوِّعَةً، وَأَكَلْتُ الكَبَابَ لِأَوَّلِ مَرَّةٍ، ثُمَّ تَنَاوَلْنَا حَلْوَى البَقْلَاوَةِ مَعَ الشَّايِ. كَانَتْ أُمْسِيَةً رَائِعَةً، فَالطَّعَامُ لَذِيذٌ وَالخِدْمَةُ مُمْتَازَةٌ.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المُسْتَقْبَلِ سَأَتَعَلَّمُ طَبْخَ الأَطْبَاقِ التَّقْلِيدِيَّةِ مِنْ جَدَّتِي، لِكَيْ أُحَافِظَ عَلَى وَصَفَاتِ أُسْرَتِنَا. وَلَوْ كَانَ عِنْدِي وَقْتٌ أَكْثَرُ، لَطَبَخْتُ العَشَاءَ لِأُسْرَتِي مَرَّةً فِي الأُسْبُوعِ عَلَى الأَقَلِّ، لِأَنَّ ذٰلِكَ يُسْعِدُ أُمِّي.</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أَلَّا أَتْرُكَ الفُطُورَ</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العَشَاءُ فَهُوَ</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صَحِيحٌ أَنَّ … غَيْرَ أَنَّهَا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كَانَ … لَطَبَخْتُ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traditional food and fast food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تَخْتَلِفُ عَادَاتُ الأَكْلِ اليَوْمَ كَثِيرًا عَمَّا كَانَتْ عَلَيْهِ فِي المَاضِي. كَانَتْ جَدَّتِي تَطْبُخُ كُلَّ يَوْمٍ أَطْبَاقًا تَقْلِيدِيَّةً بِالخُضَارِ الطَّازَجَةِ، وَكَانَتِ الأُسْرَةُ كُلُّهَا تَأْكُلُ مَعًا، أَمَّا اليَوْمَ فَكَثِيرٌ مِنَ النَّاسِ يَطْلُبُونَ الوَجَبَاتِ السَّرِيعَةَ عَلَى الهَاتِفِ، وَيَأْكُلُونَ أَمَامَ الشَّاشَاتِ.</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لِلْوَجَبَاتِ السَّرِيعَةِ بَعْضُ المَزَايَا؛ فَهِيَ سَهْلَةٌ وَرَخِيصَةٌ وَتُوَفِّرُ الوَقْتَ. غَيْرَ أَنَّهَا تَحْتَوِي عَلَى الدُّهُونِ وَالسُّكَّرِ، وَقَدْ تُسَبِّبُ السُّمْنَةَ إِذَا أَكَلْنَاهَا كَثِيرًا، كَمَا أَنَّ الأَطْفَالَ لَا يَعْرِفُونَ مِنْ أَيْنَ يَأْتِي طَعَامُهُمْ. أَمَّا الطَّعَامُ التَّقْلِيدِيُّ فَصِحِّيٌّ وَلَذِيذٌ، وَيَجْمَعُ الأُسْرَةَ حَوْلَ المَائِدَةِ.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العُطْلَةِ المَاضِيَةِ قَضَيْتُ أُسْبُوعًا عِنْدَ جَدَّتِي، فَعَلَّمَتْنِي كَيْفَ أَطْبُخُ الكُسْكُسِي؛ قَطَّعْنَا الخُضَارَ مَعًا، وَطَبَخْنَا اللَّحْمَ سَاعَتَيْنِ، ثُمَّ أَكَلْنَاهُ مَعَ العَائِلَةِ كُلِّهَا. كَانَ أَلَذَّ طَعَامٍ أَكَلْتُهُ فِي حَيَاتِي.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يَجِبُ أَنْ نُوَازِنَ بَيْنَ الاثْنَيْنِ: لَا بَأْسَ بِالوَجَبَاتِ السَّرِيعَةِ أَحْيَانًا، لٰكِنَّ الطَّبْخَ فِي البَيْتِ أَفْضَلُ. وَلَوْ تَعَلَّمَ كُلُّ الشَّبَابِ الطَّبْخَ، لَأَصْبَحَ المُجْتَمَعُ أَكْثَرَ صِحَّةً، وَلَقَلَّتِ الأَمْرَاضُ.</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كَانَتْ جَدَّتِي تَطْبُخُ</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غَيْرَ أَنَّهَا تَحْتَوِي</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الطَّعَامُ التَّقْلِيدِيُّ فَصِحِّيٌّ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 لَأَصْبَحَ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the last box as a full sentence.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adjectives agree and an idāfa is used correctly.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preference with ʿalā, a concession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AT-A-L05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AT-A-L04 · Writing Workshop — Food and Drink</dc:title>
  <dc:subject>PptxGenJS Presentation</dc:subject>
  <dc:creator>Al Madina Online School · Arabic Department</dc:creator>
  <cp:lastModifiedBy>Al Madina Online School · Arabic Department</cp:lastModifiedBy>
  <cp:revision>1</cp:revision>
  <dcterms:created xsi:type="dcterms:W3CDTF">2026-10-11T07:50:57Z</dcterms:created>
  <dcterms:modified xsi:type="dcterms:W3CDTF">2026-10-11T07:50:57Z</dcterms:modified>
</cp:coreProperties>
</file>