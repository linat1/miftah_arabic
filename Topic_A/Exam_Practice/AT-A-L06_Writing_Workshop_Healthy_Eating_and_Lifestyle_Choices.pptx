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A, Lesson 6 (Healthy Eating and Lifestyle Choices, AT-A-L06).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1 — FORM FILLING. About 8 minutes. Core: boxes 1–6. Develop / Stretch: all 8. Box 7 is a noun phrase (السَّهَرُ عَلَى الهَاتِفِ), not a 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مَاذَا (what) · أَيَّ (which) · كَمْ مَرَّةً (how often) · مَا (what) — bullet 4 has a PAST verb (فَعَلْتَ) and asks for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(116 words). Core model: simple sentences, numbers and frequency, a past sentence, an opinion and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aḥriṣu ʿalā an, ammā … fa- with lā … illā, badalan min an, a past habit, advice with bi-an, a concession, comparatives and a conditional.
ENGLISH SUMMARY (read aloud or paste in the chat for Core students): Present: a nourishing breakfast (energy until noon), eight glasses of water; as for fast food, I only rarely eat it (full of fat, sugar and salt) → sport three times a week, walking instead of the car, eight hours’ sleep (helps concentration, makes me calmer) → past: a year ago I drank fizzy drinks daily and stayed up until midnight, always tired; the school doctor advised me to change, so I did, step by step → it is true that change was hard at first, but now I am more active and happier; I will learn to cook healthy meals; “if all students followed this advice, their health and results would both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(131 words). Full-mark model for the Stretch title: past habits, ammā … fa-, balanced views, advice with yajibu / yanbaghī an, a past campaign, a concession and a conditional.
ENGLISH SUMMARY (read aloud or paste in the chat for Core students): Then and now: children used to play outside for hours; as for today, many sit in front of screens eating fast food → opinion: some blame the family, others the school; both are responsible — families must offer healthy food, schools should teach the importance of sport and sleep, and offer affordable healthy meals → past: a school health campaign last month — a fruit day, posters on sugar; many students switched to water, and teachers joined in → it is true changing habits is hard, but possible with small steps and a little patience; “if every young person cared a little for their health each day, the whole of society would be stronger and happier”.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EXAM PRACTICE  ·  AT-A-L06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Workshop — A Healthy Lifestyle</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نَمَطُ الحَيَاةِ الصِّحِّيُّ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health questionnaire, write an email about your healthy (and unhealthy) habits with advice, and write an extended piece with advice, reasons and three time frames.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AT-A-L06 · Advanced Topic A · Everyday Activities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about your healthy habits.</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Check: yajibu an / yanbaghī an + verb in -a; allā (= an lā) for negative advice; non-human plurals with feminine adjectives (ʿādāt ṣiḥḥiyya).</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يَجِبُ أَنْ نَشْرَبَ · يَنْبَغِي أَلَّا نَأْكُلَ</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we must drink · we should not eat</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لِأَنَّ … · لِكَيْ …</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because … · so that …</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كُنْتُ … أَمَّا الآنَ فَأُمَارِسُ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used to … but now I exercise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Health questionnaire — sports centre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اسْتِبْيَانٌ صِحِّيٌّ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age</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favourite sport</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رِيَاضَتُكَ المُفَضَّلَةُ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you exercise</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تُمَارِسُ الرِّيَاضَةَ؟</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many hours you sleep</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سَاعَةً تَنَامُ؟</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healthy food you like</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طَعَامٌ صِحِّيٌّ تُحِبُّهُ</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unhealthy habit you have</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عَادَةٌ غَيْرُ صِحِّيَّةٍ عِنْدَكَ</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you want to improve</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تُرِيدُ أَنْ تُحَسِّنَ؟</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(urīdu an + verb in -a).</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Health questionnaire — sports centre: model answers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Khalid Yusuf</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خَالِدٌ يُوسُفُ</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sixteen</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 عَشْرَةَ سَنَةً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العُمْرُ</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swimming</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السِّبَاحَةُ</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رِيَاضَتُكَ المُفَضَّلَةُ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times a week</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ثَلَاثَ مَرَّاتٍ فِي الأُسْبُوعِ</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تُمَارِسُ الرِّيَاضَةَ؟</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eight hours</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ثَمَانِيَ سَاعَاتٍ</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سَاعَةً تَنَامُ؟</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salad</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السَّلَطَةُ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طَعَامٌ صِحِّيٌّ تُحِبُّهُ</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staying up on my phone</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السَّهَرُ عَلَى الهَاتِفِ</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عَادَةٌ غَيْرُ صِحِّيَّةٍ عِنْدَكَ</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sleep early so that I am energetic in the morning.</a:t>
            </a:r>
            <a:endParaRPr lang="en-US" sz="110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أَنَامَ مُبَكِّرًا لِكَيْ أَكُونَ نَشِيطًا فِي الصَّبَاحِ.</a:t>
            </a:r>
            <a:endParaRPr lang="ar-SA" sz="18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مَاذَا تُرِيدُ أَنْ تُحَسِّنَ؟</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Question 2: an email about healthy habits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عَنِ الصِّحَّةِ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Your Arabic-speaking friend has asked about your lifestyle. Write an email in Arabic of about 80–90 words. You must include: • what you eat and drink to stay healthy • the sport you do and how often • one unhealthy habit you have • what you did yesterday to stay healthy, and one piece of advice for your friend.</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Frequency words and numbers.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sentence AND advice (yajibu an …).</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أَحْرِصُ عَلَى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make sure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أُمَارِسُ … مَرَّتَيْنِ فِي الأُسْبُوعِ</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do … twice a week</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 عِنْدِي عَادَةً سَيِّئَةً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I have a bad habit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نَصِيحَتِي لَكَ: يَجِبُ 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advice to you: you must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friend asked about your lifestyle: write him an email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سَأَلَكَ صَدِيقُكَ عَنْ أُسْلُوبِ حَيَاتِكَ. اكْتُبْ لَهُ رِسَالَةً إِلِكْتِرُونِيَّةً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eat and drink to stay healthy</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تَأْكُلُ وَتَشْرَبُ لِتُحَافِظَ عَلَى صِحَّتِكَ؟</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sport, and how often</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 رِيَاضَةٍ تُمَارِسُ؟ وَكَمْ مَرَّةً؟</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unhealthy habit you have</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العَادَةُ غَيْرُ الصِّحِّيَّةِ الَّتِي عِنْدَكَ؟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yesterday; your advice</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فَعَلْتَ أَمْسِ لِصِحَّتِكَ؟ وَمَا نَصِيحَتُكَ لِصَدِيقِكَ؟</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eat … every day, and I drink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آكُلُ ______ كُلَّ يَوْمٍ، وَأَشْرَبُ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do … twice a week.</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أُمَارِسُ ______ مَرَّتَيْنِ فِي الأُسْبُوعِ.</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But I sometimes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لٰكِنِّي ______ أَحْيَانًا.</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 You must … because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______ . يَجِبُ أَنْ ______ لِأَنَّ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عُمَرُ،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أُرِيدُ أَنْ أُخْبِرَكَ عَنْ عَادَاتِي الصِّحِّيَّةِ. آكُلُ الخُضَارَ وَالفَوَاكِهَ كُلَّ يَوْمٍ، وَأَشْرَبُ المَاءَ كَثِيرًا. أُمَارِسُ كُرَةَ القَدَمِ مَرَّتَيْنِ فِي الأُسْبُوعِ، وَأَنَامُ ثَمَانِيَ سَاعَاتٍ. لٰكِنِّي أُحِبُّ الشُّوكُولَاتَةَ كَثِيرًا. أَمْسِ لَعِبْتُ فِي المُبَارَاةِ وَأَكَلْتُ سَلَطَةً كَبِيرَةً فِي المَسَاءِ. نَصِيحَتِي لَكَ: يَجِبُ أَنْ تَشْرَبَ المَاءَ وَتَنَامَ مُبَكِّرًا، لِأَنَّ النَّوْمَ مُهِمٌّ جِدًّا.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خَالِدٌ</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Omar, how are you? I want to tell you about my healthy habits. I eat vegetables and fruit every day and drink lots of water. I play football twice a week and sleep eight hours. But I love chocolate a lot. Yesterday I played in the match and ate a big salad in the evening. My advice to you: you must drink water and sleep early, because sleep is very important. Goodbye, Khalid.”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كُلَّ يَوْمٍ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مَرَّتَيْنِ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تَشْرَبَ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مَرْحَبًا يَا عُمَرُ،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كَيْفَ حَالُكَ؟ سَأَلْتَنِي فِي رِسَالَتِكَ عَنْ عَادَاتِي الصِّحِّيَّةِ. أَحْرِصُ عَلَى أَنْ آكُلَ الخُضَارَ وَالفَوَاكِهَ يَوْمِيًّا، وَأَشْرَبُ ثَمَانِيَةَ أَكْوَابٍ مِنَ المَاءِ. أُمَارِسُ كُرَةَ القَدَمِ مَرَّتَيْنِ فِي الأُسْبُوعِ، وَأَمْشِي إِلَى المَدْرَسَةِ كُلَّ صَبَاحٍ. لٰكِنَّ عِنْدِي عَادَةً سَيِّئَةً: أَسْهَرُ أَحْيَانًا عَلَى الهَاتِفِ. أَمْسِ، بَعْدَ المُبَارَاةِ، أَكَلْتُ سَلَطَةً كَبِيرَةً مَعَ الدَّجَاجِ المَشْوِيِّ، وَنِمْتُ فِي العَاشِرَةِ. نَصِيحَتِي لَكَ: يَجِبُ أَنْ تَنَامَ ثَمَانِيَ سَاعَاتٍ، وَيَنْبَغِي أَلَّا تَشْرَبَ المَشْرُوبَاتِ الغَازِيَّةَ، لِأَنَّهَا مَلِيئَةٌ بِالسُّكَّرِ. وَأَنْتَ، مَا رِيَاضَتُكَ المُفَضَّلَةُ؟ وَكَمْ سَاعَةً تَنَامُ فِي اللَّيْلِ؟ أَنْتَظِرُ رَدَّكَ.</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مَعَ تَحِيَّاتِي،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خَالِدٌ</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Omar, how are you? In your message you asked about my healthy habits. I make sure to eat vegetables and fruit every day, and I drink eight glasses of water. I play football twice a week and walk to school every morning. But I have a bad habit: I sometimes stay up on my phone. Yesterday, after the match, I ate a big salad with grilled chicken and slept at ten. My advice to you: you must sleep eight hours, and you should not drink fizzy drinks, because they are full of sugar. And you — what is your favourite sport? And how many hours do you sleep at night? I await your reply. With my greetings, Khalid.”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أَحْرِصُ عَلَى أَنْ آكُلَ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لٰكِنَّ عِنْدِي عَادَةً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نِمْتُ فِي العَاشِرَةِ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يَنْبَغِي أَلَّا تَشْرَبَ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 stay healthy</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أُحَافِظُ عَلَى صِحَّتِي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eat and drink · sport and sleep · a habit you changed or want to change · your advice and future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مَاذَا تَأْكُلُ وَتَشْرَبُ؟ · الرِّيَاضَةُ وَالنَّوْمُ فِي حَيَاتِكَ · عَادَةٌ غَيَّرْتَهَا أَوْ تُرِيدُ أَنْ تُغَيِّرَهَا · نَصَائِحُكَ وَخُطَطُكَ لِلْمُسْتَقْبَلِ</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Young people’s health: whose responsibility?</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صِحَّةُ الشَّبَابِ: مَسْؤُولِيَّةُ مَنْ؟</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young people’s habits have changed · the role of family and school · an experience or initiative · your opinion and suggestion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كَيْفَ تَغَيَّرَتْ عَادَاتُ الشَّبَابِ؟ · دَوْرُ الأُسْرَةِ وَالمَدْرَسَةِ · تَجْرِبَةٌ أَوْ مُبَادَرَةٌ شَارَكْتَ فِيهَا · مَا رَأْيُكَ؟ وَمَاذَا تَقْتَرِحُ؟</a:t>
            </a:r>
            <a:endParaRPr lang="ar-SA" sz="14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Present — food, drink, sport, sleep: frequency + numbers (thalātha marrāt, thamāniya akwāb).</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Reasons — li-anna …; Stretch: ammā … fa- (as for fast food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a habit you changed: kuntu + present (I used to …), then qarrartu an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Advice + future — yajibu an …, sa-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أُمَارِسُ الرِّيَاضَةَ ثَلَاثَ مَرَّاتٍ فِي الأُسْبُوعِ.</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 exercise three times a week.</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كُنْتُ أَشْرَبُ المَشْرُوبَاتِ الغَازِيَّةَ كُلَّ يَوْمٍ.</a:t>
            </a:r>
            <a:endParaRPr lang="ar-SA" sz="26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habit: I used to drink fizzy drinks every day.</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سَأَتَعَلَّمُ طَبْخَ وَجَبَاتٍ صِحِّيَّةٍ.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learn to cook healthy meals.</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أُحَاوِلُ أَنْ أَعِيشَ حَيَاةً صِحِّيَّةً. فِي الصَّبَاحِ آكُلُ الشُّوفَانَ مَعَ المَوْزِ، وَأَشْرَبُ الحَلِيبَ. فِي المَدْرَسَةِ آكُلُ شَطِيرَةً وَتُفَّاحَةً، وَأَشْرَبُ المَاءَ. فِي المَسَاءِ نَأْكُلُ الأُرْزَ وَالخُضَارَ وَالدَّجَاجَ فِي البَيْتِ.</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أُمَارِسُ الرِّيَاضَةَ ثَلَاثَ مَرَّاتٍ فِي الأُسْبُوعِ. أَلْعَبُ كُرَةَ السَّلَّةِ يَوْمَ الإِثْنَيْنِ، وَأَسْبَحُ يَوْمَ الأَرْبِعَاءِ، وَأَمْشِي مَعَ أَبِي يَوْمَ السَّبْتِ. أَنَامُ فِي السَّاعَةِ العَاشِرَةِ عَادَةً، وَأَسْتَيْقِظُ فِي السَّاعَةِ السَّادِسَةِ، لِأَنَّ المَدْرَسَةَ تَبْدَأُ مُبَكِّرًا. الرِّيَاضَةُ تَجْعَلُنِي سَعِيدًا وَنَشِيطًا.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لٰكِنَّ عِنْدِي عَادَةً سَيِّئَةً، فَأَنَا أُحِبُّ الحَلَوِيَّاتِ كَثِيرًا. أَمْسِ أَكَلْتُ قِطْعَتَيْنِ مِنَ الكَعْكِ، وَشَرِبْتُ مَشْرُوبًا غَازِيًّا، فَشَعَرْتُ بِالتَّعَبِ فِي المَسَاءِ، وَلَمْ أَنَمْ جَيِّدًا.</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الأَكْلُ الصِّحِّيُّ وَالرِّيَاضَةُ مُهِمَّانِ جِدًّا. فِي المُسْتَقْبَلِ سَآكُلُ الحَلَوِيَّاتِ مَرَّةً فِي الأُسْبُوعِ فَقَطْ، وَسَأَشْرَبُ المَاءَ أَكْثَرَ، وَسَأَمْشِي إِلَى المَدْرَسَةِ مَعَ أَخِي. يَجِبُ أَنْ نَهْتَمَّ بِصِحَّتِنَا كُلَّ يَوْمٍ.</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Present: oats, banana and milk; a sandwich, an apple and water at school; rice, vegetables and chicken at home → sport three times a week (basketball, swimming, walking with Dad); bed at ten, up at six; sport makes me happy and active → a bad habit: sweets; yesterday two pieces of cake and a fizzy drink, then tired and slept badly → opinion and future: healthy food and sport matter; sweets once a week, more water, walking to school with my brother; we must look after our health.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ثَلَاثَ مَرَّاتٍ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عَادَةً سَيِّئَةً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أَمْسِ أَكَلْتُ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نَهْتَمَّ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أَحْرِصُ عَلَى أَنْ أَعِيشَ حَيَاةً صِحِّيَّةً مُتَوَازِنَةً. أَبْدَأُ يَوْمِي بِفُطُورٍ مُغَذٍّ مِنَ الشُّوفَانِ وَالفَوَاكِهِ، لِأَنَّهُ يُعْطِينِي الطَّاقَةَ حَتَّى الظُّهْرِ، وَأَشْرَبُ ثَمَانِيَةَ أَكْوَابٍ مِنَ المَاءِ يَوْمِيًّا. أَمَّا الوَجَبَاتُ السَّرِيعَةُ فَلَا آكُلُهَا إِلَّا نَادِرًا، لِأَنَّهَا مَلِيئَةٌ بِالدُّهُونِ وَالسُّكَّرِ وَالمِلْحِ.</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أُمَارِسُ الرِّيَاضَةَ ثَلَاثَ مَرَّاتٍ فِي الأُسْبُوعِ، وَأَمْشِي إِلَى المَدْرَسَةِ بَدَلًا مِنْ أَنْ أَرْكَبَ السَّيَّارَةَ. وَأَنَامُ ثَمَانِيَ سَاعَاتٍ، لِأَنَّ النَّوْمَ يُسَاعِدُنِي عَلَى التَّرْكِيزِ فِي الدُّرُوسِ، وَيَجْعَلُنِي أَهْدَأَ مَعَ أُسْرَتِي وَأَصْدِقَائِي.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لَمْ أَكُنْ هٰكَذَا دَائِمًا؛ فَقَبْلَ سَنَةٍ كُنْتُ أَشْرَبُ المَشْرُوبَاتِ الغَازِيَّةَ كُلَّ يَوْمٍ، وَأَسْهَرُ عَلَى الهَاتِفِ حَتَّى مُنْتَصَفِ اللَّيْلِ، فَكُنْتُ أَشْعُرُ بِالتَّعَبِ دَائِمًا. ثُمَّ نَصَحَنِي طَبِيبُ المَدْرَسَةِ بِأَنْ أُغَيِّرَ عَادَاتِي، فَفَعَلْتُ خُطْوَةً خُطْوَةً، وَبَدَأْتُ بِالمَاءِ ثُمَّ بِالنَّوْمِ.</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التَّغْيِيرَ كَانَ صَعْبًا فِي البِدَايَةِ، غَيْرَ أَنَّنِي الآنَ أَنْشَطُ وَأَسْعَدُ. فِي المُسْتَقْبَلِ سَأَتَعَلَّمُ طَبْخَ وَجَبَاتٍ صِحِّيَّةٍ، وَلَوْ تَبِعَ كُلُّ الطُّلَّابِ هٰذِهِ النَّصَائِحَ، لَتَحَسَّنَتْ صِحَّتُهُمْ وَنَتَائِجُهُمْ مَعًا.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أَمَّا الوَجَبَاتُ السَّرِيعَةُ فَلَا</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أَشْرَبُ</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نَصَحَنِي … بِأَنْ أُغَيِّرَ</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تَبِعَ … لَتَحَسَّنَتْ</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Q3 (</a:t>
            </a:r>
            <a:pPr algn="l" indent="0" marL="0">
              <a:buNone/>
            </a:pPr>
            <a:r>
              <a:rPr lang="ar-SA" altLang="en-US" sz="2650" b="1" dirty="0">
                <a:solidFill>
                  <a:srgbClr val="1B3B6F"/>
                </a:solidFill>
                <a:latin typeface="Amiri" pitchFamily="2" charset="-78"/>
                <a:ea typeface="Amiri" pitchFamily="2" charset="-78"/>
                <a:cs typeface="Amiri" pitchFamily="2" charset="-78"/>
              </a:rPr>
              <a:t>ب</a:t>
            </a:r>
            <a:pPr algn="l" indent="0" marL="0">
              <a:buNone/>
            </a:pPr>
            <a:r>
              <a:rPr lang="en-US" sz="2050" b="1" dirty="0">
                <a:solidFill>
                  <a:srgbClr val="1B3B6F"/>
                </a:solidFill>
                <a:latin typeface="Cambria" pitchFamily="34" charset="0"/>
                <a:cs typeface="Amiri" pitchFamily="2" charset="-78"/>
              </a:rPr>
              <a:t>) full-mark model: whose responsibility?</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تُوَاجِهُ صِحَّةُ الشَّبَابِ اليَوْمَ تَحَدِّيَاتٍ كَثِيرَةً. فِي المَاضِي كَانَ الأَطْفَالُ يَلْعَبُونَ فِي الشَّوَارِعِ وَالحَدَائِقِ سَاعَاتٍ طَوِيلَةً، أَمَّا اليَوْمَ فَكَثِيرٌ مِنْهُمْ يَجْلِسُونَ أَمَامَ الشَّاشَاتِ، وَيَأْكُلُونَ الوَجَبَاتِ السَّرِيعَةَ المَلِيئَةَ بِالدُّهُونِ وَالسُّكَّرِ.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يَرَى بَعْضُ النَّاسِ أَنَّ المَسْؤُولِيَّةَ عَلَى الأُسْرَةِ، وَيَرَى آخَرُونَ أَنَّهَا عَلَى المَدْرَسَةِ. فِي رَأْيِي، كِلَاهُمَا مَسْؤُولٌ؛ فَيَجِبُ أَنْ تُقَدِّمَ الأُسْرَةُ طَعَامًا صِحِّيًّا فِي البَيْتِ، وَيَنْبَغِي أَنْ تُعَلِّمَ المَدْرَسَةُ الطُّلَّابَ أَهَمِّيَّةَ الرِّيَاضَةِ وَالنَّوْمِ، وَأَنْ تُقَدِّمَ فِي المَقْصَفِ وَجَبَاتٍ صِحِّيَّةً بِأَسْعَارٍ مُنَاسِبَةٍ.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فِي الشَّهْرِ المَاضِي شَارَكْتُ فِي حَمْلَةٍ صِحِّيَّةٍ فِي مَدْرَسَتِي؛ نَظَّمْنَا يَوْمًا لِلْفَوَاكِهِ، وَوَزَّعْنَا مَلْصَقَاتٍ عَنْ أَضْرَارِ السُّكَّرِ، وَلَاحَظْنَا أَنَّ كَثِيرًا مِنَ الطُّلَّابِ صَارُوا يَشْرَبُونَ المَاءَ بَدَلًا مِنَ المَشْرُوبَاتِ الغَازِيَّةِ، وَأَنَّ المُعَلِّمِينَ أَيْضًا شَارَكُوا بِحَمَاسٍ كَبِيرٍ.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تَغْيِيرَ العَادَاتِ صَعْبٌ، غَيْرَ أَنَّهُ مُمْكِنٌ إِذَا بَدَأْنَا بِخُطُوَاتٍ صَغِيرَةٍ وَصَبَرْنَا قَلِيلًا. وَلَوِ اهْتَمَّ كُلُّ شَابٍّ بِصِحَّتِهِ قَلِيلًا كُلَّ يَوْمٍ، لَأَصْبَحَ المُجْتَمَعُ كُلُّهُ أَقْوَى وَأَسْعَدَ.</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الأَطْفَالُ يَلْعَبُونَ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يَرَى بَعْضُ النَّاسِ … وَيَرَى آخَرُونَ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تُقَدِّمَ</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اهْتَمَّ … لَأَصْبَحَ</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workshop · AT-A-L06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numbers correct (thamāniya sāʿāt).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advice with yajibu an / yanbaghī an + verb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in three time frames.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past habit, a concession or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AT-A-L07 · Exam practice · Speaking and writing workshops — the next Topic A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AT-A-L06 · Writing Workshop — A Healthy Lifestyle</dc:title>
  <dc:subject>PptxGenJS Presentation</dc:subject>
  <dc:creator>Al Madina Online School · Arabic Department</dc:creator>
  <cp:lastModifiedBy>Al Madina Online School · Arabic Department</cp:lastModifiedBy>
  <cp:revision>1</cp:revision>
  <dcterms:created xsi:type="dcterms:W3CDTF">2026-10-11T08:18:22Z</dcterms:created>
  <dcterms:modified xsi:type="dcterms:W3CDTF">2026-10-11T08:18:22Z</dcterms:modified>
</cp:coreProperties>
</file>