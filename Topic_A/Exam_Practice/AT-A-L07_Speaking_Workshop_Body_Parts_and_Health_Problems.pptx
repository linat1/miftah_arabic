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A, Lesson 7 (Body Parts and Health Problems, AT-A-L07), using that lesson’s language (possessive suffixes; عِنْدِي; symptoms and duration (مُنْذُ)).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possessive suffixes: -ī (my), -hu (his), -hā (her). The verb agrees with the body part: يُؤْلِمُنِي رَأْسِي (m.) · تُؤْلِمُنِي يَدِي (f. — hands, legs, eyes and ears are feminine).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عِنْدِي + symptom: عِنْدِي صُدَاعٌ وَحُمَّى. Duration: مُنْذُ يَوْمَيْنِ (for two days) · مُنْذُ ثَلَاثَةِ أَيَّامٍ · مُنْذُ أُسْبُوعٍ. Plural of مَرِيضٌ is مَرْضَى.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calling school.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مَنْ مَعِي؟ — أَنَا مَرِيضَةٌ · يُؤْلِمُكِ · عِنْدَكِ · أَنْتِ مَرِيضَةٌ.
Core: name, ill, what hurts, symptoms, how long. يُؤْلِمُنِي رَأْسِي وَبَطْنِي — one masculine verb for two masculine body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at the school nurse.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حَدَثَ لَكِ · تَسْتَطِيعِينَ أَنْ تَمْشِي · رِجْلِكِ · تُرِيدِينَ · أُسْرَتِكِ.
Task 2: رِجْل and يَد are feminine → تُؤْلِمُنِي. Task 4: the CANDIDATE asks. Task 5: the nurse is a woman → اتَّصِلِي (imperative, f.).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phoning a friend.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to a girl: سَلَامَتُكِ يَا صَدِيقَتِي · عِنْدَكِ · افْتَقَدْنَاكِ · تَشْرَبِي · تَرْتَاحِي · سَتَرْجِعِينَ.
Develop: sympathy (سَلَامَتُكَ), two past sentences, advice with أَنْ + verb in -a, a question and the future (sa-).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at the clinic.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أَخَذْتِ · رَجَعْتُ مُبْتَلَّةً · أَعْطَيْتُكِ · سَتَفْعَلِينَ.
Stretch: qabla + time (ago), ʿindamā, a cause and result (fa-), lam + jussive (lam yusāʿidnī), a comparative and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past narrative and a duration.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EXAM PRACTICE  ·  AT-A-L07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AT-A-L07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Body and Health Problems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الجِسْمُ وَالمَشَاكِلُ الصِّحِّيَّةُ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say what hurts (yuʾlimunī ra’sī), describe symptoms with ʿindī, say how long (mundhu) and talk about being ill in the past.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Advanced Topic A · Everyday Activities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AT-A-L07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BODY PARTS WITH MY · HIS · HER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Where does it hurt?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الأَلَمُ؟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455725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4557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possessive suffixes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رَأْسٌ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head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raʾ-sun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رَأْسُهَا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رَأْسُهُ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رَأْسِي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· his · her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بَطْنٌ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stomach, tummy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baṭ-nun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بَطْنُهَا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بَطْنُهُ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بَطْنِي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· his · her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ظَهْرٌ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back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ẓah-run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ظَهْرُهَا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ظَهْرُهُ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ظَهْرِي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my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يَدٌ · رِجْلٌ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hand · leg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ya-dun · rij-lun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يَدِي · رِجْلِي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أَيْدٍ · أَرْجُلٌ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4782312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782312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hurts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يُؤْلِمُنِي …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… hurts me (masc. body part)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yuʾ-li-mu-nī …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تُؤْلِمُنِي يَدِي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يُؤْلِمُنِي رَأْسِي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0" name="Shape 97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960120" y="4279392"/>
            <a:ext cx="189097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960120" y="4279392"/>
            <a:ext cx="18909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 m. · you f. · he · she</a:t>
            </a:r>
            <a:endParaRPr lang="en-US" sz="800" dirty="0"/>
          </a:p>
        </p:txBody>
      </p:sp>
      <p:sp>
        <p:nvSpPr>
          <p:cNvPr id="104" name="Shape 101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5" name="Text 102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6" name="Text 103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…</a:t>
            </a:r>
            <a:endParaRPr lang="ar-SA" sz="3000" dirty="0"/>
          </a:p>
        </p:txBody>
      </p:sp>
      <p:sp>
        <p:nvSpPr>
          <p:cNvPr id="107" name="Text 104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have … (a symptom)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ʿin-dī …</a:t>
            </a:r>
            <a:endParaRPr lang="en-US" sz="1350" dirty="0"/>
          </a:p>
        </p:txBody>
      </p:sp>
      <p:sp>
        <p:nvSpPr>
          <p:cNvPr id="108" name="Shape 105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</a:t>
            </a:r>
            <a:endParaRPr lang="en-US" sz="700" dirty="0"/>
          </a:p>
        </p:txBody>
      </p:sp>
      <p:sp>
        <p:nvSpPr>
          <p:cNvPr id="110" name="Text 107"/>
          <p:cNvSpPr txBox="1"/>
          <p:nvPr/>
        </p:nvSpPr>
        <p:spPr>
          <a:xfrm>
            <a:off x="294436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عِنْدَهُ · عِنْدَهَا</a:t>
            </a:r>
            <a:endParaRPr lang="ar-SA" sz="1350" dirty="0"/>
          </a:p>
        </p:txBody>
      </p:sp>
      <p:sp>
        <p:nvSpPr>
          <p:cNvPr id="111" name="Shape 108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 f.</a:t>
            </a:r>
            <a:endParaRPr lang="en-US" sz="700" dirty="0"/>
          </a:p>
        </p:txBody>
      </p:sp>
      <p:sp>
        <p:nvSpPr>
          <p:cNvPr id="113" name="Text 110"/>
          <p:cNvSpPr txBox="1"/>
          <p:nvPr/>
        </p:nvSpPr>
        <p:spPr>
          <a:xfrm>
            <a:off x="1792224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عِنْدَكِ</a:t>
            </a:r>
            <a:endParaRPr lang="ar-SA" sz="1350" dirty="0"/>
          </a:p>
        </p:txBody>
      </p:sp>
      <p:sp>
        <p:nvSpPr>
          <p:cNvPr id="114" name="Shape 111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 m.</a:t>
            </a:r>
            <a:endParaRPr lang="en-US" sz="700" dirty="0"/>
          </a:p>
        </p:txBody>
      </p:sp>
      <p:sp>
        <p:nvSpPr>
          <p:cNvPr id="116" name="Text 113"/>
          <p:cNvSpPr txBox="1"/>
          <p:nvPr/>
        </p:nvSpPr>
        <p:spPr>
          <a:xfrm>
            <a:off x="640080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عِنْدَكَ</a:t>
            </a:r>
            <a:endParaRPr lang="ar-SA" sz="1350" dirty="0"/>
          </a:p>
        </p:txBody>
      </p:sp>
      <p:sp>
        <p:nvSpPr>
          <p:cNvPr id="117" name="Text 11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SYMPTOMS (M. · F. · PL.)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Symptoms — and for how long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الأَعْرَاضُ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symptom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صُدَاعٌ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headache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ṣu-dā-ʿun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82312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82312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symptoms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حُمَّى · زُكَامٌ · سُعَالٌ</a:t>
            </a:r>
            <a:endParaRPr lang="ar-SA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fever · a cold · a cough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ḥum-mā · zu-kā-mun · su-ʿā-lun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مَرِيضٌ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ill, sick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ma-rī-ḍun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مَرْضَى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مَرِيضَةٌ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مَرِيضٌ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مُتْعَبٌ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tired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mut-ʿa-bun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مُتْعَبُونَ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مُتْعَبَةٌ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مُتْعَبٌ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782312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782312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…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since, for (+ time)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mun-dhu …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960120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60120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أَشْعُرُ بِالتَّعَبِ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feel tired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ash-ʿu-ru bilt-ta-ʿa-bi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294436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يَشْعُرُونَ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تَشْعُرُ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يَشْعُرُ</a:t>
            </a:r>
            <a:endParaRPr lang="ar-SA" sz="1500" dirty="0"/>
          </a:p>
        </p:txBody>
      </p:sp>
      <p:sp>
        <p:nvSpPr>
          <p:cNvPr id="96" name="Text 9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CALLING SCHOOL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Phoning school: I am ill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أَتَّصِلُ بِالمَدْرَسَةِ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… فِي الصَّفِّ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name and class.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مَدْرَسَةُ النُّورِ، صَبَاحُ الخَيْرِ. مَنْ مَعِي؟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مَرِيضٌ وَلَا أَسْتَطِيعُ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that you are ill and cannot come.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يُؤْلِمُنِي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hurts.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يُؤْلِمُكَ؟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عِنْدِي … وَ…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symptoms you have.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حُمَّى؟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 أَنْتَ مَرِيضٌ؟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who is ill  ·  The examiner is: the school secretary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AT THE SCHOOL NURSE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At the school nurse after PE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دَرْسِ الرِّيَاضَةِ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وَقَعْتُ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happened (past).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حَدَثَ لَكَ؟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تُؤْلِمُنِي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it hurts (feminine body part).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الأَلَمُ؟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أَسْتَطِيعُ … لٰكِنْ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well you can walk.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تَسْتَطِيعُ أَنْ تَمْشِيَ؟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if you should go home (the nurse then answers).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سَأَضَعُ الثَّلْجَ عَلَى رِجْلِكَ.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مِنْ فَضْلِكِ، اتَّصِلِي بِأُمِّي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أَنْ أَتَّصِلَ بِأُسْرَتِكَ؟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hurt in PE  ·  The examiner is: the school nurse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PHONING A FRIEND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Your friend missed the trip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صَدِيقِي المَرِيضُ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سَلَامَتُكَ! مَاذَا …؟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what is wrong, and show sympathy.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أَنَا فِي السَّرِيرِ مُنْذُ يَوْمَيْنِ.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ذَهَبْنَا إِلَى … وَكَانَتْ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trip in two past sentences.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زُكَامٌ شَدِيدٌ. وَكَيْفَ كَانَتِ الرِّحْلَةُ؟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… وَ…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pieces of advice.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نَصِيحَةٌ لِي؟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when he will come back to school.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الطَّبِيبُ قَالَ أُسْبُوعًا!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طَبْعًا، سَأُرْسِلُ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تُرْسِلُ لِي الوَاجِبَ؟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phoning a sick friend  ·  The examiner is: your friend who is ill at home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AT THE CLINIC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Describing an illness in detail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العِيَادَةِ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بَدَأَتْ قَبْلَ … عِنْدَمَا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when and how it started (past).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بَدَأَتِ الأَعْرَاضُ؟ وَكَيْفَ؟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… وَيَزْدَادُ … عِنْدَمَا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symptoms in detail.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لِي الأَلَمَ.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أَخَذْتُ … لٰكِنَّهُ لَمْ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tried and whether it helped.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أَخَذْتَ أَيَّ دَوَاءٍ؟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… لٰكِنْ هٰذِهِ المَرَّةَ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with a past illness.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حَدَثَ هٰذَا مِنْ قَبْلُ؟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سَأَرْتَاحُ … لٰكِنْ يَجِبُ أَنْ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(rest + school work).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أَعْطَيْتُكَ إِجَازَةً أُسْبُوعًا، مَاذَا سَتَفْعَلُ؟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patient  ·  The examiner is: the doctor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said what hurts and named a symptom with ʿindī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duration with mundhu and described how it started (past)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صَبَاحُ النُّورِ، أَنَا سَامِي فِي الصَّفِّ العَاشِرِ.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Good morning, I am Sami in Year 10.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مَدْرَسَةُ النُّورِ، صَبَاحُ الخَيْرِ. مَنْ مَعِي؟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مَرِيضٌ اليَوْمَ، وَلَا أَسْتَطِيعُ أَنْ آتِيَ إِلَى المَدْرَسَةِ.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ill today and I cannot come to school.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يُؤْلِمُنِي رَأْسِي وَبَطْنِي كَثِيرًا.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head and my stomach hurt a lot.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يُؤْلِمُكَ؟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عِنْدِي حُمَّى وَسُعَالٌ أَيْضًا.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have a fever and a cough too.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حُمَّى؟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أَمْسِ فِي المَسَاءِ.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Since yesterday evening.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 أَنْتَ مَرِيضٌ؟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وَقَعْتُ فِي المَلْعَبِ أَثْنَاءَ المُبَارَاةِ.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fell on the pitch during the match.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حَدَثَ لَكَ؟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تُؤْلِمُنِي رِجْلِي اليُسْرَى، وَيَدِي أَيْضًا.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left leg hurts, and my hand too.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الأَلَمُ؟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أَسْتَطِيعُ أَنْ أَمْشِيَ، لٰكِنْ بِبُطْءٍ، لِأَنَّ الأَلَمَ شَدِيدٌ.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can walk, but slowly, because the pain is bad.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تَسْتَطِيعُ أَنْ تَمْشِيَ؟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أَرْجِعَ إِلَى البَيْتِ؟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I go back home?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سَأَضَعُ الثَّلْجَ عَلَى رِجْلِكَ.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مِنْ فَضْلِكِ، اتَّصِلِي بِأُمِّي، رَقْمُهَا فِي دَفْتَرِي.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please, call my mum; her number is in my notebook.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أَنْ أَتَّصِلَ بِأُسْرَتِكَ؟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سَلَامَتُكَ يَا صَدِيقِي! مَاذَا عِنْدَكَ بِالضَّبْطِ؟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Get well soon, my friend! What exactly do you have?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أَنَا فِي السَّرِيرِ مُنْذُ يَوْمَيْنِ.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ذَهَبْنَا إِلَى المُتْحَفِ، وَكَانَتِ الرِّحْلَةُ رَائِعَةً، لٰكِنَّنَا افْتَقَدْنَاكَ كَثِيرًا.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went to the museum and the trip was great, but we missed you a lot.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زُكَامٌ شَدِيدٌ. وَكَيْفَ كَانَتِ الرِّحْلَةُ؟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تَشْرَبَ سَوَائِلَ دَافِئَةً، وَأَنْ تَرْتَاحَ كَثِيرًا.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 must drink warm drinks and rest a lot.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نَصِيحَةٌ لِي؟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إِذَنْ، مَتَى سَتَرْجِعُ إِلَى المَدْرَسَةِ؟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when will you come back to school?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الطَّبِيبُ قَالَ أُسْبُوعًا!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طَبْعًا، سَأُرْسِلُ لَكَ الوَاجِبَ وَصُوَرَ الرِّحْلَةِ اللَّيْلَةَ.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Of course, I will send you the homework and the trip photos tonight.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تُرْسِلُ لِي الوَاجِبَ؟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بَدَأَتْ قَبْلَ ثَلَاثَةِ أَيَّامٍ، عِنْدَمَا رَجَعْتُ مِنَ المُبَارَاةِ مُبْتَلًّا بِالمَطَرِ.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started three days ago, when I came back from the match soaked by the rain.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بَدَأَتِ الأَعْرَاضُ؟ وَكَيْفَ؟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صُدَاعٌ وَسُعَالٌ، وَيَزْدَادُ السُّعَالُ فِي اللَّيْلِ، فَلَا أَسْتَطِيعُ أَنْ أَنَامَ.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have a headache and a cough, and the cough gets worse at night, so I can’t sleep.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لِي الأَلَمَ.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أَخَذْتُ دَوَاءً لِلصُّدَاعِ، لٰكِنَّهُ لَمْ يُسَاعِدْنِي كَثِيرًا.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took a headache tablet, but it did not help me much.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أَخَذْتَ أَيَّ دَوَاءٍ؟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الشِّتَاءِ المَاضِي، لٰكِنَّ الأَعْرَاضَ هٰذِهِ المَرَّةَ أَشَدُّ وَأَطْوَلُ.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last winter, but this time the symptoms are worse and longer.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حَدَثَ هٰذَا مِنْ قَبْلُ؟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سَأَرْتَاحُ فِي البَيْتِ، لٰكِنْ يَجِبُ أَنْ أُرَاجِعَ دُرُوسِي، لِأَنَّ الامْتِحَانَاتِ قَرِيبَةٌ.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rest at home, but I must revise, because the exams are close.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أَعْطَيْتُكَ إِجَازَةً أُسْبُوعًا، مَاذَا سَتَفْعَلُ؟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past narrative with ʿindamā, fa- result, lam + jussive, a comparison and li-anna.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صِحَّتِي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صِحَّتِي … الحَمْدُ لِلّٰهِ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is your health today?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صِحَّتُكَ اليَوْمَ؟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مَرِيضًا فِي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were you last ill?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كُنْتَ مَرِيضًا آخِرَ مَرَّةٍ؟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يُؤْلِمُنِي رَأْسِي،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when you have a headache?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عِنْدَمَا يُؤْلِمُكَ رَأْسُكَ؟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أَذْهَبُ … فَقَطْ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go to the doctor often?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تَذْهَبُ إِلَى الطَّبِيبِ كَثِيرًا؟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يَعْتَنِي بِي … / تَعْتَنِي بِي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looks after you when you are ill?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يَعْتَنِي بِكَ عِنْدَمَا تَمْرَضُ؟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تَجْرِبَتِي مَعَ المَرَضِ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… كَانَ عِنْدِي … وَبَقِيتُ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last time you were ill.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آخِرَ مَرَّةٍ كُنْتَ فِيهَا مَرِيضًا.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مَرَّةً وَقَعْتُ … فَآلَمَتْنِي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Have you ever been injured in sport?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جُرِحْتَ فِي الرِّيَاضَةِ مِنْ قَبْلُ؟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… وَأَلَّا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should an ill student do?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يَجِبُ أَنْ يَفْعَلَ الطَّالِبُ المَرِيضُ؟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الشِّتَاءِ يُصَابُ النَّاسُ بِالزُّكَامِ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illnesses are common in winter?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الأَمْرَاضُ الشَّائِعَةُ فِي الشِّتَاءِ؟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أَشْعُرُ بِالتَّعَبِ … وَلَا أَسْتَطِيعُ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feel when you are ill?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تَشْعُرُ عِنْدَمَا تَكُونُ مَرِيضًا؟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past narrative, a duration (three days, two weeks) and a reason.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الصِّحَّةُ وَالوِقَايَةُ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الوِقَايَةَ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prevention more important than cure?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الوِقَايَةُ أَهَمُّ مِنَ العِلَاجِ؟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بَعْضُهُمْ … خَوْفًا مِنْ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students go to school while ill? Why?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يَذْهَبُ الطُّلَّابُ إِلَى المَدْرَسَةِ وَهُمْ مَرْضَى؟ لِمَاذَا؟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المَاضِي كَانَ … أَمَّا الآنَ فَيَبْحَثُونَ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has people’s attention to health changed?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 اهْتِمَامُ النَّاسِ بِالصِّحَّةِ؟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أَنَّهُ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looking up symptoms online useful?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البَحْثُ عَنِ الأَعْرَاضِ فِي الإِنْتَرْنِتِ مُفِيدٌ؟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طَبِيبًا، لَنَصَحْتُهُمْ بِأَنْ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were a doctor, what would you advise young people?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طَبِيبًا، مَاذَا تَنْصَحُ الشَّبَابَ؟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comparative, a reason with khawfan min, past vs present, a concession and a conditional.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صِحَّتِي جَيِّدَةٌ اليَوْمَ، وَالحَمْدُ لِلّٰهِ.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health is good today, thank God.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صِحَّتُكَ اليَوْمَ؟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مَرِيضًا فِي الشَّهْرِ المَاضِي، وَكَانَ عِنْدِي زُكَامٌ.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was ill last month; I had a cold.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كُنْتَ مَرِيضًا آخِرَ مَرَّةٍ؟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يُؤْلِمُنِي رَأْسِي، أَشْرَبُ المَاءَ وَأَنَامُ قَلِيلًا.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my head hurts, I drink water and sleep a little.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عِنْدَمَا يُؤْلِمُكَ رَأْسُكَ؟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أَذْهَبُ إِلَى الطَّبِيبِ مَرَّةً فِي السَّنَةِ فَقَطْ.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 only go to the doctor once a year.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تَذْهَبُ إِلَى الطَّبِيبِ كَثِيرًا؟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تَعْتَنِي بِي أُمِّي، وَتَطْبُخُ لِي الشُّورْبَةَ.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mum looks after me and makes me soup.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يَعْتَنِي بِكَ عِنْدَمَا تَمْرَضُ؟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symptom or a time phrase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الشِّتَاءِ كَانَ عِنْدِي حُمَّى وَسُعَالٌ، وَبَقِيتُ فِي البَيْتِ ثَلَاثَةَ أَيَّامٍ.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winter I had a fever and a cough, and I stayed at home for three days.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آخِرَ مَرَّةٍ كُنْتَ فِيهَا مَرِيضًا.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مَرَّةً وَقَعْتُ فِي مُبَارَاةِ كُرَةِ القَدَمِ، فَآلَمَتْنِي رِجْلِي أُسْبُوعَيْنِ.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once I fell in a football match, so my leg hurt for two weeks.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جُرِحْتَ فِي الرِّيَاضَةِ مِنْ قَبْلُ؟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يَبْقَى فِي البَيْتِ وَيَرْتَاحَ، وَأَلَّا يَأْتِيَ إِلَى المَدْرَسَةِ حَتَّى لَا يُعْدِيَ زُمَلَاءَهُ.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 must stay at home and rest, and not come to school so that he doesn’t infect his classmates.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يَجِبُ أَنْ يَفْعَلَ الطَّالِبُ المَرِيضُ؟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الشِّتَاءِ يُصَابُ كَثِيرٌ مِنَ النَّاسِ بِالزُّكَامِ وَالسُّعَالِ، لِأَنَّ الجَوَّ بَارِدٌ.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winter many people catch colds and coughs, because the weather is cold.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الأَمْرَاضُ الشَّائِعَةُ فِي الشِّتَاءِ؟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أَشْعُرُ بِالتَّعَبِ وَالمَلَلِ، وَلَا أَسْتَطِيعُ أَنْ أُرَكِّزَ عَلَى أَيِّ شَيْءٍ.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feel tired and bored, and I can’t concentrate on anything.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تَشْعُرُ عِنْدَمَا تَكُونُ مَرِيضًا؟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Symptoms + past + how long + a reason or advice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الوِقَايَةَ أَهَمُّ، لِأَنَّ غَسْلَ اليَدَيْنِ وَالنَّوْمَ الجَيِّدَ يَحْمِيَانِنَا مِنْ أَمْرَاضٍ كَثِيرَةٍ.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think prevention is more important, because washing our hands and good sleep protect us from many illnesses.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الوِقَايَةُ أَهَمُّ مِنَ العِلَاجِ؟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بَعْضُهُمْ يَأْتُونَ وَهُمْ مَرْضَى خَوْفًا مِنْ أَنْ تَفُوتَهُمُ الدُّرُوسُ، وَهٰذَا يَنْشُرُ المَرَضَ.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some come while ill for fear of missing lessons, and this spreads the illness.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يَذْهَبُ الطُّلَّابُ إِلَى المَدْرَسَةِ وَهُمْ مَرْضَى؟ لِمَاذَا؟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المَاضِي كَانَ النَّاسُ يَذْهَبُونَ إِلَى الطَّبِيبِ مُتَأَخِّرِينَ، أَمَّا الآنَ فَيَبْحَثُونَ عَنِ الأَعْرَاضِ فِي الإِنْتَرْنِتِ أَوَّلًا.</a:t>
            </a:r>
            <a:endParaRPr lang="ar-SA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the past people went to the doctor late; now they look up their symptoms online first.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 اهْتِمَامُ النَّاسِ بِالصِّحَّةِ؟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ahamm, wa-hum marḍā (while ill), kāna + present, ṣaḥīḥun anna … ghayra anna,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أَنَّهُ سَرِيعٌ وَسَهْلٌ، غَيْرَ أَنَّ المَعْلُومَاتِ أَحْيَانًا خَاطِئَةٌ وَتُخِيفُ المَرِيضَ بِلَا سَبَبٍ.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that it is quick and easy, but the information is sometimes wrong and frightens the patient for no reason.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البَحْثُ عَنِ الأَعْرَاضِ فِي الإِنْتَرْنِتِ مُفِيدٌ؟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طَبِيبًا، لَنَصَحْتُهُمْ بِأَنْ يَنَامُوا جَيِّدًا، وَأَنْ يَتْرُكُوا الهَاتِفَ سَاعَةً قَبْلَ النَّوْمِ.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were a doctor, I would advise them to sleep well and to put their phone down an hour before bed.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طَبِيبًا، مَاذَا تَنْصَحُ الشَّبَابَ؟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ahamm, wa-hum marḍā (while ill), kāna + present, ṣaḥīḥun anna … ghayra anna,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what hurts with yuʾlimunī / tuʾlimunī.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named my symptoms with ʿindī.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how long with mundhu or a number of days.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told a past story about being ill or injured.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comparison, a concession or a conditional.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AT-A-L07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AT-A-L07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AT-A-L07 · Speaking Workshop — Body and Health Problems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2026-10-11T08:21:48Z</dcterms:created>
  <dcterms:modified xsi:type="dcterms:W3CDTF">2026-10-11T08:21:48Z</dcterms:modified>
</cp:coreProperties>
</file>