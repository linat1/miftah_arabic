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11 (Travel and Tourism, AT-A-L11).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2: nationality agrees with the writer (birīṭāniyya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(where) · كَيْفَ (how / what like) · مَاذَا (what) · مَا خُطَطُكِ (your plans) — bullet 3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a clear past narrative, days in order, food and weather, an opinion with reasons and a future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lam akun + present, a definition with a relative, ammā … fa-kunnā, lam takhlu, fa- results, lays … bal, idhā … sa- and law … la-.
ENGLISH SUMMARY (read aloud or paste in the chat for Core students): I didn’t expect Morocco to be the best trip of my life: a four-hour flight, then a traditional riad — an old house around a small garden with a fountain and orange trees → the first days in colourful markets, tagine and mint tea; as for the evenings, we spent them in Jemaa el-Fnaa among musicians, storytellers and fresh-juice sellers → but problems too: the bus broke down on the way to the desert; three hours in the burning sun, everyone worried and thirsty; villagers invited us home and gave us warm bread — the problem became the best memory → travel isn’t only places but people, and generosity needs no shared language; if I get the chance, I’ll go back to visit Fez; “if I spoke Darija, I would have talked with them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 superlative, ḥīna …, kāna vs ammā … fa-qad, a past initiative, a concession with idhā, and law … la-.
ENGLISH SUMMARY (read aloud or paste in the chat for Core students): Tourism is one of the world’s biggest industries: millions of jobs, peoples getting to know each other, protecting ancient sites; a tourist in Egypt or Jordan shops, stays and eats locally, so locals benefit directly → in the past travel was for the rich only; as for today, trips are cheaper and booked by phone — good, but some cities are crowded all year → last summer, a coastal town: rubbish on the beach, locals complaining of rising prices; my sister and I cleaned part of the beach and other tourists joined us — twenty bags in two hours → it is true tourism has downsides, but its benefits are bigger if we respect places and people; “if every tourist cared for a place as for their own home, our cities would stay beautiful for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Travel and Tourism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السَّفَرُ وَالسِّيَاحَةُ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hotel registration card, write a holiday email, and write an extended piece about a trip or about tourism, with idhā and law.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AT-A-L11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holiday email.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hollow verbs in the past (zurnā, nimnā); idhā + past verb → sa- (real); law + past → la- + past (unreal); non-human plurals with feminine adjectives.</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نَزَلْنَا فِي فُنْدُقٍ يُطِلُّ عَلَى البَحْرِ</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stayed in a hotel overlooking the sea</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إِذَا بَقِيَ عِنْدَنَا وَقْتٌ، سَنَذْهَبُ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we have time left, we will go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لَوْ كُنْتَ مَعَنَا، لَكَانَتِ الرِّحْلَةُ أَجْمَلَ</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you had been with us, the trip would have been nicer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Hotel registration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بِطَاقَةُ التَّسْجِيلِ فِي الفُنْدُقِ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date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تَارِيخُ الوُصُولِ</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nights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عَدَدُ اللَّيَالِي</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type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نَوْعُ الغُرْفَةِ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for the visit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سَبَبُ الزِّيَارَةِ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special request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طَلَبٌ خَاصٌّ</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want to visit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مَاذَا تُرِيدُ أَنْ تَزُورَ؟</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(urīdu an azūra …).</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Hotel registration card: model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Reem Khalid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رِيمُ خَالِدٍ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بِرِيطَانِيَّةٌ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12 July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السَّبْتُ ١٢ يُولْيُو</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تَارِيخُ الوُصُولِ</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nights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خَمْسُ لَيَالٍ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عَدَدُ اللَّيَالِي</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double room</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مُزْدَوِجَةٌ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نَوْعُ الغُرْفَةِ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family holiday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عُطْلَةٌ عَائِلِيَّةٌ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سَبَبُ الزِّيَارَةِ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sea-view room</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تُطِلُّ عَلَى البَحْرِ</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طَلَبٌ خَاصٌّ</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visit the old city and the ruins of Carthage.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أَزُورَ المَدِينَةَ القَدِيمَةَ وَآثَارَ قَرْطَاجَ.</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مَاذَا تُرِيدُ أَنْ تَزُورَ؟</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holiday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مِنَ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You are on holiday abroad. Write an email in Arabic to your friend of about 80–90 words. You must include: • where you are, and how you travelled • where you are staying, and what it is like • what you did yesterday • the weather, and your plans for tomorrow.</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verbs (safarnā, zurnā).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description with adjectives.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future plan (sa-).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الآنَ فِي … مَعَ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now in …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نَزَلْنَا فِي فُنْدُقٍ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are staying in a … hotel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زُرْنَا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visited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غَدًا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on holiday abroad: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 فِي عُطْلَةٍ خَارِجَ بَلَدِكِ.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how you travelled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أَنْتِ؟ وَكَيْفَ سَافَرْتِ؟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staying; what it is like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تَنْزِلِينَ؟ وَكَيْفَ هُوَ؟</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plans for tomorrow</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الطَّقْسُ؟ وَمَا خُطَطُكِ لِلْغَدِ؟</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now in … We travelled by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الآنَ فِي ______ . سَافَرْنَا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are staying in a … hotel, and my room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نَزَلْنَا فِي فُنْدُقٍ ______ ، وَغُرْفَتِي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visited … and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زُرْنَا ______ ، وَ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is … Tomorrow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الطَّقْسُ ______ . غَدًا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نَادِيَةُ،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أَنَا الآنَ فِي تُونِسَ مَعَ أُسْرَتِي. سَافَرْنَا بِالطَّائِرَةِ يَوْمَ السَّبْتِ، وَاسْتَغْرَقَتِ الرِّحْلَةُ ثَلَاثَ سَاعَاتٍ. نَزَلْنَا فِي فُنْدُقٍ جَمِيلٍ قَرِيبٍ مِنَ البَحْرِ، وَغُرْفَتِي كَبِيرَةٌ وَنَظِيفَةٌ. أَمْسِ زُرْنَا المَدِينَةَ القَدِيمَةَ، وَاشْتَرَيْتُ هَدِيَّةً لَكِ مِنَ السُّوقِ، وَأَكَلْنَا الحَلَوِيَّاتِ التُّونِسِيَّةَ. الطَّقْسُ حَارٌّ، لٰكِنَّ البَحْرَ رَائِعٌ. غَدًا سَنَزُورُ قَرْطَاجَ، وَسَنَأْكُلُ الكُسْكُسِي فِي مَطْعَمٍ مَشْهُورٍ.</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Nadia, how are you? I am in Tunisia now with my family. We flew on Saturday and the flight took three hours. We are staying in a lovely hotel near the sea, and my room is big and clean. Yesterday we visited the old city, and I bought you a present in the market, and we ate Tunisian sweets. The weather is hot, but the sea is wonderful. Tomorrow we will visit Carthage and eat couscous in a famous restaurant. Goodbye, Reem.”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سَافَرْنَا بِالطَّائِرَةِ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نَزَلْنَا فِي فُنْدُقٍ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أَمْسِ زُرْنَا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غَدًا 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نَادِيَةُ،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مِنْ تُونِسَ! وَصَلْنَا يَوْمَ السَّبْتِ بَعْدَ رِحْلَةٍ بِالطَّائِرَةِ اسْتَغْرَقَتْ ثَلَاثَ سَاعَاتٍ، وَنَزَلْنَا فِي فُنْدُقٍ صَغِيرٍ لٰكِنَّهُ مُرِيحٌ، تُطِلُّ غُرْفَتِي فِيهِ عَلَى البَحْرِ مُبَاشَرَةً. أَمْسِ قَضَيْنَا اليَوْمَ فِي المَدِينَةِ القَدِيمَةِ، وَتَجَوَّلْنَا فِي أَسْوَاقِهَا الضَّيِّقَةِ، وَاشْتَرَيْتُ لَكِ هَدِيَّةً سَتُحِبِّينَهَا، ثُمَّ جَلَسْنَا فِي مَقْهًى قَدِيمٍ وَشَرِبْنَا الشَّايَ بِالبُنْدُقِ. صَحِيحٌ أَنَّ الطَّقْسَ حَارٌّ جِدًّا فِي الظُّهْرِ، غَيْرَ أَنَّ النَّسِيمَ فِي المَسَاءِ لَطِيفٌ. غَدًا سَنَزُورُ آثَارَ قَرْطَاجَ، وَإِذَا بَقِيَ عِنْدَنَا وَقْتٌ، سَنَذْهَبُ إِلَى سِيدِي بُوسَعِيدَ. لَوْ كُنْتِ مَعَنَا، لَكَانَتِ الرِّحْلَةُ أَجْمَلَ!</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أَشْوَاقِي،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Nadia, greetings from Tunisia! We arrived on Saturday after a three-hour flight, and we are staying in a small but comfortable hotel where my room looks straight out over the sea. Yesterday we spent the day in the old city, wandering through its narrow markets, and I bought you a present you will love, then sat in an old café drinking hazelnut tea. It is true it is very hot at midday, but the evening breeze is pleasant. Tomorrow we will visit the ruins of Carthage, and if we have time left, we will go to Sidi Bou Said. If you were with us, the trip would be even better! Missing you, Reem.”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تُطِلُّ غُرْفَتِي فِيهِ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سَتُحِبِّينَهَا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بَقِيَ … سَنَذْهَبُ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كُنْتِ … لَكَانَتِ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trip I won’t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رِحْلَةٌ لَا أَنْسَاهَا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and how you travelled · where you stayed; what you visited · a problem or moment you won’t forget · what you learned; where next</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أَيْنَ وَكَيْفَ سَافَرْتَ؟ · أَيْنَ نَزَلْتَ؟ وَمَاذَا زُرْتَ؟ · مُشْكِلَةٌ أَوْ مَوْقِفٌ لَا تَنْسَاهُ · مَاذَا تَعَلَّمْتَ؟ وَأَيْنَ تُرِيدُ أَنْ تُسَافِرَ؟</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Tourism: benefits and harms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السِّيَاحَةُ: فَوَائِدُ وَأَضْرَارٌ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benefits of tourism · how travel has changed · an experience where you noticed a problem · your opinion and suggestions</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فَوَائِدُ السِّيَاحَةِ · كَيْفَ تَغَيَّرَ السَّفَرُ؟ · تَجْرِبَةٌ لَاحَظْتَ فِيهَا مُشْكِلَةً · رَأْيُكَ وَاقْتِرَاحَاتُكَ</a:t>
            </a:r>
            <a:endParaRPr lang="ar-SA" sz="15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Set the scene — where, when, how (sāfarnā bi-…), where you stayed (nazalnā fī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Sights + food — zurnā, raʾaynā, akalnā; adjectives that agree; a superlative.</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problem — taʿaṭṭalat …, fa-ntaẓarnā …; how it ended.</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future — idhā … sa- (real); Stretch: ṣaḥīḥun anna … ghayra anna, law … la- (unreal).</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نَزَلْنَا فِي فُنْدُقٍ قَرِيبٍ مِنَ البَحْرِ.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stayed in a hotel near the sea.</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المَغْرِبُ بَلَدٌ رَائِعٌ.</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Morocco is a wonderful country.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إِذَا سَنَحَتِ الفُرْصَةُ، سَأَزُورُ فَاسَ.</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if I get the chance, I will visit Fez.</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فِي الصَّيْفِ المَاضِي سَافَرْتُ مَعَ أُسْرَتِي إِلَى المَغْرِبِ. سَافَرْنَا بِالطَّائِرَةِ مِنْ لَنْدَنَ إِلَى مُرَّاكُشَ، وَاسْتَغْرَقَتِ الرِّحْلَةُ أَرْبَعَ سَاعَاتٍ. نَزَلْنَا فِي فُنْدُقٍ تَقْلِيدِيٍّ جَمِيلٍ، فِيهِ حَدِيقَةٌ وَمَسْبَحٌ، وَكَانَتْ غُرْفَتِي جَمِيلَةً وَمُلَوَّنَةً.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اليَوْمِ الأَوَّلِ زُرْنَا سَاحَةَ جَامِعِ الفَنَا. رَأَيْنَا هُنَاكَ مُوسِيقِيِّينَ وَبَائِعِينَ كَثِيرِينَ، وَاشْتَرَتْ أُمِّي سَجَّادَةً صَغِيرَةً. أَكَلْنَا الطَّاجِينَ، وَشَرِبْنَا الشَّايَ بِالنَّعْنَاعِ. كَانَ الأَكْلُ لَذِيذًا جِدًّا، وَكَانَ رَخِيصًا أَيْضًا، فَأَكَلْنَا كَثِيرًا!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اليَوْمِ الثَّالِثِ ذَهَبْنَا إِلَى الصَّحْرَاءِ، وَرَكِبْنَا الجِمَالَ. كَانَ الجَوُّ حَارًّا جِدًّا، فَشَرِبْنَا مَاءً كَثِيرًا. فِي اللَّيْلِ نِمْنَا فِي خَيْمَةٍ، وَرَأَيْنَا نُجُومًا كَثِيرَةً. كَانَتْ أَجْمَلَ لَيْلَةٍ فِي الرِّحْلَةِ، وَأَخَذْتُ صُوَرًا كَثِيرَةً.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المَغْرِبُ بَلَدٌ رَائِعٌ، لِأَنَّ النَّاسَ لُطَفَاءُ وَالأَكْلَ لَذِيذٌ. فِي المُسْتَقْبَلِ أُرِيدُ أَنْ أَزُورَ فَاسَ وَشَفْشَاوِنَ، لِأَنَّهُمَا مَدِينَتَانِ تَارِيخِيَّتَانِ.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to Morocco: London to Marrakesh by plane (four hours); a lovely traditional hotel with a garden and pool, a colourful room → day one: Jemaa el-Fnaa square, musicians and sellers, Mum bought a small rug; tagine and mint tea, very tasty and cheap, so we ate a lot! → day three: the desert, camel rides; very hot, lots of water; a night in a tent under many stars — the best night, lots of photos → Morocco is wonderful (kind people, tasty food); in future I want to visit Fez and Chefchaouen, two historic cities.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سَافَرْنَا بِالطَّائِرَةِ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زُرْنَا سَاحَةَ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رَكِبْنَا الجِمَالَ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أُرِيدُ أَنْ 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لَمْ أَكُنْ أَتَوَقَّعُ أَنْ تَكُونَ رِحْلَتُنَا إِلَى المَغْرِبِ فِي الصَّيْفِ المَاضِي أَجْمَلَ رِحْلَةٍ فِي حَيَاتِي. سَافَرْنَا بِالطَّائِرَةِ إِلَى مُرَّاكُشَ، وَاسْتَغْرَقَتِ الرِّحْلَةُ أَرْبَعَ سَاعَاتٍ، ثُمَّ نَزَلْنَا فِي رِيَاضٍ تَقْلِيدِيٍّ؛ وَهُوَ بَيْتٌ قَدِيمٌ تَتَوَسَّطُهُ حَدِيقَةٌ صَغِيرَةٌ فِيهَا نَافُورَةٌ وَأَشْجَارُ بُرْتُقَالٍ.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قَضَيْنَا الأَيَّامَ الأُولَى نَتَجَوَّلُ فِي الأَسْوَاقِ المُلَوَّنَةِ، وَنَتَذَوَّقُ الطَّاجِينَ وَالشَّايَ بِالنَّعْنَاعِ، أَمَّا المَسَاءُ فَكُنَّا نَقْضِيهِ فِي سَاحَةِ جَامِعِ الفَنَا بَيْنَ المُوسِيقِيِّينَ وَالحَكَوَاتِيِّينَ وَبَائِعِي العَصِيرِ الطَّازَجِ.</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غَيْرَ أَنَّ الرِّحْلَةَ لَمْ تَخْلُ مِنَ المَشَاكِلِ؛ فَفِي طَرِيقِنَا إِلَى الصَّحْرَاءِ تَعَطَّلَتِ الحَافِلَةُ، فَانْتَظَرْنَا ثَلَاثَ سَاعَاتٍ تَحْتَ الشَّمْسِ الحَارِقَةِ، وَبَدَأَ الجَمِيعُ يَشْعُرُونَ بِالقَلَقِ وَالعَطَشِ. لٰكِنَّ أَهْلَ قَرْيَةٍ قَرِيبَةٍ دَعَوْنَا إِلَى بَيْتِهِمْ، وَقَدَّمُوا لَنَا الخُبْزَ السَّاخِنَ، فَتَحَوَّلَتِ المُشْكِلَةُ إِلَى أَجْمَلِ ذِكْرَى.</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تَعَلَّمْتُ أَنَّ السَّفَرَ لَيْسَ أَمَاكِنَ فَقَطْ، بَلْ نَاسٌ أَيْضًا، وَأَنَّ الكَرَمَ لَا يَحْتَاجُ إِلَى لُغَةٍ مُشْتَرَكَةٍ. إِذَا سَنَحَتْ لِي الفُرْصَةُ، سَأَرْجِعُ لِأَزُورَ فَاسَ، وَلَوْ كُنْتُ أَتَكَلَّمُ الدَّارِجَةَ، لَتَحَدَّثْتُ مَعَهُمْ أَكْثَرَ.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أَكُنْ أَتَوَقَّعُ</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المَسَاءُ فَكُنَّا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فَتَحَوَّلَتِ المُشْكِلَةُ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كُنْتُ أَتَكَلَّمُ … لَتَحَدَّثْتُ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ب</a:t>
            </a:r>
            <a:pPr algn="l" indent="0" marL="0">
              <a:buNone/>
            </a:pPr>
            <a:r>
              <a:rPr lang="en-US" sz="2200" b="1" dirty="0">
                <a:solidFill>
                  <a:srgbClr val="1B3B6F"/>
                </a:solidFill>
                <a:latin typeface="Cambria" pitchFamily="34" charset="0"/>
                <a:cs typeface="Amiri" pitchFamily="2" charset="-78"/>
              </a:rPr>
              <a:t>) full-mark model: benefits and harms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أَصْبَحَتِ السِّيَاحَةُ مِنْ أَهَمِّ الصِّنَاعَاتِ فِي العَالَمِ، فَهِيَ تُوَفِّرُ مَلَايِينَ فُرَصِ العَمَلِ، وَتُعَرِّفُ الشُّعُوبَ بِبَعْضِهَا، وَتُسَاعِدُ عَلَى حِمَايَةِ الآثَارِ القَدِيمَةِ. فَحِينَ يَزُورُ السَّائِحُ مِصْرَ أَوِ الأُرْدُنَّ، يَشْتَرِي مِنَ الأَسْوَاقِ، وَيَنْزِلُ فِي الفَنَادِقِ، وَيَأْكُلُ فِي المَطَاعِمِ المَحَلِّيَّةِ، فَيَسْتَفِيدُ أَهْلُ البَلَدِ مُبَاشَرَةً.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السَّفَرُ لِلْأَغْنِيَاءِ فَقَطْ، أَمَّا اليَوْمَ فَقَدْ أَصْبَحَتِ الرِّحْلَاتُ أَرْخَصَ، وَصِرْنَا نَحْجِزُ كُلَّ شَيْءٍ بِالهَاتِفِ. وَهٰذَا جَمِيلٌ، غَيْرَ أَنَّهُ جَعَلَ بَعْضَ المُدُنِ مُزْدَحِمَةً بِالسُّيَّاحِ طُولَ السَّنَةِ.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الصَّيْفِ المَاضِي زُرْتُ مَدِينَةً سَاحِلِيَّةً جَمِيلَةً، فَلَاحَظْتُ أَنَّ الشَّاطِئَ مَلِيءٌ بِالقُمَامَةِ، وَأَنَّ أَهْلَ المَدِينَةِ يَشْكُونَ مِنْ غَلَاءِ الأَسْعَارِ بِسَبَبِ السُّيَّاحِ. فَقَرَّرْتُ مَعَ أُخْتِي أَنْ نُنَظِّفَ جُزْءًا مِنَ الشَّاطِئِ، فَانْضَمَّ إِلَيْنَا سُيَّاحٌ آخَرُونَ، وَجَمَعْنَا عِشْرِينَ كِيسًا فِي سَاعَتَيْنِ.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لِلسِّيَاحَةِ سَلْبِيَّاتٍ، غَيْرَ أَنَّ فَوَائِدَهَا أَكْبَرُ إِذَا احْتَرَمْنَا البِيئَةَ وَالنَّاسَ. وَلَوِ اهْتَمَّ كُلُّ سَائِحٍ بِالمَكَانِ كَمَا يَهْتَمُّ بِبَيْتِهِ، لَبَقِيَتْ مُدُنُنَا جَمِيلَةً لِلْأَجْيَالِ القَادِمَةِ.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 أَهَمِّ الصِّنَاعَاتِ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فَقَدْ</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فَقَرَّرْتُ … أَنْ نُنَظِّفَ</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اهْتَمَّ … لَبَقِيَتْ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 nights correct (khamsu layālin).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past (zurnā) AND future (sanazūru) used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idhā (real) and law … la- (unreal) both used correctly.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AT-A-L12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AT-A-L11 · Writing Workshop — Travel and Tourism</dc:title>
  <dc:subject>PptxGenJS Presentation</dc:subject>
  <dc:creator>Al Madina Online School · Arabic Department</dc:creator>
  <cp:lastModifiedBy>Al Madina Online School · Arabic Department</cp:lastModifiedBy>
  <cp:revision>1</cp:revision>
  <dcterms:created xsi:type="dcterms:W3CDTF">2026-10-11T08:36:12Z</dcterms:created>
  <dcterms:modified xsi:type="dcterms:W3CDTF">2026-10-11T08:36:12Z</dcterms:modified>
</cp:coreProperties>
</file>