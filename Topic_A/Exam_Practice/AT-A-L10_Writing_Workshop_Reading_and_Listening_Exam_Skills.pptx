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10 (Topic A mixed practice — a weekend day out, AT-A-L10).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This form mixes the whole of Topic A: transport (L09), food (L04), health (L07).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مَتَى (when) · كَيْفَ (how) · مَاذَا (what) · مَا رَأْيُكَ (your opinion) — ادْعُ = invite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 clear past story with times and transport, food, feelings,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ʿindamā, a relative clause, kāna + present, ammā … fa-, fajʾatan … fa-, a ḥāl (wa-naḥnu naḍḥaku), a concession and a conditional.
ENGLISH SUMMARY (read aloud or paste in the chat for Core students): Last Friday my family spent a whole screen-free day in the mountains: left before sunrise, two hours by car, breakfast on a rock above the valley: warm bread, olives, cheese and mint tea → a three-hour walk; Dad named the plants; as for my little sister, she collected flowers and asked about everything until she was tired and Dad carried her → suddenly the weather changed; heavy rain; we sheltered under a tree drinking hot tea from the flask, laughing; home wet and tired but very happy → it is true it was tiring, but better than any day on my phone; we’ll repeat it monthly; “if it were up to me, I would make Friday a screen-free day for every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kāna + present, ammā … fa-, three reasons, a past initiative, a concession, comparatives and a conditional.
ENGLISH SUMMARY (read aloud or paste in the chat for Core students): Weekends have changed: children used to play in the neighbourhood until sunset and families went out together; as for today, many young people spend hours on video games or in malls → reasons: extra lessons, more crowded cities, days out are dearer, and many parents work even at weekends → but there are simple solutions: last month our youth club ran a free forest walk; over fifty young people joined and I made new friends; we decided to walk together every month → it is true technology is part of life, but nature and family matter more for our health and happiness; “if every family set aside one day a month to go out together, our relationships would change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Mixed Topic A: a Day Out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يَوْمٌ فِي الخَارِجِ</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using all of Topic A: fill in a trip sign-up form, write an email about a day out, and write an extended piece about weekends then and now.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AT-A-L10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day out.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past verbs with -nā (kharajnā, akalnā); kāna + adjective in the accusative (kāna l-yawmu mumtiʿan); a future with sa- in every piece.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خَرَجْنَا فِي السَّابِعَةِ، وَاسْتَغْرَقَتِ الرِّحْلَةُ سَاعَةً</a:t>
            </a:r>
            <a:endParaRPr lang="ar-SA" sz="24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left at seven, and the journey took an hour</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 أَلَذَّ سَمَكٍ أَكَلْتُهُ</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was the tastiest fish I have ever eaten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الشَّهْرِ القَادِمِ سَنَزُورُ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next month we will visit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trip sign-up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الرِّحْلَةِ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you choose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المَكَانُ الَّذِي تَخْتَارُهُ</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transport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وَسِيلَةُ المُوَاصَلَاتِ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لَا تَأْكُلُهُ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Any health problem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مُشْكِلَةٌ صِحِّيَّةٌ (إِنْ وُجِدَتْ)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parent’s 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هَاتِفِ أَحَدِ الوَالِدَيْنِ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try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تُرِيدُ أَنْ تُجَرِّبَهُ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this place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اخْتَرْتَ هٰذَا المَكَانَ؟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li-annī.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School trip sign-up form: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Adil Hassan,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عَادِلٌ حَسَنٌ،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National Museum</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المُتْحَفُ الوَطَنِيُّ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المَكَانُ الَّذِي تَخْتَارُهُ</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bus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الحَافِلَةُ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وَسِيلَةُ المُوَاصَلَاتِ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eggs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البَيْضُ</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لَا تَأْكُلُهُ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asthma</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الرَّبْوُ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مُشْكِلَةٌ صِحِّيَّةٌ (إِنْ وُجِدَتْ)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07701234567</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٠٧٧٠١٢٣٤٥٦٧</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هَاتِفِ أَحَدِ الوَالِدَيْنِ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old maps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رَسْمُ الخَرَائِطِ القَدِيمَةِ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تُرِيدُ أَنْ تُجَرِّبَهُ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chose the museum because I love history and want to see the antiquities.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اخْتَرْتُ المُتْحَفَ لِأَنِّي أُحِبُّ التَّارِيخَ وَأُرِيدُ أَنْ أَرَى الآثَارَ.</a:t>
            </a:r>
            <a:endParaRPr lang="ar-SA" sz="16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اخْتَرْتَ هٰذَا المَكَانَ؟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an email about a day out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نُزْهَةٍ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went on a day out last weekend. Write an email in Arabic to your friend of about 80–90 words. You must include: • where you went, when and how • what you did there • what you ate, and your opinion of the day • your next day-out plan, and an invitation to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time and a means of transport.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opinion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خَرَجْنَا فِي السَّاعَةِ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left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ذَهَبْنَا بِالسَّيَّارَةِ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went by car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اليَوْمُ مُمْتِعًا، لٰكِنْ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day was fun, but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تَأْتِي مَعَنَا؟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you come with us?</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went on a day out at the weekend: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 فِي نُزْهَةٍ فِي نِهَايَةِ الأُسْبُوعِ.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and how</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وَمَتَى؟ وَكَيْفَ؟</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there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هُنَاكَ؟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ate;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أَكَلْتَ؟ وَمَا رَأْيُكَ فِي اليَوْمِ؟</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next plan;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خُطَّتُكَ لِلنُّزْهَةِ القَادِمَةِ؟ ادْعُ صَدِيقَكَ.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 We left at … and went by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ذَهَبْتُ إِلَى ______ . خَرَجْنَا فِي ______ وَذَهَبْنَا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 then we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______ ، ثُمَّ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ate … The day was …, but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أَكَلْنَا ______ . كَانَ اليَوْمُ ______ ، لٰكِنْ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month we will go to … Will you come?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الشَّهْرِ القَادِمِ سَنَذْهَبُ إِلَى ______ . هَلْ تَأْتِي مَعَنَا؟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رَامِي،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أَمْسِ ذَهَبْتُ مَعَ أُسْرَتِي إِلَى الشَّاطِئِ. خَرَجْنَا مِنَ البَيْتِ فِي السَّاعَةِ الثَّامِنَةِ، وَذَهَبْنَا بِالسَّيَّارَةِ، وَاسْتَغْرَقَتِ الرِّحْلَةُ سَاعَةً. سَبَحْنَا فِي البَحْرِ، وَلَعِبْنَا كُرَةَ القَدَمِ عَلَى الرَّمْلِ. فِي الظُّهْرِ أَكَلْنَا السَّمَكَ وَالسَّلَطَةَ فِي مَطْعَمٍ صَغِيرٍ. كَانَ اليَوْمُ مُمْتِعًا جِدًّا، لٰكِنِّي كُنْتُ مُتْعَبًا فِي المَسَاءِ. فِي الشَّهْرِ القَادِمِ سَنَذْهَبُ إِلَى الجَبَلِ. هَلْ تَأْتِي مَعَنَا؟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عَادِلٌ</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Rami, how are you? Yesterday I went to the beach with my family. We left home at eight, went by car, and the journey took an hour. We swam in the sea and played football on the sand. At noon we ate fish and salad in a small restaurant. The day was great fun, but I was tired in the evening. Next month we will go to the mountains. Will you come with us? Goodbye,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خَرَجْنَا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بِالسَّيَّارَةِ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اليَوْمُ مُمْتِعًا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رَامِي،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فَأُرِيدُ أَنْ أُخْبِرَكَ عَنْ نُزْهَتِنَا أَمْسِ إِلَى الشَّاطِئِ. خَرَجْنَا مُبَكِّرًا فِي السَّابِعَةِ لِكَيْ نَتَجَنَّبَ الازْدِحَامَ، وَاسْتَغْرَقَتِ الرِّحْلَةُ بِالسَّيَّارَةِ سَاعَةً تَقْرِيبًا، فَوَصَلْنَا قَبْلَ أَنْ يَمْتَلِئَ الشَّاطِئُ بِالنَّاسِ. قَضَيْنَا الصَّبَاحَ فِي السِّبَاحَةِ وَبِنَاءِ القِلَاعِ الرَّمْلِيَّةِ مَعَ أَخِي الصَّغِيرِ، ثُمَّ تَغَدَّيْنَا سَمَكًا مَشْوِيًّا فِي مَطْعَمٍ يُطِلُّ عَلَى البَحْرِ، وَكَانَ أَلَذَّ سَمَكٍ أَكَلْتُهُ. صَحِيحٌ أَنَّ الشَّمْسَ كَانَتْ حَارَّةً جِدًّا، غَيْرَ أَنَّنَا اسْتَعْمَلْنَا الكْرِيمَ وَشَرِبْنَا مَاءً كَثِيرًا، فَلَمْ يُصَبْ أَحَدٌ بِضَرْبَةِ شَمْسٍ. فِي الشَّهْرِ القَادِمِ سَنَزُورُ الجَبَلَ، فَمَا رَأْيُكَ أَنْ تَأْتِيَ مَعَنَا؟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عَادِلٌ</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Rami, greetings. I want to tell you about our day out at the beach yesterday. We left early at seven to avoid the traffic, and the journey by car took about an hour, so we arrived before the beach filled up. We spent the morning swimming and building sandcastles with my little brother, then had grilled fish for lunch in a restaurant overlooking the sea — the tastiest fish I have ever eaten. It is true the sun was very hot, but we used sun cream and drank plenty of water, so nobody got sunstroke. Next month we will visit the mountains — how about coming with us? Best wishes,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نَتَجَنَّبَ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قَضَيْنَا الصَّبَاحَ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أَلَذَّ سَمَكٍ أَكَلْتُهُ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مَا رَأْيُكَ أَنْ تَأْتِيَ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day I won’t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and how · what you did and ate · what happened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ذَهَبْتَ؟ وَكَيْفَ؟ · مَاذَا فَعَلْتُمْ وَأَكَلْتُمْ؟ · مَاذَا حَدَثَ؟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Weekends: then and now</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عُطْلَةُ نِهَايَةِ الأُسْبُوعِ: بَيْنَ الأَمْسِ وَاليَوْمِ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they have changed · why · an experience or initiative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 لِمَاذَا؟ · تَجْرِبَةٌ أَوْ مُبَادَرَةٌ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Set the scene — when, where, who with, how (bi-), how long (istaghraqat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Activities + food — we-forms in the past (mashaynā, akalnā); a superlative.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Something happened — fajʾatan … fa- …; feelings (kunnā mutʿabīn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ذَهَبْنَا إِلَى الجَبَلِ بِالسَّيَّارَةِ.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went to the mountains by car.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النُّزُهَاتُ مُفِيدَةٌ لِلصِّحَّةِ.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days out are good for your health.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سَنُكَرِّرُ التَّجْرِبَةَ كُلَّ شَهْرٍ.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 will repeat it every month.</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نِهَايَةِ الأُسْبُوعِ المَاضِي ذَهَبْتُ مَعَ صَفِّي إِلَى حَدِيقَةِ الحَيَوَانَاتِ. خَرَجْنَا مِنَ المَدْرَسَةِ فِي السَّاعَةِ التَّاسِعَةِ، وَذَهَبْنَا بِالحَافِلَةِ. كَانَتِ الرِّحْلَةُ طَوِيلَةً، لٰكِنَّنَا غَنَّيْنَا وَضَحِكْنَا فِي الطَّرِيقِ، وَوَصَلْنَا فِي السَّاعَةِ العَاشِرَةِ وَالنِّصْفِ.</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الحَدِيقَةِ رَأَيْنَا الأُسُودَ وَالفِيَلَةَ وَالقُرُودَ. القُرُودُ كَانَتْ مُضْحِكَةً جِدًّا! فِي الظُّهْرِ جَلَسْنَا تَحْتَ الأَشْجَارِ، وَأَكَلْنَا السَّنْدَوِيشَاتِ وَالفَوَاكِهَ، وَشَرِبْنَا المَاءَ، لِأَنَّ الجَوَّ كَانَ حَارًّا.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بَعْدَ الغَدَاءِ مَشَيْنَا كَثِيرًا، فَتَعِبْنَا. رَجَعْنَا إِلَى المَدْرَسَةِ فِي السَّاعَةِ الرَّابِعَةِ، وَنِمْتُ فِي الحَافِلَةِ! فِي البَيْتِ أَخْبَرْتُ أُمِّي عَنْ كُلِّ شَيْءٍ، وَأَرَيْتُهَا الصُّوَرَ الَّتِي أَخَذْتُهَا بِهَاتِفِي.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رَأْيِي، النُّزُهَاتُ مُفِيدَةٌ، لِأَنَّنَا نَتَعَلَّمُ أَشْيَاءَ جَدِيدَةً، وَنَمْشِي فِي الهَوَاءِ النَّقِيِّ، وَنَقْضِي وَقْتًا جَمِيلًا مَعَ أَصْدِقَائِنَا. فِي الصَّيْفِ القَادِمِ سَأَزُورُ الحَدِيقَةَ مَرَّةً أُخْرَى مَعَ أُسْرَتِي، لِأَنَّ أَخِي الصَّغِيرَ يُحِبُّ الحَيَوَانَاتِ.</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weekend a class trip to the zoo: left school at nine by bus; a long trip but we sang and laughed; arrived at 10:30 → lions, elephants and funny monkeys; lunch under the trees with sandwiches, fruit and water because it was hot → lots of walking, tired; back at four, I slept on the bus; told Mum everything and showed her my photos → trips are useful (new things, fresh air, time with friends); next summer I’ll go again with my family because my little brother loves animals.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ذَهَبْنَا بِالحَافِلَةِ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 الجَوَّ كَانَ حَارًّا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فَتَعِبْنَا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لَنْ أَنْسَى يَوْمَ الجُمُعَةِ المَاضِي، عِنْدَمَا قَرَّرَتْ أُسْرَتِي أَنْ تَقْضِيَ يَوْمًا كَامِلًا فِي الجَبَلِ بَعِيدًا عَنِ الشَّاشَاتِ. خَرَجْنَا قَبْلَ شُرُوقِ الشَّمْسِ، وَاسْتَغْرَقَتِ الرِّحْلَةُ بِالسَّيَّارَةِ سَاعَتَيْنِ، فَتَنَاوَلْنَا الفُطُورَ عِنْدَ وُصُولِنَا عَلَى صَخْرَةٍ كَبِيرَةٍ تُطِلُّ عَلَى الوَادِي: خُبْزٌ سَاخِنٌ وَزَيْتُونٌ وَجُبْنٌ وَشَايٌ بِالنَّعْنَاعِ.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بَعْدَ ذٰلِكَ مَشَيْنَا ثَلَاثَ سَاعَاتٍ فِي طَرِيقٍ ضَيِّقٍ، وَكَانَ أَبِي يَشْرَحُ لَنَا أَسْمَاءَ النَّبَاتَاتِ. أَمَّا أُخْتِي الصَّغِيرَةُ فَكَانَتْ تَجْمَعُ الأَزْهَارَ وَتَسْأَلُ عَنْ كُلِّ شَيْءٍ تَرَاهُ، حَتَّى تَعِبَتْ فَحَمَلَهَا أَبِي عَلَى ظَهْرِهِ.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فَجْأَةً تَغَيَّرَ الجَوُّ، وَبَدَأَ المَطَرُ يَنْزِلُ بِغَزَارَةٍ، فَاخْتَبَأْنَا تَحْتَ شَجَرَةٍ كَبِيرَةٍ، وَشَرِبْنَا الشَّايَ السَّاخِنَ مِنَ التُّرْمُسِ وَنَحْنُ نَضْحَكُ. رَجَعْنَا إِلَى البَيْتِ مُبْتَلِّينَ وَمُتْعَبِينَ، لٰكِنْ سُعَدَاءَ جِدًّا.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اليَوْمَ كَانَ مُتْعِبًا، غَيْرَ أَنَّهُ كَانَ أَجْمَلَ مِنْ أَيِّ يَوْمٍ قَضَيْتُهُ أَمَامَ الهَاتِفِ. سَنُكَرِّرُ هٰذِهِ التَّجْرِبَةَ كُلَّ شَهْرٍ، وَلَوْ كَانَ الأَمْرُ بِيَدِي، لَجَعَلْتُ يَوْمَ الجُمُعَةِ يَوْمًا بِلَا شَاشَاتٍ لِكُلِّ الأُسَرِ.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عِنْدَمَا قَرَّرَتْ … أَنْ تَقْضِيَ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أُخْتِي … فَكَانَتْ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فَجْأَةً … فَاخْتَبَأْنَا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كَانَ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weekends then and now</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طَرِيقَةُ قَضَاءِ الشَّبَابِ لِعُطْلَةِ نِهَايَةِ الأُسْبُوعِ كَثِيرًا. فِي المَاضِي كَانَ الأَطْفَالُ يَلْعَبُونَ فِي الحَيِّ حَتَّى المَغْرِبِ، وَكَانَتِ الأُسَرُ تَخْرُجُ مَعًا إِلَى الحَدَائِقِ وَالشَّوَاطِئِ، أَمَّا اليَوْمَ فَيَقْضِي كَثِيرٌ مِنَ الشَّبَابِ سَاعَاتٍ طَوِيلَةً أَمَامَ الأَلْعَابِ الإِلِكْتِرُونِيَّةِ أَوْ فِي المَرَاكِزِ التِّجَارِيَّةِ.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لِهٰذَا التَّغْيِيرِ أَسْبَابٌ كَثِيرَةٌ: الدُّرُوسُ الإِضَافِيَّةُ تَأْخُذُ جُزْءًا كَبِيرًا مِنَ العُطْلَةِ، وَالمُدُنُ أَصْبَحَتْ أَكْثَرَ ازْدِحَامًا، وَالنُّزُهَاتُ صَارَتْ أَغْلَى مِنْ قَبْلُ، كَمَا أَنَّ كَثِيرًا مِنَ الآبَاءِ يَعْمَلُونَ حَتَّى فِي العُطْلَةِ.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هُنَاكَ حُلُولًا بَسِيطَةً. فِي الشَّهْرِ المَاضِي نَظَّمَ نَادِي الشَّبَابِ فِي حَيِّنَا رِحْلَةَ مَشْيٍ مَجَّانِيَّةً إِلَى الغَابَةِ، فَشَارَكَ فِيهَا أَكْثَرُ مِنْ خَمْسِينَ شَابًّا، وَتَعَرَّفْتُ هُنَاكَ إِلَى أَصْدِقَاءَ جُدُدٍ، وَقَرَّرْنَا أَنْ نَمْشِيَ مَعًا كُلَّ شَهْرٍ.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جُزْءٌ مِنْ حَيَاتِنَا، غَيْرَ أَنَّ الطَّبِيعَةَ وَالأُسْرَةَ أَهَمُّ لِصِحَّتِنَا وَسَعَادَتِنَا. وَلَوْ خَصَّصَتْ كُلُّ أُسْرَةٍ يَوْمًا وَاحِدًا فِي الشَّهْرِ لِلْخُرُوجِ مَعًا، لَتَغَيَّرَتْ عَلَاقَاتُنَا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الأَطْفَالُ يَلْعَبُونَ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فَيَقْضِي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أَكْثَرُ ازْدِحَامًا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خَصَّصَتْ … لَتَغَيَّرَتْ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using words from all of Topic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time, a means of transport and an opinion with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superlative,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AT-A-L11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AT-A-L10 · Writing Workshop — Mixed Topic A: a Day Out</dc:title>
  <dc:subject>PptxGenJS Presentation</dc:subject>
  <dc:creator>Al Madina Online School · Arabic Department</dc:creator>
  <cp:lastModifiedBy>Al Madina Online School · Arabic Department</cp:lastModifiedBy>
  <cp:revision>1</cp:revision>
  <dcterms:created xsi:type="dcterms:W3CDTF">2026-10-11T08:32:42Z</dcterms:created>
  <dcterms:modified xsi:type="dcterms:W3CDTF">2026-10-11T08:32:42Z</dcterms:modified>
</cp:coreProperties>
</file>