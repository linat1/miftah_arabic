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A, Lesson 10 (Topic A mixed practice — a weekend day out, AT-A-L10).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This form mixes the whole of Topic A: transport (L09), food (L04), health (L07).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أَيْنَ (where) · مَتَى (when) · كَيْفَ (how) · مَاذَا (what) · مَا رَأْيُكَ (your opinion) — ادْعُ = invite (an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(59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(85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(112 words). Core model: a clear past story with times and transport, food, feelings, an opinion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ʿindamā, a relative clause, kāna + present, ammā … fa-, fajʾatan … fa-, a ḥāl (wa-naḥnu naḍḥaku), a concession and a conditional.
ENGLISH SUMMARY (read aloud or paste in the chat for Core students): Last Friday my family spent a whole screen-free day in the mountains: left before sunrise, two hours by car, breakfast on a rock above the valley: warm bread, olives, cheese and mint tea → a three-hour walk; Dad named the plants; as for my little sister, she collected flowers and asked about everything until she was tired and Dad carried her → suddenly the weather changed; heavy rain; we sheltered under a tree drinking hot tea from the flask, laughing; home wet and tired but very happy → it is true it was tiring, but better than any day on my phone; we’ll repeat it monthly; “if it were up to me, I would make Friday a screen-free day for every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for the Stretch title: kāna + present, ammā … fa-, three reasons, a past initiative, a concession, comparatives and a conditional.
ENGLISH SUMMARY (read aloud or paste in the chat for Core students): Weekends have changed: children used to play in the neighbourhood until sunset and families went out together; as for today, many young people spend hours on video games or in malls → reasons: extra lessons, more crowded cities, days out are dearer, and many parents work even at weekends → but there are simple solutions: last month our youth club ran a free forest walk; over fifty young people joined and I made new friends; we decided to walk together every month → it is true technology is part of life, but nature and family matter more for our health and happiness; “if every family set aside one day a month to go out together, our relationships would change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EXAM PRACTICE  ·  AT-A-L10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Mixed Topic A: a Day Out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الكِتَابَةِ — يَوْمٌ فِي الخَارِجِ</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using all of Topic A: fill in a trip sign-up form, write an email about a day out, and write an extended piece about weekends then and now.</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AT-A-L10 · Advanced Topic A · Everyday Activities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AT-A-L10</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a day out.</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AT-A-L10</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past verbs with -nā (kharajnā, akalnā); kāna + adjective in the accusative (kāna l-yawmu mumtiʿan); a future with sa- in every piece.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خَرَجْنَا فِي السَّابِعَةِ، وَاسْتَغْرَقَتِ الرِّحْلَةُ سَاعَةً</a:t>
            </a:r>
            <a:endParaRPr lang="ar-SA" sz="24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we left at seven, and the journey took an hour</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كَانَ أَلَذَّ سَمَكٍ أَكَلْتُهُ</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it was the tastiest fish I have ever eaten</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فِي الشَّهْرِ القَادِمِ سَنَزُورُ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next month we will visit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School trip sign-up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اسْتِمَارَةُ الرِّحْلَةِ المَدْرَسِيَّةِ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class</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الاسْمُ وَالصَّفُّ</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place you choose</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المَكَانُ الَّذِي تَخْتَارُهُ</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Preferred transport</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وَسِيلَةُ المُوَاصَلَاتِ المُفَضَّلَةُ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food you don’t eat</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طَعَامٌ لَا تَأْكُلُهُ</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Any health problem</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مُشْكِلَةٌ صِحِّيَّةٌ (إِنْ وُجِدَتْ)</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parent’s phone number</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رَقْمُ هَاتِفِ أَحَدِ الوَالِدَيْنِ</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activity you want to try</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نَشَاطٌ تُرِيدُ أَنْ تُجَرِّبَهُ</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chose this place</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لِمَاذَا اخْتَرْتَ هٰذَا المَكَانَ؟</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li-annī.</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School trip sign-up form: model answers</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Adil Hassan, Year 10</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عَادِلٌ حَسَنٌ، الصَّفُّ العَاشِرُ</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الاسْمُ وَالصَّفُّ</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National Museum</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المُتْحَفُ الوَطَنِيُّ</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المَكَانُ الَّذِي تَخْتَارُهُ</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bus</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الحَافِلَةُ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وَسِيلَةُ المُوَاصَلَاتِ المُفَضَّلَةُ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eggs</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البَيْضُ</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طَعَامٌ لَا تَأْكُلُهُ</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asthma</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الرَّبْوُ</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مُشْكِلَةٌ صِحِّيَّةٌ (إِنْ وُجِدَتْ)</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07701234567</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٠٧٧٠١٢٣٤٥٦٧</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رَقْمُ هَاتِفِ أَحَدِ الوَالِدَيْنِ</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drawing old maps</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رَسْمُ الخَرَائِطِ القَدِيمَةِ</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نَشَاطٌ تُرِيدُ أَنْ تُجَرِّبَهُ</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900" dirty="0">
                <a:solidFill>
                  <a:srgbClr val="5A6472"/>
                </a:solidFill>
                <a:latin typeface="Calibri" pitchFamily="34" charset="0"/>
                <a:cs typeface="Amiri" pitchFamily="2" charset="-78"/>
              </a:rPr>
              <a:t>I chose the museum because I love history and want to see the antiquities.</a:t>
            </a:r>
            <a:endParaRPr lang="en-US" sz="9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اخْتَرْتُ المُتْحَفَ لِأَنِّي أُحِبُّ التَّارِيخَ وَأُرِيدُ أَنْ أَرَى الآثَارَ.</a:t>
            </a:r>
            <a:endParaRPr lang="ar-SA" sz="16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لِمَاذَا اخْتَرْتَ هٰذَا المَكَانَ؟</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Question 2: an email about a day out</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رِسَالَةٌ عَنْ نُزْهَةٍ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You went on a day out last weekend. Write an email in Arabic to your friend of about 80–90 words. You must include: • where you went, when and how • what you did there • what you ate, and your opinion of the day • your next day-out plan, and an invitation to your friend.</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time and a means of transport.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opinion AND future.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خَرَجْنَا فِي السَّاعَةِ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left 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ذَهَبْنَا بِالسَّيَّارَةِ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went by car</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كَانَ اليَوْمُ مُمْتِعًا، لٰكِنْ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day was fun, but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تَأْتِي مَعَنَا؟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will you come with us?</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went on a day out at the weekend: write to your friend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ذَهَبْتَ فِي نُزْهَةٍ فِي نِهَايَةِ الأُسْبُوعِ. اكْتُبْ رِسَالَةً إِلَى صَدِيقِكَ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when and how</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أَيْنَ ذَهَبْتَ؟ وَمَتَى؟ وَكَيْفَ؟</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there</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فَعَلْتَ هُنَاكَ؟</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ate; your opinion</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أَكَلْتَ؟ وَمَا رَأْيُكَ فِي اليَوْمِ؟</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next plan; invite your friend</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خُطَّتُكَ لِلنُّزْهَةِ القَادِمَةِ؟ ادْعُ صَدِيقَكَ.</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I went to … We left at … and went by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أَمْسِ ذَهَبْتُ إِلَى ______ . خَرَجْنَا فِي ______ وَذَهَبْنَا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 then we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______ ، ثُمَّ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ate … The day was …, but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أَكَلْنَا ______ . كَانَ اليَوْمُ ______ ، لٰكِنْ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month we will go to … Will you come?</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الشَّهْرِ القَادِمِ سَنَذْهَبُ إِلَى ______ . هَلْ تَأْتِي مَعَنَا؟</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cs typeface="Amiri" pitchFamily="2" charset="-78"/>
              </a:rPr>
              <a:t>مَرْحَبًا يَا رَامِي،</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كَيْفَ حَالُكَ؟ أَمْسِ ذَهَبْتُ مَعَ أُسْرَتِي إِلَى الشَّاطِئِ. خَرَجْنَا مِنَ البَيْتِ فِي السَّاعَةِ الثَّامِنَةِ، وَذَهَبْنَا بِالسَّيَّارَةِ، وَاسْتَغْرَقَتِ الرِّحْلَةُ سَاعَةً. سَبَحْنَا فِي البَحْرِ، وَلَعِبْنَا كُرَةَ القَدَمِ عَلَى الرَّمْلِ. فِي الظُّهْرِ أَكَلْنَا السَّمَكَ وَالسَّلَطَةَ فِي مَطْعَمٍ صَغِيرٍ. كَانَ اليَوْمُ مُمْتِعًا جِدًّا، لٰكِنِّي كُنْتُ مُتْعَبًا فِي المَسَاءِ. فِي الشَّهْرِ القَادِمِ سَنَذْهَبُ إِلَى الجَبَلِ. هَلْ تَأْتِي مَعَنَا؟</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عَادِلٌ</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Rami, how are you? Yesterday I went to the beach with my family. We left home at eight, went by car, and the journey took an hour. We swam in the sea and played football on the sand. At noon we ate fish and salad in a small restaurant. The day was great fun, but I was tired in the evening. Next month we will go to the mountains. Will you come with us? Goodbye, Adil.”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خَرَجْنَا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بِالسَّيَّارَةِ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كَانَ اليَوْمُ مُمْتِعًا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سَنَذْهَبُ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عَزِيزِي رَامِي،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تَحِيَّةً طَيِّبَةً، وَبَعْدُ، فَأُرِيدُ أَنْ أُخْبِرَكَ عَنْ نُزْهَتِنَا أَمْسِ إِلَى الشَّاطِئِ. خَرَجْنَا مُبَكِّرًا فِي السَّابِعَةِ لِكَيْ نَتَجَنَّبَ الازْدِحَامَ، وَاسْتَغْرَقَتِ الرِّحْلَةُ بِالسَّيَّارَةِ سَاعَةً تَقْرِيبًا، فَوَصَلْنَا قَبْلَ أَنْ يَمْتَلِئَ الشَّاطِئُ بِالنَّاسِ. قَضَيْنَا الصَّبَاحَ فِي السِّبَاحَةِ وَبِنَاءِ القِلَاعِ الرَّمْلِيَّةِ مَعَ أَخِي الصَّغِيرِ، ثُمَّ تَغَدَّيْنَا سَمَكًا مَشْوِيًّا فِي مَطْعَمٍ يُطِلُّ عَلَى البَحْرِ، وَكَانَ أَلَذَّ سَمَكٍ أَكَلْتُهُ. صَحِيحٌ أَنَّ الشَّمْسَ كَانَتْ حَارَّةً جِدًّا، غَيْرَ أَنَّنَا اسْتَعْمَلْنَا الكْرِيمَ وَشَرِبْنَا مَاءً كَثِيرًا، فَلَمْ يُصَبْ أَحَدٌ بِضَرْبَةِ شَمْسٍ. فِي الشَّهْرِ القَادِمِ سَنَزُورُ الجَبَلَ، فَمَا رَأْيُكَ أَنْ تَأْتِيَ مَعَنَا؟</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عَادِلٌ</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Rami, greetings. I want to tell you about our day out at the beach yesterday. We left early at seven to avoid the traffic, and the journey by car took about an hour, so we arrived before the beach filled up. We spent the morning swimming and building sandcastles with my little brother, then had grilled fish for lunch in a restaurant overlooking the sea — the tastiest fish I have ever eaten. It is true the sun was very hot, but we used sun cream and drank plenty of water, so nobody got sunstroke. Next month we will visit the mountains — how about coming with us? Best wishes, Adil.”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لِكَيْ نَتَجَنَّبَ</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قَضَيْنَا الصَّبَاحَ فِي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أَلَذَّ سَمَكٍ أَكَلْتُهُ</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مَا رَأْيُكَ أَنْ تَأْتِيَ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day I won’t forget</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يَوْمٌ لَا أَنْسَاهُ</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went and how · what you did and ate · what happened · your opinion and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أَيْنَ ذَهَبْتَ؟ وَكَيْفَ؟ · مَاذَا فَعَلْتُمْ وَأَكَلْتُمْ؟ · مَاذَا حَدَثَ؟ · رَأْيُكَ وَخُطَطُكَ</a:t>
            </a:r>
            <a:endParaRPr lang="ar-SA" sz="17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Weekends: then and now</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عُطْلَةُ نِهَايَةِ الأُسْبُوعِ: بَيْنَ الأَمْسِ وَاليَوْمِ</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they have changed · why · an experience or initiative · your opinion and suggestion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كَيْفَ تَغَيَّرَتْ؟ · لِمَاذَا؟ · تَجْرِبَةٌ أَوْ مُبَادَرَةٌ · رَأْيُكَ وَاقْتِرَاحُكَ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AT-A-L10</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Set the scene — when, where, who with, how (bi-), how long (istaghraqat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Activities + food — we-forms in the past (mashaynā, akalnā); a superlative.</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Something happened — fajʾatan … fa- …; feelings (kunnā mutʿabīn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fī raʾyī …, sa-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ذَهَبْنَا إِلَى الجَبَلِ بِالسَّيَّارَةِ.</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we went to the mountains by car.</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النُّزُهَاتُ مُفِيدَةٌ لِلصِّحَّةِ.</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days out are good for your health.</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سَنُكَرِّرُ التَّجْرِبَةَ كُلَّ شَهْرٍ.</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we will repeat it every month.</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550" dirty="0">
                <a:solidFill>
                  <a:srgbClr val="1F2A37"/>
                </a:solidFill>
                <a:latin typeface="Amiri" pitchFamily="2" charset="-78"/>
                <a:cs typeface="Amiri" pitchFamily="2" charset="-78"/>
              </a:rPr>
              <a:t>فِي نِهَايَةِ الأُسْبُوعِ المَاضِي ذَهَبْتُ مَعَ صَفِّي إِلَى حَدِيقَةِ الحَيَوَانَاتِ. خَرَجْنَا مِنَ المَدْرَسَةِ فِي السَّاعَةِ التَّاسِعَةِ، وَذَهَبْنَا بِالحَافِلَةِ. كَانَتِ الرِّحْلَةُ طَوِيلَةً، لٰكِنَّنَا غَنَّيْنَا وَضَحِكْنَا فِي الطَّرِيقِ، وَوَصَلْنَا فِي السَّاعَةِ العَاشِرَةِ وَالنِّصْفِ.</a:t>
            </a:r>
            <a:endParaRPr lang="ar-SA" sz="1550" dirty="0"/>
          </a:p>
          <a:p>
            <a:pPr rtl="1" algn="r" indent="0" marL="0">
              <a:lnSpc>
                <a:spcPct val="120000"/>
              </a:lnSpc>
              <a:buNone/>
            </a:pPr>
            <a:r>
              <a:rPr lang="ar-SA" altLang="en-US" sz="1550" dirty="0">
                <a:solidFill>
                  <a:srgbClr val="1F2A37"/>
                </a:solidFill>
                <a:latin typeface="Amiri" pitchFamily="2" charset="-78"/>
                <a:cs typeface="Amiri" pitchFamily="2" charset="-78"/>
              </a:rPr>
              <a:t>فِي الحَدِيقَةِ رَأَيْنَا الأُسُودَ وَالفِيَلَةَ وَالقُرُودَ. القُرُودُ كَانَتْ مُضْحِكَةً جِدًّا! فِي الظُّهْرِ جَلَسْنَا تَحْتَ الأَشْجَارِ، وَأَكَلْنَا السَّنْدَوِيشَاتِ وَالفَوَاكِهَ، وَشَرِبْنَا المَاءَ، لِأَنَّ الجَوَّ كَانَ حَارًّا.</a:t>
            </a:r>
            <a:endParaRPr lang="ar-SA" sz="1550" dirty="0"/>
          </a:p>
          <a:p>
            <a:pPr rtl="1" algn="r" indent="0" marL="0">
              <a:lnSpc>
                <a:spcPct val="120000"/>
              </a:lnSpc>
              <a:buNone/>
            </a:pPr>
            <a:r>
              <a:rPr lang="ar-SA" altLang="en-US" sz="1550" dirty="0">
                <a:solidFill>
                  <a:srgbClr val="1F2A37"/>
                </a:solidFill>
                <a:latin typeface="Amiri" pitchFamily="2" charset="-78"/>
                <a:cs typeface="Amiri" pitchFamily="2" charset="-78"/>
              </a:rPr>
              <a:t>بَعْدَ الغَدَاءِ مَشَيْنَا كَثِيرًا، فَتَعِبْنَا. رَجَعْنَا إِلَى المَدْرَسَةِ فِي السَّاعَةِ الرَّابِعَةِ، وَنِمْتُ فِي الحَافِلَةِ! فِي البَيْتِ أَخْبَرْتُ أُمِّي عَنْ كُلِّ شَيْءٍ، وَأَرَيْتُهَا الصُّوَرَ الَّتِي أَخَذْتُهَا بِهَاتِفِي.</a:t>
            </a:r>
            <a:endParaRPr lang="ar-SA" sz="1550" dirty="0"/>
          </a:p>
          <a:p>
            <a:pPr rtl="1" algn="r" indent="0" marL="0">
              <a:lnSpc>
                <a:spcPct val="120000"/>
              </a:lnSpc>
              <a:buNone/>
            </a:pPr>
            <a:r>
              <a:rPr lang="ar-SA" altLang="en-US" sz="1550" dirty="0">
                <a:solidFill>
                  <a:srgbClr val="1F2A37"/>
                </a:solidFill>
                <a:latin typeface="Amiri" pitchFamily="2" charset="-78"/>
                <a:cs typeface="Amiri" pitchFamily="2" charset="-78"/>
              </a:rPr>
              <a:t>فِي رَأْيِي، النُّزُهَاتُ مُفِيدَةٌ، لِأَنَّنَا نَتَعَلَّمُ أَشْيَاءَ جَدِيدَةً، وَنَمْشِي فِي الهَوَاءِ النَّقِيِّ، وَنَقْضِي وَقْتًا جَمِيلًا مَعَ أَصْدِقَائِنَا. فِي الصَّيْفِ القَادِمِ سَأَزُورُ الحَدِيقَةَ مَرَّةً أُخْرَى مَعَ أُسْرَتِي، لِأَنَّ أَخِي الصَّغِيرَ يُحِبُّ الحَيَوَانَاتِ.</a:t>
            </a:r>
            <a:endParaRPr lang="ar-SA" sz="1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weekend a class trip to the zoo: left school at nine by bus; a long trip but we sang and laughed; arrived at 10:30 → lions, elephants and funny monkeys; lunch under the trees with sandwiches, fruit and water because it was hot → lots of walking, tired; back at four, I slept on the bus; told Mum everything and showed her my photos → trips are useful (new things, fresh air, time with friends); next summer I’ll go again with my family because my little brother loves animals.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ذَهَبْنَا بِالحَافِلَةِ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لِأَنَّ الجَوَّ كَانَ حَارًّا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فَتَعِبْنَا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سَأَزُورُ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AT-A-L10</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لَنْ أَنْسَى يَوْمَ الجُمُعَةِ المَاضِي، عِنْدَمَا قَرَّرَتْ أُسْرَتِي أَنْ تَقْضِيَ يَوْمًا كَامِلًا فِي الجَبَلِ بَعِيدًا عَنِ الشَّاشَاتِ. خَرَجْنَا قَبْلَ شُرُوقِ الشَّمْسِ، وَاسْتَغْرَقَتِ الرِّحْلَةُ بِالسَّيَّارَةِ سَاعَتَيْنِ، فَتَنَاوَلْنَا الفُطُورَ عِنْدَ وُصُولِنَا عَلَى صَخْرَةٍ كَبِيرَةٍ تُطِلُّ عَلَى الوَادِي: خُبْزٌ سَاخِنٌ وَزَيْتُونٌ وَجُبْنٌ وَشَايٌ بِالنَّعْنَاعِ.</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بَعْدَ ذٰلِكَ مَشَيْنَا ثَلَاثَ سَاعَاتٍ فِي طَرِيقٍ ضَيِّقٍ، وَكَانَ أَبِي يَشْرَحُ لَنَا أَسْمَاءَ النَّبَاتَاتِ. أَمَّا أُخْتِي الصَّغِيرَةُ فَكَانَتْ تَجْمَعُ الأَزْهَارَ وَتَسْأَلُ عَنْ كُلِّ شَيْءٍ تَرَاهُ، حَتَّى تَعِبَتْ فَحَمَلَهَا أَبِي عَلَى ظَهْرِهِ.</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فَجْأَةً تَغَيَّرَ الجَوُّ، وَبَدَأَ المَطَرُ يَنْزِلُ بِغَزَارَةٍ، فَاخْتَبَأْنَا تَحْتَ شَجَرَةٍ كَبِيرَةٍ، وَشَرِبْنَا الشَّايَ السَّاخِنَ مِنَ التُّرْمُسِ وَنَحْنُ نَضْحَكُ. رَجَعْنَا إِلَى البَيْتِ مُبْتَلِّينَ وَمُتْعَبِينَ، لٰكِنْ سُعَدَاءَ جِدًّا.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صَحِيحٌ أَنَّ اليَوْمَ كَانَ مُتْعِبًا، غَيْرَ أَنَّهُ كَانَ أَجْمَلَ مِنْ أَيِّ يَوْمٍ قَضَيْتُهُ أَمَامَ الهَاتِفِ. سَنُكَرِّرُ هٰذِهِ التَّجْرِبَةَ كُلَّ شَهْرٍ، وَلَوْ كَانَ الأَمْرُ بِيَدِي، لَجَعَلْتُ يَوْمَ الجُمُعَةِ يَوْمًا بِلَا شَاشَاتٍ لِكُلِّ الأُسَرِ.</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عِنْدَمَا قَرَّرَتْ … أَنْ تَقْضِيَ</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أُخْتِي … فَكَانَتْ</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فَجْأَةً … فَاخْتَبَأْنَا</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كَانَ … لَجَعَلْتُ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Q3 (</a:t>
            </a:r>
            <a:pPr algn="l" indent="0" marL="0">
              <a:buNone/>
            </a:pPr>
            <a:r>
              <a:rPr lang="ar-SA" altLang="en-US" sz="2600" b="1" dirty="0">
                <a:solidFill>
                  <a:srgbClr val="1B3B6F"/>
                </a:solidFill>
                <a:latin typeface="Amiri" pitchFamily="2" charset="-78"/>
                <a:cs typeface="Amiri" pitchFamily="2" charset="-78"/>
              </a:rPr>
              <a:t>ب</a:t>
            </a:r>
            <a:pPr algn="l" indent="0" marL="0">
              <a:buNone/>
            </a:pPr>
            <a:r>
              <a:rPr lang="en-US" sz="2000" b="1" dirty="0">
                <a:solidFill>
                  <a:srgbClr val="1B3B6F"/>
                </a:solidFill>
                <a:latin typeface="Cambria" pitchFamily="34" charset="0"/>
                <a:cs typeface="Amiri" pitchFamily="2" charset="-78"/>
              </a:rPr>
              <a:t>) full-mark model: weekends then and now</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AT-A-L10</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تَغَيَّرَتْ طَرِيقَةُ قَضَاءِ الشَّبَابِ لِعُطْلَةِ نِهَايَةِ الأُسْبُوعِ كَثِيرًا. فِي المَاضِي كَانَ الأَطْفَالُ يَلْعَبُونَ فِي الحَيِّ حَتَّى المَغْرِبِ، وَكَانَتِ الأُسَرُ تَخْرُجُ مَعًا إِلَى الحَدَائِقِ وَالشَّوَاطِئِ، أَمَّا اليَوْمَ فَيَقْضِي كَثِيرٌ مِنَ الشَّبَابِ سَاعَاتٍ طَوِيلَةً أَمَامَ الأَلْعَابِ الإِلِكْتِرُونِيَّةِ أَوْ فِي المَرَاكِزِ التِّجَارِيَّةِ.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رَأْيِي، لِهٰذَا التَّغْيِيرِ أَسْبَابٌ كَثِيرَةٌ: الدُّرُوسُ الإِضَافِيَّةُ تَأْخُذُ جُزْءًا كَبِيرًا مِنَ العُطْلَةِ، وَالمُدُنُ أَصْبَحَتْ أَكْثَرَ ازْدِحَامًا، وَالنُّزُهَاتُ صَارَتْ أَغْلَى مِنْ قَبْلُ، كَمَا أَنَّ كَثِيرًا مِنَ الآبَاءِ يَعْمَلُونَ حَتَّى فِي العُطْلَةِ.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غَيْرَ أَنَّ هُنَاكَ حُلُولًا بَسِيطَةً. فِي الشَّهْرِ المَاضِي نَظَّمَ نَادِي الشَّبَابِ فِي حَيِّنَا رِحْلَةَ مَشْيٍ مَجَّانِيَّةً إِلَى الغَابَةِ، فَشَارَكَ فِيهَا أَكْثَرُ مِنْ خَمْسِينَ شَابًّا، وَتَعَرَّفْتُ هُنَاكَ إِلَى أَصْدِقَاءَ جُدُدٍ، وَقَرَّرْنَا أَنْ نَمْشِيَ مَعًا كُلَّ شَهْرٍ.</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صَحِيحٌ أَنَّ التِّكْنُولُوجْيَا جُزْءٌ مِنْ حَيَاتِنَا، غَيْرَ أَنَّ الطَّبِيعَةَ وَالأُسْرَةَ أَهَمُّ لِصِحَّتِنَا وَسَعَادَتِنَا. وَلَوْ خَصَّصَتْ كُلُّ أُسْرَةٍ يَوْمًا وَاحِدًا فِي الشَّهْرِ لِلْخُرُوجِ مَعًا، لَتَغَيَّرَتْ عَلَاقَاتُنَا كَثِيرًا.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كَانَ الأَطْفَالُ يَلْعَبُونَ</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اليَوْمَ فَيَقْضِي</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أَكْثَرُ ازْدِحَامًا</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خَصَّصَتْ … لَتَغَيَّرَتْ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using words from all of Topic 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 time, a means of transport and an opinion with a reason.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superlative, a concession or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AT-A-L11 · Exam practice · Speaking and writing workshops — the next Topic A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AT-A-L10 · Writing Workshop — Mixed Topic A: a Day Out</dc:title>
  <dc:subject>PptxGenJS Presentation</dc:subject>
  <dc:creator>Al Madina Online School · Arabic Department</dc:creator>
  <cp:lastModifiedBy>Al Madina Online School · Arabic Department</cp:lastModifiedBy>
  <cp:revision>1</cp:revision>
  <dcterms:created xsi:type="dcterms:W3CDTF">2026-10-11T08:32:42Z</dcterms:created>
  <dcterms:modified xsi:type="dcterms:W3CDTF">2026-10-11T08:32:42Z</dcterms:modified>
</cp:coreProperties>
</file>