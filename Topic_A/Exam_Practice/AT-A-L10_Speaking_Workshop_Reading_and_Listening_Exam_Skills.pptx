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10 (Topic A mixed practice — a weekend day out, AT-A-L10), using that lesson’s language (mixed Topic A: time, routine, food, health and transport; past, present and future together).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exam rewards three time frames: نَخْرُجُ (present) · قَضَيْنَا (past) · سَنَزُورُ (future). Every topic in A can be fitted into a day out: time, food, transport,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suggesting: مَا رَأْيُكَ أَنْ نَذْهَبَ …؟ (an + verb in -a). Feelings agree: كَانَ اليَوْمُ مُمْتِعًا · كَانَتِ الرِّحْلَةُ مُمْتِعَةً.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planning with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مَا رَأْيُكِ أَنْ نَذْهَبَ …؟.
Core: a suggestion (mā raʾyuka an + verb in -a), a time + place, transport with bi-, food, and an idhā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أُسَاعِدُكِ.
Task 3: the CANDIDATE asks. Opening and closing times recycle AT-A-L01/L02; directions recycle L09; food L05.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the morning after.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ذَهَبْتِ · كُنْتُ مَرِيضَةً · سَلَامَتُكِ · تَشْعُرِينَ · تَأْتِينَ.
Develop: a past narrative (we-forms), a superlative (aladhdhu samakin), sympathy (L07), a question, a future invitation.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radio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كُنْتِ تَسْتَطِيعِينَ · تَذْهَبِينَ · لَا تَنْسَيْنَهَا.
Stretch: an opinion, kāna + present vs ammā … fa-, a story with fajʾatan + fa-, a concession, a conditional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A: a Day Out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يَوْمٌ فِي الخَارِجِ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plan and describe a day out, using everything from Topic A — times, food, transport, health — across past, present and future.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DAY-OUT VERBS IN THREE TIME FRAMES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Plan it, do it, tell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خَطِّطْ وَتَحَدَّثْ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نُزْهَةٌ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outing, a day out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nuz-ha-tun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نُزُهَاتٌ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نُزْهَةٌ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نَخْرُجُ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go out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nakh-ru-ju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يَخْرُجُونَ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يَخْرُجُ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qa-ḍay-tu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قَضَيْنَا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قَضَتْ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سَنَزُورُ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will visit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sa-na-zū-ru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سَيَزُورُونَ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سَيَزُورُ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نَتَّفِقُ عَلَى …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agree on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nat-ta-fi-qu ʿa-lā …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يَتَّفِقُونَ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يَتَّفِقُ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أَتَّفِقُ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places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حَدِيقَةٌ · شَاطِئٌ · مُتْحَفٌ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park · beach · museum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ḥa-dī-qa-tun · shā-ṭi-ʾun · mut-ḥa-fun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حَدَائِقُ · شَوَاطِئُ · مَتَاحِفُ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PLACES, FEELINGS AND SUGGESTIONS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shall we go — and how was it?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نَذْهَبُ؟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مُمْتِعٌ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enjoyable, fun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أَمْتَعُ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مُمْتِعَةٌ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مُمْتِعٌ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مُتْعِبٌ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mut-ʿi-bun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تَعَبًا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مُتْعِبَةٌ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مُتْعِبٌ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مُتَحَمِّسٌ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excited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mu-ta-ḥam-mi-sun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مُتَحَمِّسُونَ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مُتَحَمِّسَةٌ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مُتَحَمِّسٌ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food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نُزْهَةُ طَعَامٍ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picnic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nuz-ha-tu ṭa-ʿā-min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suggesting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…؟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about … (+ verb in -a)?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 raʾ-yu-ka an …?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pl.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رَأْيُكُمْ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رَأْيُكِ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agreeing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رَائِعَةٌ!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great idea!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fik-ra-tun rā-ʾi-ʿa-tun!</a:t>
            </a:r>
            <a:endParaRPr lang="en-US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PLANNING WITH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Planning Saturday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نُخَطِّطُ لِيَوْمِ السَّبْتِ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نَذْهَبَ إِلَى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place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نَفْعَلُ يَوْمَ السَّبْتِ؟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نَلْتَقِي فِي السَّاعَةِ … أَمَامَ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time and a meeting place.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رَائِعَةٌ! مَتَى نَلْتَقِي؟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نَذْهَبُ بِالحَافِلَةِ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will travel.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نَذْهَبُ؟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food you will bring.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نَأْكُلُ؟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كَانَ … نَذْهَبُ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كَانَ الجَوُّ مُمْطِرًا؟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tourist information office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يُمْكِنُ أَنْ نَفْعَلَ فِي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there is to do in the town.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نَزُورَ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 and 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المُتْحَفُ وَالشَّاطِئُ وَالسُّوقُ القَدِيمُ.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closes.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السُّوقُ يَفْتَحُ مِنَ التَّاسِعَةِ.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نَصِلُ إِلَى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way to the restaurant.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السَّادِسَةِ. وَهُنَاكَ مَطْعَمٌ مَشْهُورٌ قَرِيبٌ.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سَنَبْقَى … حَتَّى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سَتَبْقَوْنَ فِي المَدِينَةِ؟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information officer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THE MORNING AFTER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Telling a friend about your day out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كَانَتِ النُّزْهَةُ؟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… مَعَ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with whom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ذَهَبْتَ أَمْسِ؟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سَبَحْنَا …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activities.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هُنَاكَ؟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أَكَلْنَا … وَكَانَ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ate and give an opinion.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أَكَلْتُمْ؟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سَلَامَتُكَ! كَيْفَ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sympathy and ASK how he feels 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بَقِيتُ فِي البَيْتِ لِأَنِّي كُنْتُ مَرِيضًا.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سَنَذْهَبُ … هَلْ تَأْتِي مَعَنَا؟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invitation).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سَتَذْهَبُونَ مَرَّةً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went on a day out  ·  The examiner is: a friend who stayed at home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RADIO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How young people spend their weekends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نِهَايَةُ الأُسْبُوعِ عِنْدَ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يَقْضِي كَثِيرٌ مِنْهُمْ … وَهٰذَا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and give an opinion.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يَقْضِي الشَّبَابُ عُطْلَةَ نِهَايَةِ الأُسْبُوعِ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أَمَّا اليَوْمَ فَيُفَضِّلُونَ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كَانَ الأَمْرُ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… وَفَجْأَةً … فَاخْتَبَأْنَا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with a problem and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نُزْهَةً لَا تَنْسَاهَا.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disagree.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البَعْضُ إِنَّ النُّزُهَاتِ غَالِيَةٌ جِدًّا.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أَسْتَطِيعُ …، لَذَهَبْتُ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تَسْتَطِيعُ أَنْ تَذْهَبَ إِلَى أَيِّ مَكَانٍ غَدًا، أَيْنَ تَذْهَبُ؟</a:t>
            </a:r>
            <a:endParaRPr lang="ar-SA" sz="15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times, places and transport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at least two time frames and gave an opinion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نَذْهَبَ إِلَى الحَدِيقَةِ الكَبِيرَةِ؟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going to the big park?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نَفْعَلُ يَوْمَ السَّبْتِ؟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نَلْتَقِي فِي السَّاعَةِ العَاشِرَةِ أَمَامَ المَكْتَبَةِ.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Let’s meet at ten in front of the library.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رَائِعَةٌ! مَتَى نَلْتَقِي؟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نَذْهَبُ بِالحَافِلَةِ، لِأَنَّهَا رَخِيصَةٌ وَسَرِيعَةٌ.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go by bus, because it is cheap and quick.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نَذْهَبُ؟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السَّنْدَوِيشَاتِ وَالفَوَاكِهَ وَالمَاءَ.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sandwiches, fruit and water.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نَأْكُلُ؟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كَانَ الجَوُّ مُمْطِرًا، نَذْهَبُ إِلَى المُتْحَفِ بَدَلًا مِنَ الحَدِيقَةِ.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it’s raining, we’ll go to the museum instead of the park.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كَانَ الجَوُّ مُمْطِرًا؟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مَرْحَبًا، مَاذَا يُمْكِنُ أَنْ نَفْعَلَ فِي المَدِينَةِ اليَوْمَ؟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Hello, what can we do in the town today?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نَزُورَ السُّوقَ القَدِيمَ، لِأَنَّ أُمِّي تُحِبُّ التَّسَوُّقَ.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visit the old market, because my mum loves shopping.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المُتْحَفُ وَالشَّاطِئُ وَالسُّوقُ القَدِيمُ.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يُغْلِقُ،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does it close,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السُّوقُ يَفْتَحُ مِنَ التَّاسِعَةِ.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كَيْفَ نَصِلُ إِلَى المَطْعَمِ مِنْ هُنَا؟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How do we get to the restaurant from here?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السَّادِسَةِ. وَهُنَاكَ مَطْعَمٌ مَشْهُورٌ قَرِيبٌ.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سَنَبْقَى ثَلَاثَةَ أَيَّامٍ، حَتَّى يَوْمِ الثُّلَاثَاءِ.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stay three days, until Tuesday.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سَتَبْقَوْنَ فِي المَدِينَةِ؟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الشَّاطِئِ مَعَ أُسْرَتِي وَأَوْلَادِ عَمِّي.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beach with my family and my cousins.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ذَهَبْتَ أَمْسِ؟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سَبَحْنَا فِي الصَّبَاحِ، ثُمَّ لَعِبْنَا كُرَةَ الطَّائِرَةِ عَلَى الرَّمْلِ.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swam in the morning, then played volleyball on the sand.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أَكَلْنَا سَمَكًا مَشْوِيًّا فِي مَطْعَمٍ صَغِيرٍ، وَكَانَ أَلَذَّ سَمَكٍ أَكَلْتُهُ!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ate grilled fish in a small restaurant — the tastiest fish I have ever eaten!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أَكَلْتُمْ؟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سَلَامَتُكَ! وَكَيْفَ تَشْعُرُ الآنَ؟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well soon! And how do you feel now?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بَقِيتُ فِي البَيْتِ لِأَنِّي كُنْتُ مَرِيضًا.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سَنَذْهَبُ فِي العُطْلَةِ القَادِمَةِ، فَهَلْ تَأْتِي مَعَنَا؟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will go in the next holiday — will you come with us?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سَتَذْهَبُونَ مَرَّةً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يَقْضِي كَثِيرٌ مِنْهُمْ وَقْتَهُمْ أَمَامَ الشَّاشَاتِ، وَهٰذَا فِي رَأْيِي غَيْرُ صِحِّيٍّ.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of them spend their time in front of screens, which in my view is unhealthy.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يَقْضِي الشَّبَابُ عُطْلَةَ نِهَايَةِ الأُسْبُوعِ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الشَّبَابُ يَخْرُجُونَ إِلَى الطَّبِيعَةِ أَكْثَرَ، أَمَّا اليَوْمَ فَيُفَضِّلُونَ المَرَاكِزَ التِّجَارِيَّةَ.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used to go out into nature more; today they prefer shopping centres.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كَانَ الأَمْرُ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إِلَى الجَبَلِ، وَفَجْأَةً بَدَأَ المَطَرُ، فَاخْتَبَأْنَا فِي كَهْفٍ صَغِيرٍ وَضَحِكْنَا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mountain, and suddenly it started raining, so we hid in a small cave and laughed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نُزْهَةً لَا تَنْسَاهَا.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بَعْضَهَا غَالٍ، غَيْرَ أَنَّ المَشْيَ فِي الحَدِيقَةِ أَوْ عَلَى الشَّاطِئِ مَجَّانِيٌّ وَمُفِيدٌ.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are expensive, but walking in the park or on the beach is free and good for you.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البَعْضُ إِنَّ النُّزُهَاتِ غَالِيَةٌ جِدًّا.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أَسْتَطِيعُ، لَذَهَبْتُ إِلَى البَتْرَاءِ، لِأَنِّي أَحْلُمُ بِرُؤْيَتِهَا مُنْذُ سَنَوَاتٍ.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go to Petra, because I have dreamed of seeing it for years.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تَسْتَطِيعُ أَنْ تَذْهَبَ إِلَى أَيِّ مَكَانٍ غَدًا، أَيْنَ تَذْهَبُ؟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ammā … fa-, fajʾatan … fa-,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نِهَايَةُ الأُسْبُوعِ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عَادَةً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on Saturdays?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يَوْمَ السَّبْتِ عَادَةً؟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أَسْتَيْقِظُ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time do you get up at the weekend?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تَسْتَيْقِظُ فِي نِهَايَةِ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أَنْ أَذْهَبَ إِلَى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like going with your family?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تَذْهَبَ مَعَ أُسْرَتِكَ؟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eat on a day out?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تَأْكُلُونَ فِي النُّزْهَةِ؟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go last weekend?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ذَهَبْتَ فِي نِهَايَةِ الأُسْبُوعِ المَاضِي؟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نُزْهَاتِي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ذَهَبْنَا إِلَى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lovely day out you had.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نُزْهَةً جَمِيلَةً قُمْتَ بِهَا.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نَذْهَبُ بِالسَّيَّارَةِ، وَتَسْتَغْرِقُ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travel, and how long does it take?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تَذْهَبُونَ إِلَى النُّزْهَةِ؟ وَكَمْ تَسْتَغْرِقُ الرِّحْلَةُ؟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a day out in town or in nature?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النُّزْهَةَ فِي المَدِينَةِ أَمْ فِي الطَّبِيعَةِ؟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نَمْشِي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days out good for your health?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النُّزُهَاتُ مُفِيدَةٌ لِلصِّحَّةِ؟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… ثُمَّ سَنَأْكُلُ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plans for next weekend?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خُطَطُكَ لِنِهَايَةِ الأُسْبُوعِ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past, present and future, a comparison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الوَقْتُ الحُرُّ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spend enough time with their families?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كَافِيًا مَعَ أُسَرِهِمْ؟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أَبِي يَقْضِي … أَمَّا أَنَا فَأَقْضِي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weekends differ from your parents’ as children?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عُطْلَةِ نِهَايَةِ الأُسْبُوعِ عِنْدَكَ وَعِنْدَ وَالِدَيْكَ عِنْدَمَا كَانَا صَغِيرَيْنِ؟</a:t>
            </a:r>
            <a:endParaRPr lang="ar-SA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museums be free?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المَتَاحِفُ مَجَّانِيَّةً؟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مَكَانٍ زُرْتُهُ هُوَ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beautiful place you have visited?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مَكَانٍ زُرْتَهُ؟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…، لَبَدَأْنَا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organised a perfect day for your class,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يَوْمًا مِثَالِيًّا لِصَفِّكَ،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vs ammā … fa-, a superlative + relative clause (ajmalu makānin zurtuhu),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عَادَةً أَلْعَبُ كُرَةَ القَدَمِ، ثُمَّ أَزُورُ جَدَّتِي.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Saturdays I usually play football, then visit my grandmother.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يَوْمَ السَّبْتِ عَادَةً؟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أَسْتَيْقِظُ فِي السَّاعَةِ التَّاسِعَةِ، لِأَنِّي أُحِبُّ النَّوْمَ!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get up at nine, because I love sleeping!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تَسْتَيْقِظُ فِي نِهَايَةِ الأُسْبُوعِ؟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أَنْ أَذْهَبَ إِلَى الشَّاطِئِ مَعَ أُسْرَتِي.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going to the beach with my family.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تَذْهَبَ مَعَ أُسْرَتِكَ؟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السَّنْدَوِيشَاتِ وَالفَوَاكِهَ، وَنَشْرَبُ العَصِيرَ.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sandwiches and fruit, and drink juice.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تَأْكُلُونَ فِي النُّزْهَةِ؟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السُّوقِ مَعَ أُمِّي، وَاشْتَرَيْتُ حِذَاءً جَدِيدًا.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market with my mum and bought new shoes.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ذَهَبْتَ فِي نِهَايَةِ الأُسْبُوعِ المَاضِي؟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time, a place or a person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الرَّبِيعِ ذَهَبْنَا إِلَى مَزْرَعَةِ عَمِّي، وَقَطَفْنَا الفَرَاوِلَةَ، وَأَكَلْنَا الغَدَاءَ تَحْتَ الأَشْجَارِ.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spring we went to my uncle’s farm, picked strawberries and ate lunch under the trees.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نُزْهَةً جَمِيلَةً قُمْتَ بِهَا.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نَذْهَبُ بِالسَّيَّارَةِ عَادَةً، وَتَسْتَغْرِقُ الرِّحْلَةُ سَاعَةً، فَنُغَنِّي فِي الطَّرِيقِ.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usually go by car; it takes an hour, so we sing on the way.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تَذْهَبُونَ إِلَى النُّزْهَةِ؟ وَكَمْ تَسْتَغْرِقُ الرِّحْلَةُ؟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الطَّبِيعَةَ، لِأَنَّ الهَوَاءَ أَنْظَفُ، وَالمَكَانَ أَهْدَأُ مِنَ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nature, because the air is cleaner and it is quieter than the town.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النُّزْهَةَ فِي المَدِينَةِ أَمْ فِي الطَّبِيعَةِ؟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نَمْشِي وَنَتَنَفَّسُ هَوَاءً نَقِيًّا، وَنَنْسَى ضَغْطَ الدِّرَاسَةِ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we walk and breathe fresh air, and forget the pressure of school for a while.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النُّزُهَاتُ مُفِيدَةٌ لِلصِّحَّةِ؟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المُتْحَفَ الجَدِيدَ مَعَ أَصْدِقَائِي، ثُمَّ سَنَأْكُلُ البِيتْزَا فِي المَسَاءِ.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the new museum with my friends, then we will have pizza in the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خُطَطُكَ لِنِهَايَةِ الأُسْبُوعِ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Three time frames + a comparison + a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كُلَّ وَاحِدٍ مَشْغُولٌ بِهَاتِفِهِ، حَتَّى عِنْدَمَا يَجْلِسُونَ مَعًا.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everyone is busy with their phone, even when they sit together.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كَافِيًا مَعَ أُسَرِهِمْ؟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أَبِي يَقْضِي عُطْلَتَهُ فِي اللَّعِبِ فِي الحَيِّ، أَمَّا أَنَا فَأَقْضِي جُزْءًا كَبِيرًا مِنْهَا فِي الدُّرُوسِ الإِضَافِيَّةِ.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spent his weekends playing in the neighbourhood; I spend a big part of mine in extra lessons.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عُطْلَةِ نِهَايَةِ الأُسْبُوعِ عِنْدَكَ وَعِنْدَ وَالِدَيْكَ عِنْدَمَا كَانَا صَغِيرَيْنِ؟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المَتَاحِفَ تَحْتَاجُ إِلَى المَالِ، غَيْرَ أَنَّ الثَّقَافَةَ يَجِبُ أَنْ تَكُونَ لِلْجَمِيعِ، لَا لِلْأَغْنِيَاءِ فَقَطْ.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museums need money, but culture should be for everyone, not just the rich.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المَتَاحِفُ مَجَّانِيَّةً؟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ḥattā ʿindamā, kāna + present, ṣaḥīḥun anna … ghayra anna, a superlative,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مَكَانٍ زُرْتُهُ هُوَ وَادِي رَمٍّ، لِأَنَّ الصَّحْرَاءَ هُنَاكَ حَمْرَاءُ، وَالنُّجُومَ فِي اللَّيْلِ لَا تُصَدَّقُ.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place I have visited is Wadi Rum, because the desert there is red and the stars at night are unbelievable.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مَكَانٍ زُرْتَهُ؟ وَلِمَاذَا؟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يَوْمًا مِثَالِيًّا، لَبَدَأْنَا بِالمَشْيِ فِي الجَبَلِ، ثُمَّ تَغَدَّيْنَا عَلَى الشَّاطِئِ، وَخَتَمْنَا بِمُبَارَاةٍ.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 perfect day, we would start with a mountain walk, then have lunch on the beach and finish with a match.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يَوْمًا مِثَالِيًّا لِصَفِّكَ،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ḥattā ʿindamā, kāna + present, ṣaḥīḥun anna … ghayra anna, a superlative,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times, places and transport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 suggestion (mā raʾyuka an …?).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the conversation.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superlative,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AT-A-L10 · Speaking Workshop — Mixed Topic A: a Day Out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2026-10-11T08:32:41Z</dcterms:created>
  <dcterms:modified xsi:type="dcterms:W3CDTF">2026-10-11T08:32:41Z</dcterms:modified>
</cp:coreProperties>
</file>