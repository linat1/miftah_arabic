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(students may write in a shared document or on paper and upload a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 (Time and Daily Routine, AT-A-L01).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the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Stress the two biggest losses in the exam: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(single words or phrases). Develop / Stretch: all 8, with the last answer as a full sentence. Remind students to answer in ARABIC and to match the question (a time for a time, a place for a place). Nationality must agree with the writer: بِرِيطَانِيٌّ (boy) / بِرِيطَانِيَّةٌ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Q2 TASK (3 min to read and plan). Students number the four bullets 1–4 in the margin and tick each one as they write it. To a boy pen friend: أُخْبِرَكَ; to a girl: أُخْبِرَكِ.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Recognising the question words is the key Core skill: مَتَى (when) · كَيْفَ (how) · مَاذَا (what) · لِمَاذَا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Teacher gives live feedback in the chat or on shared documents: check bullet coverage first, then verb endings.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A Core model: every bullet answered in short, accurate sentences. It is about 65 words — show students how ONE extra detail per bullet brings it to 80–90 (compare with the full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frequency, an opinion with a reason AND a contrast, and a question back to the reader. Students compare with their own: what can I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(it follows the AT-A-L01 language closely); title (ب) suits Stretch (comparison with ammā … fa-, preference with a reason, a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Teacher circulates (shared docs) and checks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(129 words). Core model: simple sentences but all four points and three time frames — this is how a weaker writer still covers the task. Students highlight the past sentence and the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four paragraphs, three time frames, a concession (ṣaḥīḥun anna … ghayra anna), purpose (li- + verb in -a), a conditional, and accurate agreement. Prayer is one example of a morning routine; students describe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(138 words). Full-mark model for the comparison title: ammā … fa- (as for … then), lā … illā (not … until), a concession, a past narrative, a conditional and a purpose clause with likay.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Time and Daily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form accurately, write an email that covers every bullet point, and write an extended piece with a range of tenses, linking words and opinions.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AT-A-L01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day.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verb endings (</a:t>
            </a:r>
            <a:pPr algn="l" indent="0" marL="0">
              <a:buNone/>
            </a:pPr>
            <a:r>
              <a:rPr lang="ar-SA" altLang="en-US" sz="1700" dirty="0">
                <a:solidFill>
                  <a:srgbClr val="1F2A37"/>
                </a:solidFill>
                <a:latin typeface="Amiri" pitchFamily="2" charset="-78"/>
                <a:ea typeface="Amiri" pitchFamily="2" charset="-78"/>
                <a:cs typeface="Amiri" pitchFamily="2" charset="-78"/>
              </a:rPr>
              <a:t>أَـ</a:t>
            </a:r>
            <a:pPr algn="l" indent="0" marL="0">
              <a:buNone/>
            </a:pPr>
            <a:r>
              <a:rPr lang="en-US" sz="1300" dirty="0">
                <a:solidFill>
                  <a:srgbClr val="1F2A37"/>
                </a:solidFill>
                <a:latin typeface="Calibri" pitchFamily="34" charset="0"/>
                <a:cs typeface="Amiri" pitchFamily="2" charset="-78"/>
              </a:rPr>
              <a:t> for “I”), agreement (m. / f.), and that you used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أَوَّلًا · ثُمَّ · بَعْدَ ذٰلِكَ · أَخِيرًا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after that · finally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رَأْيِي … لِأَنَّ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my opinion …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أَمْسِ … · سَـ / سَوْفَ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yesterday … (past) · will … (future)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Summer-camp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التَّسْجِيلِ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nationality (m. / f.)</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you usually wake up</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مَوْعِدُ الاسْتِيقَاظِ عَادَةً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breakfast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الإِفْطَارُ المُفَضَّلُ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to school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activity after school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تُمَارِسُهُ بَعْدَ المَدْرَسَةِ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favourite day and why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عَنْ يَوْمِكَ المُفَضَّلِ وَلِمَاذَا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Summer-camp registration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Ahmad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 years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 (f.)</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past six</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السَّادِسَةُ وَالنِّصْفُ</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مَوْعِدُ الاسْتِيقَاظِ عَادَةً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eggs and bread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البَيْضُ وَالخُبْزُ</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الإِفْطَارُ المُفَضَّلُ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bus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 إِلَى المَدْرَسَةِ؟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تُمَارِسُهُ بَعْدَ المَدْرَسَةِ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Saturday because I wake up late.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يَوْمَ السَّبْتِ لِأَنِّي أَسْتَيْقِظُ مُتَأَخِّرًا.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عَنْ يَوْمِكَ المُفَضَّلِ وَلِمَاذَا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Question 2: an email to your pen friend</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صَدِيقَتِي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a new pen friend in Jordan. Write an email in Arabic of about 80–90 words about your daily routine. You must include: • when you wake up and what you do before school • how you go to school and when you arrive • what you do after school • your opinion of your routine, with a reason.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sequence words (awwalan · thumma · baʿda 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with a reason (fī ra’yī … li-anna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يَا …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Hello … , (to a friend)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أُخْبِرَكَ عَنْ يَوْمِي.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my 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أَصِلُ إِلَى المَدْرَسَةِ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 at school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تَحِيَّاتِي،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greetings, (closing)</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friend in Jordan: an email about your routine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لَكَ صَدِيقٌ جَدِيدٌ فِي الأُرْدُنِّ. اكْتُبْ رِسَالَةً إِلِكْتِرُونِيَّةً عَنْ رُوتِينِكَ اليَوْمِيِّ (٨٠–٩٠ كَلِمَةً).</a:t>
            </a:r>
            <a:endParaRPr lang="ar-SA" sz="15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wake up; what you do before school</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تَسْتَيْقِظُ، وَمَاذَا تَفْعَلُ قَبْلَ المَدْرَسَةِ؟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go to school; when you arrive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تَذْهَبُ إِلَى المَدْرَسَةِ، وَمَتَى تَصِلُ؟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after school</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بَعْدَ المَدْرَسَةِ؟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your routine,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رُوتِينِكَ؟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 (when? how? what? why?).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Write your email with these frames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 First …, then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 أَوَّلًا ______ ، ثُمَّ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and I arrive 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______ ، وَأَصِلُ فِي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 …, and in the evening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______ ، وَفِي المَسَاءِ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my routine because it is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رُوتِينِي لِأَنَّهُ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(aḥyānan) and a “but” (lākinnanī).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مَرْيَمُ،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سَارَةُ. أُرِيدُ أَنْ أُخْبِرَكِ عَنْ يَوْمِي. أَسْتَيْقِظُ فِي السَّاعَةِ السَّادِسَةِ وَالنِّصْفِ. أَوَّلًا أَغْتَسِلُ، ثُمَّ أَتَنَاوَلُ الإِفْطَارَ وَأَشْرَبُ الحَلِيبَ. أَذْهَبُ إِلَى المَدْرَسَةِ بِالحَافِلَةِ مَعَ أَخِي، وَأَصِلُ فِي السَّاعَةِ الثَّامِنَةِ. فِي المَدْرَسَةِ أَدْرُسُ الرِّيَاضِيَّاتِ وَالعُلُومَ. بَعْدَ المَدْرَسَةِ أَتَنَاوَلُ الغَدَاءَ، ثُمَّ أَدْرُسُ. فِي المَسَاءِ أُشَاهِدُ التِّلْفَازَ مَعَ أُسْرَتِي، وَأَنَامُ فِي السَّاعَةِ العَاشِرَةِ. أُحِبُّ رُوتِينِي لِأَنَّهُ سَهْلٌ وَمُنَظَّمٌ.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Maryam, how are you? I am Sara. I want to tell you about my day. I wake up at half past six. First I shower, then I have breakfast and drink milk. I go to school by bus with my brother and arrive at eight. At school I study maths and science. After school I have lunch, then I study. In the evening I watch TV with my family and I sleep at ten. I like my routine because it is easy and organised.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المَدْرَسَةِ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مَرْيَمُ،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أُرِيدُ أَنْ أُخْبِرَكِ عَنْ يَوْمِي. فِي أَيَّامِ المَدْرَسَةِ أَسْتَيْقِظُ مُبَكِّرًا، فِي السَّاعَةِ السَّادِسَةِ وَالنِّصْفِ. أَوَّلًا أَغْتَسِلُ وَأَرْتَدِي مَلَابِسِي، ثُمَّ أَتَنَاوَلُ الإِفْطَارَ مَعَ أُسْرَتِي، لِأَنَّ الإِفْطَارَ مُهِمٌّ جِدًّا لِي. بَعْدَ ذٰلِكَ أَسْتَقِلُّ الحَافِلَةَ، وَأَصِلُ إِلَى المَدْرَسَةِ قَبْلَ الثَّامِنَةِ بِعَشْرِ دَقَائِقَ، وَتَبْدَأُ الدُّرُوسُ فِي الثَّامِنَةِ. بَعْدَ المَدْرَسَةِ أُنْهِي وَاجِبَاتِي، وَأَحْيَانًا أَلْعَبُ كُرَةَ السَّلَّةِ مَعَ صَدِيقَاتِي. فِي المَسَاءِ أَقْرَأُ قَلِيلًا، ثُمَّ أَنَامُ فِي السَّاعَةِ العَاشِرَةِ. فِي رَأْيِي رُوتِينِي مُفِيدٌ لِأَنَّهُ مُنَظَّمٌ، لٰكِنَّنِي أَشْعُرُ بِالتَّعَبِ أَحْيَانًا. وَأَنْتِ، كَيْفَ يَوْمُكِ؟ أَنْتَظِرُ رِسَالَتَكِ.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Maryam, how are you? I want to tell you about my day. On school days I wake up early, at half past six. First I shower and get dressed, then I have breakfast with my family, because breakfast is very important to me. After that I take the bus and arrive ten minutes before eight; lessons start at eight. After school I finish my homework, and sometimes I play basketball with my friends. In the evening I read a little, then sleep at ten. In my opinion my routine is useful because it is organised, but I sometimes feel tired. And you, how is your day? I look forward to your message. With my greetings,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مُبَكِّرًا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وَأَحْيَانًا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رَأْيِي … لٰكِنَّنِي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Typical school day · last weekend · your opinion · a future change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يَوْمًا دِرَاسِيًّا عَادِيًّا · مَاذَا فَعَلْتَ فِي نِهَايَةِ الأُسْبُوعِ المَاضِي؟ · مَا رَأْيُكَ فِي رُوتِينِكَ؟ · مَاذَا سَتُغَيِّرُ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days and holidays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أَيَّامُ الدِّرَاسَةِ وَأَيَّامُ العُطْلَةِ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 which you prefer and why · a past holiday day · a change you want</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قَارِنْ بَيْنَ اليَوْمَيْنِ · أَيُّهُمَا تُفَضِّلُ وَلِمَاذَا؟ · صِفْ يَوْمًا قَضَيْتَهُ فِي العُطْلَةِ المَاضِيَةِ · مَاذَا تُرِيدُ أَنْ تُغَيِّرَ؟</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my typical day: times + sequence (awwalan, thumma, baʿda dhālika).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last weekend / a holiday day: istayqaẓtu, dhahabtu, tanāwalnā … kāna yawman mumtiʿan.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fī ra’yī … li-anna …; Stretch: ṣaḥīḥun anna … ghayra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sa-uḥāwilu an …; Stretch: a conditional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أَسْتَيْقِظُ فِي السَّادِسَةِ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wake up at six every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أَمْسِ اسْتَيْقَظْتُ مُتَأَخِّرًا.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yesterday I woke up late.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سَأُحَاوِلُ أَنْ أَنَامَ مُبَكِّرًا.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try to sleep early.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اسْمِي آدَمُ. أَسْتَيْقِظُ فِي السَّاعَةِ السَّادِسَةِ وَالنِّصْفِ كُلَّ يَوْمٍ. أَوَّلًا أَغْتَسِلُ، ثُمَّ أَرْتَدِي مَلَابِسِي، وَبَعْدَ ذٰلِكَ أَتَنَاوَلُ الإِفْطَارَ. أَتَنَاوَلُ الخُبْزَ وَالجُبْنَ وَأَشْرَبُ الحَلِيبَ. أَذْهَبُ إِلَى المَدْرَسَةِ بِالحَافِلَةِ مَعَ أَخِي، وَتَبْدَأُ الدُّرُوسُ فِي السَّاعَةِ الثَّامِنَةِ. فِي المَدْرَسَةِ أَدْرُسُ الرِّيَاضِيَّاتِ وَالعُلُومَ وَالعَرَبِيَّةَ. أُحِبُّ دَرْسَ العُلُومِ كَثِيرًا. فِي الاسْتِرَاحَةِ أَلْعَبُ مَعَ أَصْدِقَائِي. أَرْجِعُ إِلَى البَيْتِ فِي السَّاعَةِ الثَّالِثَةِ. بَعْدَ المَدْرَسَةِ أَتَنَاوَلُ الغَدَاءَ، ثُمَّ أَدْرُسُ سَاعَةً. فِي المَسَاءِ أَلْعَبُ مَعَ أَخِي وَأُشَاهِدُ التِّلْفَازَ، وَأَنَامُ فِي السَّاعَةِ العَاشِرَةِ.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نِهَايَةِ الأُسْبُوعِ أَسْتَيْقِظُ مُتَأَخِّرًا وَأَزُورُ جَدِّي وَجَدَّتِي مَعَ أُسْرَتِي.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أَمْسِ اسْتَيْقَظْتُ مُتَأَخِّرًا، فَذَهَبْتُ إِلَى المَدْرَسَةِ بِالسَّيَّارَةِ مَعَ أَبِي، وَوَصَلْتُ فِي الثَّامِنَةِ وَالرُّبْعِ. كُنْتُ نَاعِسًا طُولَ اليَوْمِ، وَكَانَ يَوْمًا صَعْبًا!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أُحِبُّ رُوتِينِي لِأَنَّهُ سَهْلٌ وَمُنَظَّمٌ وَمُفِيدٌ، لٰكِنَّنِي نَاعِسٌ فِي الصَّبَاحِ أَحْيَانًا. فِي المُسْتَقْبَلِ سَأَنَامُ مُبَكِّرًا، وَسَأَتَنَاوَلُ إِفْطَارًا صِحِّيًّا، وَسَأُمَارِسُ الرِّيَاضَةَ كُلَّ يَوْمٍ، لِأَنَّ ذٰلِكَ مُهِمٌّ لِصِحَّتِي.</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my school day, step by step → weekend: I visit my grandparents → past: yesterday I woke up late and was sleepy all day → opinion: easy and organised, but sometimes sleepy → future: sleep early, healthy breakfast, sport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أَمْسِ اسْتَيْقَظْتُ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 … لٰكِنَّنِي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أَسْتَيْقِظُ فِي أَيَّامِ الدِّرَاسَةِ فِي السَّاعَةِ السَّادِسَةِ، وَبَعْدَ أَنْ أَغْتَسِلَ وَأُصَلِّيَ الفَجْرَ أَتَنَاوَلُ الإِفْطَارَ مَعَ أُسْرَتِي. ثُمَّ أَسْتَقِلُّ الحَافِلَةَ إِلَى المَدْرَسَةِ، حَيْثُ تَبْدَأُ الدُّرُوسُ فِي الثَّامِنَةِ. بَعْدَ الظُّهْرِ أَرْجِعُ إِلَى البَيْتِ مُتْعَبًا، فَأَرْتَاحُ قَلِيلًا بَعْدَ يَوْمٍ طَوِيلٍ ثُمَّ أُنْهِي وَاجِبَاتِي. وَفِي المَسَاءِ أَقْضِي سَاعَةً مَعَ أُسْرَتِي، ثُمَّ أَقْرَأُ قَلِيلًا قَبْلَ النَّوْمِ.</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نِهَايَةِ الأُسْبُوعِ المَاضِي اسْتَيْقَظْتُ مُتَأَخِّرًا، وَذَهَبْتُ مَعَ أَبِي إِلَى السُّوقِ، ثُمَّ زُرْنَا جَدَّتِي وَتَنَاوَلْنَا الغَدَاءَ عِنْدَهَا، لِأَنَّهَا تَطْبُخُ أَطْيَبَ طَعَامٍ. وَفِي المَسَاءِ شَاهَدْنَا فِيلْمًا مَعًا. كَانَ يَوْمًا هَادِئًا وَمُمْتِعًا.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الرُّوتِينُ المُنَظَّمُ مُهِمٌّ جِدًّا، لِأَنَّهُ يُسَاعِدُنَا عَلَى النَّجَاحِ، وَيُعَلِّمُنَا تَنْظِيمَ الوَقْتِ، وَيُقَلِّلُ التَّوَتُّرَ. صَحِيحٌ أَنَّنِي أُحِبُّ رُوتِينِي، غَيْرَ أَنَّنِي أَنَامُ مُتَأَخِّرًا أَحْيَانًا بِسَبَبِ الهَاتِفِ، فَأَكُونُ نَاعِسًا فِي الصَّبَاحِ.</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السَّنَةِ القَادِمَةِ سَأُحَاوِلُ أَنْ أَنَامَ مُبَكِّرًا، وَسَأُمَارِسُ الرِّيَاضَةَ فِي الصَّبَاحِ لِأَكُونَ نَشِيطًا طُولَ اليَوْمِ. وَلَوْ نَجَحْتُ فِي ذٰلِكَ، لَتَحَسَّنَتْ دَرَجَاتِي أَيْضًا. وَأَنْتُمْ، كَيْفَ تُنَظِّمُونَ يَوْمَكُمْ؟</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school days from six o’clock to bedtime, with sequence and detail → past: last weekend at the market and at grandmother’s → opinion: an organised routine helps us succeed (concession: “it is true … but” — my phone keeps me up) → future: sleep early, exercise; “if I manage it, my marks would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أَنْ أَغْتَسِلَ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لِأَكُونَ نَشِيطًا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لَتَحَسَّنَتْ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school days and holidays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أَيَّامِ الدِّرَاسَةِ يَكُونُ يَوْمِي سَرِيعًا وَمُنَظَّمًا جِدًّا. أَسْتَيْقِظُ فِي السَّادِسَةِ، وَأَخْرُجُ مِنَ البَيْتِ فِي السَّابِعَةِ وَالنِّصْفِ، وَلَا أَرْجِعُ إِلَّا فِي الرَّابِعَةِ. وَبَعْدَ ذٰلِكَ أُنْهِي وَاجِبَاتِي، فَلَا يَبْقَى عِنْدِي وَقْتٌ كَثِيرٌ لِلرَّاحَةِ. أَمَّا فِي العُطْلَةِ فَأَسْتَيْقِظُ مُتَأَخِّرًا، وَأَقْضِي وَقْتًا أَطْوَلَ مَعَ أُسْرَتِي وَصَدِيقَاتِي، وَأَسْهَرُ قَلِيلًا مَعَهُمْ فِي المَسَاءِ.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أُفَضِّلُ أَيَّامَ العُطْلَةِ لِأَنَّنِي أَرْتَاحُ فِيهَا وَأُمَارِسُ هِوَايَاتِي مِثْلَ الرَّسْمِ وَالقِرَاءَةِ، غَيْرَ أَنَّنِي أَعْرِفُ أَنَّ أَيَّامَ الدِّرَاسَةِ تُعَلِّمُنِي النِّظَامَ وَالمَسْؤُولِيَّةَ.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العُطْلَةِ المَاضِيَةِ قَضَيْتُ يَوْمًا رَائِعًا عَلَى الشَّاطِئِ؛ سَبَحْتُ فِي البَحْرِ، وَالْتَقَطْتُ صُوَرًا جَمِيلَةً، وَتَنَاوَلْنَا السَّمَكَ فِي مَطْعَمٍ صَغِيرٍ، ثُمَّ رَجَعْنَا إِلَى البَيْتِ فِي المَسَاءِ مُتْعَبِينَ وَسُعَدَاءَ. كَانَ الطَّقْسُ جَمِيلًا جِدًّا، وَكَانَ البَحْرُ هَادِئًا.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لَوْ كَانَ الأَمْرُ بِيَدِي، لَبَدَأَ اليَوْمُ الدِّرَاسِيُّ فِي التَّاسِعَةِ، لِأَنَّ الطُّلَّابَ يَكُونُونَ أَكْثَرَ نَشَاطًا عِنْدَمَا يَنَامُونَ جَيِّدًا، وَلَكَانَتْ نَتَائِجُهُمْ أَفْضَلَ. وَفِي المُسْتَقْبَلِ سَأُنَظِّمُ وَقْتِي فِي العُطْلَةِ أَيْضًا، لِكَيْ أَقْرَأَ أَكْثَرَ وَأَسْتَعِدَّ لِلسَّنَةِ الجَدِيدَةِ. وَأَنْتُمْ، مَاذَا تُفَضِّلُونَ؟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Compare: fast, organised school days vs relaxed holidays (as for … then) → preference: holidays, but school teaches order and responsibility → past: a beach day last holiday → conditional: “if it were up to me, school would start at nine” → future: organise holiday time so that I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فِي العُطْلَةِ فَأَسْتَيْقِظُ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 … لَبَدَأَ</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أَقْرَأَ</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I answered every box in Arabic, matching the question.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I covered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I used sequence words, a frequency word and an opinion with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wrote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used a contrast, a purpose clause or a conditional accurately.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AT-A-L02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Writing Workshop — Time and Daily Routine</dc:title>
  <dc:subject>PptxGenJS Presentation</dc:subject>
  <dc:creator>Al Madina Online School · Arabic Department</dc:creator>
  <cp:lastModifiedBy>Al Madina Online School · Arabic Department</cp:lastModifiedBy>
  <cp:revision>1</cp:revision>
  <dcterms:created xsi:type="dcterms:W3CDTF">2026-10-11T06:49:53Z</dcterms:created>
  <dcterms:modified xsi:type="dcterms:W3CDTF">2026-10-11T06:49:53Z</dcterms:modified>
</cp:coreProperties>
</file>