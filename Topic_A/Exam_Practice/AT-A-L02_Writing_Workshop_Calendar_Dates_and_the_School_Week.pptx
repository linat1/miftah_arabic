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2 (Calendar, Dates and the School Week, AT-A-L02).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Watch the dual in box 7 (سَاعَتَانِ) and ordinals in dates (الثَّانِيَ عَشَرَ).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كَمْ (how many) · مَتَى (when) · مَا (what) · لِمَاذَا (why) · مَاذَا (what) — and notice the tense: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simple sentences, but all four points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numbers and ordinals used accurately, ammā … fa-, likay lā + subjunctive, and a conditional.
ENGLISH SUMMARY (read aloud or paste in the chat for Core students): Present: the week, registration at 8:30, six 50-minute lessons → opinion: Tuesday hardest (four science lessons + robotics club); as for Friday, it is the easiest → past: a science-museum trip on 6 October, a report and an excellent mark → future: organise time with a calendar so as not to forget; “if it were up to me, I would make Wednesday a half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compound ordinal date, a past contrast, a concession and a conditional. Any important date is welcome.
ENGLISH SUMMARY (read aloud or paste in the chat for Core students): The date: 15 March, my little sister’s birthday (before, I was the only child; as for now, I have a friend) → past: last year’s party on Saturday, step by step → opinion: such occasions bring families together, but some people spend too much → future: a simple garden party and a handmade card; “if I had enough money, I would take her to the zoo”.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Calendar and the School Week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التَّقْوِيمُ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club form with dates and times, write an email about your school week, and write an extended piece with ordinals, dates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AT-A-L02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school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ordinals agree (al-ḥiṣṣa al-ūlā), numbers + nouns (khamsata ayyāmin),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الخَامِسِ مِنْ مَايُو</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fifth of May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الإِثْنَيْنِ إِلَى الجُمُعَةِ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Monday to Friday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يَوْمَ السَّبْتِ المَاضِي · الأُسْبُوعَ القَادِمَ</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last Saturday · next week</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School-club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الاشْتِرَاكِ فِي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 (day + month)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year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الصَّفُّ</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days that suit you</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that suits you</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الوَقْتُ المُنَاسِبُ</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club you choose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النَّادِي الَّذِي تَخْتَارُهُ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a week?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سَاعَةً فِي الأُسْبُوعِ؟</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الاشْتِرَاكَ؟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School-club membership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June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الثَّانِيَ عَشَرَ مِنْ يُونْيُو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10</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الصَّفُّ العَاشِرُ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الصَّفُّ</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Thursday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 وَالخَمِيسُ</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o’clock</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الرَّابِعَةُ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الوَقْتُ المُنَاسِبُ</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chess club</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 الشِّطْرَنْجِ</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النَّادِي الَّذِي تَخْتَارُهُ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hours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سَاعَتَانِ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سَاعَةً فِي الأُسْبُوعِ؟</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join because I love thinking and challenges.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الاشْتِرَاكَ لِأَنِّي أُحِبُّ التَّفْكِيرَ وَالتَّحَدِّيَ.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الاشْتِرَاكَ؟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Question 2: an email about your school week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an Arabic-speaking friend about your school week. You must include: • how many days you study and when the day starts and ends • your favourite day and why • what you did last weekend • when the next holiday starts and what you will do.</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Days, dates and times written correctly.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(last weekend) AND future (the holiday).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أُخْبِرَكَ عَنْ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اليَوْمُ فِي … وَيَنْتَهِي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starts at … and ends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weekend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سَتَبْدَأُ العُطْلَةُ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holiday will start on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about your school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إِلِكْتِرُونِيَّةً إِلَى صَدِيقٍ عَنْ أُسْبُوعِكَ الدِّرَاسِيِّ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days; when the day starts and ends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يَوْمًا تَدْرُسُ، وَمَتَى يَبْدَأُ اليَوْمُ وَيَنْتَهِي؟</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day,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يَوْمُكَ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last weekend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نِهَايَةِ الأُسْبُوعِ المَاضِي؟</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next holiday starts; what you will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تَبْدَأُ العُطْلَةُ القَادِمَةُ، وَمَاذَا سَتَفْعَلُ؟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 days. The day starts at … and ends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______ أَيَّامٍ. يَبْدَأُ اليَوْمُ فِي ______ وَيَنْتَهِي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day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 المُفَضَّلُ هُوَ ______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weekend I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holiday starts on …, and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العُطْلَةُ فِي ______ ، وَسَوْفَ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soon,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عَلِيُّ،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أُسْبُوعِي. أَدْرُسُ خَمْسَةَ أَيَّامٍ، مِنَ الإِثْنَيْنِ إِلَى الجُمُعَةِ. يَبْدَأُ اليَوْمُ فِي الثَّامِنَةِ وَالنِّصْفِ، وَيَنْتَهِي فِي الثَّالِثَةِ. يَوْمِي المُفَضَّلُ هُوَ الأَرْبِعَاءُ لِأَنَّ عِنْدِي حِصَّةَ الرِّيَاضَةِ، وَأُحِبُّهَا كَثِيرًا. فِي نِهَايَةِ الأُسْبُوعِ المَاضِي زُرْتُ جَدَّتِي وَلَعِبْتُ كُرَةَ القَدَمِ. تَبْدَأُ العُطْلَةُ فِي العِشْرِينَ مِنْ دِيسَمْبَرَ، وَسَوْفَ أُسَافِرُ إِلَى مِصْرَ مَعَ أُسْرَتِي.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study five days, from Monday to Friday. The day starts at half past eight and ends at three. My favourite day is Wednesday because I have PE. Last weekend I visited my grandmother and played football. The holiday starts on the twentieth of December, and I will travel to Egypt with my family. See you soon,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زُرْتُ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وَسَوْفَ 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عَلِيُّ،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أُرِيدُ أَنْ أُخْبِرَكَ عَنْ أُسْبُوعِي فِي المَدْرَسَةِ. أَدْرُسُ خَمْسَةَ أَيَّامٍ، مِنَ الإِثْنَيْنِ إِلَى الجُمُعَةِ. يَبْدَأُ اليَوْمُ الدِّرَاسِيُّ فِي الثَّامِنَةِ وَالنِّصْفِ، وَيَنْتَهِي فِي الثَّالِثَةِ وَالرُّبْعِ، وَأَتَنَاوَلُ الغَدَاءَ فِي المَدْرَسَةِ مَعَ أَصْدِقَائِي. يَوْمِي المُفَضَّلُ هُوَ الأَرْبِعَاءُ، لِأَنَّ عِنْدِي حِصَّتَيْنِ مِنَ الرِّيَاضَةِ، لٰكِنَّ يَوْمَ الثُّلَاثَاءِ مُتْعِبٌ جِدًّا. فِي نِهَايَةِ الأُسْبُوعِ المَاضِي زُرْتُ جَدَّتِي يَوْمَ السَّبْتِ، وَلَعِبْتُ كُرَةَ القَدَمِ يَوْمَ الأَحَدِ. سَتَبْدَأُ العُطْلَةُ القَادِمَةُ فِي العِشْرِينَ مِنْ دِيسَمْبَرَ، وَسَأُسَافِرُ إِلَى مِصْرَ مَعَ أُسْرَتِي أُسْبُوعَيْنِ. وَأَنْتَ، مَتَى تَبْدَأُ عُطْلَتُكَ؟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want to tell you about my week at school. I study five days, Monday to Friday. The school day starts at half past eight and ends at quarter past three. My favourite day is Wednesday, because I have two PE lessons, but Tuesday is very tiring. Last weekend I visited my grandmother on Saturday and played football on Sunday. The next holiday will start on the twentieth of December, and I will travel to Egypt with my family for two weeks. And you — when does your holiday start? With my greetings,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وَالرُّبْعِ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حِصَّتَيْنِ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أُسْبُوعَيْنِ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at my school</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أُسْبُوعٌ فِي مَدْرَسَتِي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week · the hardest day and why · a special school day this year · plans for next term</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أُسْبُوعَكَ الدِّرَاسِيَّ · مَا أَصْعَبُ يَوْمٍ وَلِمَاذَا؟ · صِفْ يَوْمًا مُمَيَّزًا فِي المَدْرَسَةِ هٰذِهِ السَّنَةَ · مَا خُطَطُكَ لِلْفَصْلِ القَادِمِ؟</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date in my life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مُهِمٌّ فِي حَيَاتِي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date and why it matters · how you marked it last time · your opinion · how you will mark it in future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 التَّارِيخُ، وَلِمَاذَا هُوَ مُهِمٌّ؟ · كَيْفَ احْتَفَلْتَ بِهِ آخِرَ مَرَّةٍ؟ · مَا رَأْيُكَ فِي هٰذِهِ المُنَاسَبَاتِ؟ · كَيْفَ سَتَحْتَفِلُ بِهِ فِي المُسْتَقْبَلِ؟</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the week: days, times, lessons (yabda’u … wa-yantahī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the hardest / most important day, with a reason;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special day: fī as-sādisi min uktūbar dhahabnā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sa-unaẓẓimu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يَبْدَأُ اليَوْمُ فِي الثَّامِنَةِ وَالنِّصْفِ.</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day starts at half past eight.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السَّادِسِ مِنْ أُكْتُوبَرَ ذَهَبْنَا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on the sixth of October we went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الفَصْلِ القَادِمِ سَأُنَظِّمُ وَقْتِي.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next term I will organise my time.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أَدْرُسُ فِي مَدْرَسَةٍ كَبِيرَةٍ فِي لَنْدَنَ. أَذْهَبُ إِلَى المَدْرَسَةِ خَمْسَةَ أَيَّامٍ فِي الأُسْبُوعِ، مِنَ الإِثْنَيْنِ إِلَى الجُمُعَةِ. يَبْدَأُ اليَوْمُ فِي السَّاعَةِ الثَّامِنَةِ وَالنِّصْفِ، وَيَنْتَهِي فِي السَّاعَةِ الثَّالِثَةِ. عِنْدِي سِتُّ حِصَصٍ كُلَّ يَوْمٍ. يَوْمَ الإِثْنَيْنِ أَدْرُسُ الرِّيَاضِيَّاتِ وَالعَرَبِيَّةَ، وَيَوْمَ الأَرْبِعَاءِ عِنْدِي الرِّيَاضَةُ وَالفَنُّ. فِي الاسْتِرَاحَةِ أَتَنَاوَلُ الغَدَاءَ مَعَ أَصْدِقَائِي.</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اليَوْمُ الأَصْعَبُ هُوَ الثُّلَاثَاءُ، لِأَنَّ عِنْدِي امْتِحَانًا قَصِيرًا كُلَّ أُسْبُوعٍ، وَأَرْجِعُ إِلَى البَيْتِ مُتَأَخِّرًا.</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شَهْرِ أُكْتُوبَرَ ذَهَبْنَا فِي رِحْلَةٍ مَدْرَسِيَّةٍ إِلَى المَتْحَفِ. كَانَ يَوْمًا جَمِيلًا، وَتَعَلَّمْتُ أَشْيَاءَ كَثِيرَةً، وَأَكَلْتُ مَعَ أَصْدِقَائِي فِي الحَدِيقَةِ، ثُمَّ رَجَعْنَا إِلَى المَدْرَسَةِ فِي السَّاعَةِ الثَّالِثَةِ.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الفَصْلِ القَادِمِ سَأُرَاجِعُ دُرُوسِي كُلَّ يَوْمٍ، وَسَأَشْتَرِكُ فِي نَادِي الشِّطْرَنْجِ يَوْمَ الخَمِيسِ، وَسَأَنَامُ مُبَكِّرًا قَبْلَ الامْتِحَانَاتِ. أُحِبُّ مَدْرَسَتِي كَثِيرًا لِأَنَّ المُعَلِّمِينَ لُطَفَاءُ وَالطُّلَّابَ أَصْدِقَائِي.</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 school in London, Monday to Friday, 8:30–3:00, six lessons, the subjects → opinion: Tuesday is hardest (a weekly test, home late) → past: an October trip to the museum, lunch in the park → future: revise every day, join the chess club on Thursday; I love my school because the teachers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اليَوْمُ الأَصْعَبُ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سَأَشْتَرِكُ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أَدْرُسُ فِي مَدْرَسَةٍ ثَانَوِيَّةٍ، وَيَمْتَدُّ أُسْبُوعِي الدِّرَاسِيُّ مِنَ الإِثْنَيْنِ إِلَى الجُمُعَةِ. يَبْدَأُ اليَوْمُ فِي الثَّامِنَةِ وَالنِّصْفِ بِالتَّسْجِيلِ، ثُمَّ نَدْرُسُ سِتَّ حِصَصٍ، مُدَّةُ كُلٍّ مِنْهَا خَمْسُونَ دَقِيقَةً، وَيَنْتَهِي فِي الثَّالِثَةِ وَالرُّبْعِ. وَفِي الاسْتِرَاحَةِ الطَّوِيلَةِ نَتَنَاوَلُ الغَدَاءَ وَنَلْعَبُ فِي السَّاحَةِ نِصْفَ 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أَصْعَبُ يَوْمٍ هُوَ الثُّلَاثَاءُ، لِأَنَّ الحِصَصَ الأَرْبَعَ الأُولَى عِلْمِيَّةٌ، وَبَعْدَهَا أَبْقَى فِي نَادِي الرُّوبُوتَاتِ حَتَّى الخَامِسَةِ، فَأَشْعُرُ بِالتَّعَبِ فِي المَسَاءِ. أَمَّا الجُمُعَةُ فَهِيَ أَسْهَلُ يَوْمٍ، لِأَنَّنَا نَخْرُجُ مُبَكِّرًا.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السَّادِسِ مِنْ أُكْتُوبَرَ ذَهَبْنَا فِي رِحْلَةٍ إِلَى مَتْحَفِ العُلُومِ؛ شَاهَدْنَا تَجَارِبَ مُدْهِشَةً، وَكَتَبْتُ تَقْرِيرًا عَنْهَا فِي اليَوْمِ التَّالِي، فَحَصَلْتُ عَلَى دَرَجَةٍ مُمْتَازَةٍ. كَانَ ذٰلِكَ اليَوْمُ مِنْ أَجْمَلِ أَيَّامِ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الفَصْلِ القَادِمِ سَأُنَظِّمُ وَقْتِي أَفْضَلَ، وَسَأَكْتُبُ مَوَاعِيدَ الوَاجِبَاتِ وَالامْتِحَانَاتِ فِي تَقْوِيمِي، لِكَيْ لَا أَنْسَى شَيْئًا، وَسَأُرَاجِعُ كُلَّ مَادَّةٍ مَرَّتَيْنِ فِي الأُسْبُوعِ. وَلَوْ كَانَ القَرَارُ بِيَدِي، لَجَعَلْتُ يَوْمَ الأَرْبِعَاءِ نِصْفَ يَوْمٍ لِلرَّاحَةِ وَالأَنْشِطَةِ!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مُدَّةُ كُلٍّ مِنْهَا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الجُمُعَةُ فَهِيَ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لَا أَنْسَى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an important date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أَهَمُّ تَارِيخٍ فِي حَيَاتِي هُوَ الخَامِسَ عَشَرَ مِنْ مَارِسَ، لِأَنَّهُ يَوْمُ مِيلَادِ أُخْتِي الصَّغِيرَةِ سَلْمَى. وُلِدَتْ فِي مُسْتَشْفًى قَرِيبٍ مِنْ بَيْتِنَا فِي السَّاعَةِ الثَّالِثَةِ فَجْرًا، وَكُنْتُ وَقْتَهَا فِي السَّابِعَةِ مِنْ عُمْرِي. قَبْلَ وِلَادَتِهَا كُنْتُ الطِّفْلَ الوَحِيدَ فِي البَيْتِ، أَمَّا الآنَ فَعِنْدِي صَدِيقَةٌ تَلْعَبُ مَعِي كُلَّ يَوْمٍ.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احْتَفَلْنَا بِعِيدِ مِيلَادِهَا يَوْمَ السَّبْتِ؛ زَيَّنَّا البَيْتَ بِالبَالُونَاتِ المُلَوَّنَةِ فِي الصَّبَاحِ، وَجَاءَ أَقَارِبُنَا فِي الرَّابِعَةِ، وَأَكَلْنَا كَعْكَةً كَبِيرَةً، ثُمَّ لَعِبْنَا حَتَّى المَسَاءِ. وَقَدَّمْتُ لَهَا هَدِيَّةً جَمِيلَةً، فَفَرِحَتْ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هٰذِهِ المُنَاسَبَاتُ مُهِمَّةٌ لِأَنَّهَا تَجْمَعُ الأُسْرَةَ، غَيْرَ أَنَّ بَعْضَ النَّاسِ يُنْفِقُونَ أَمْوَالًا كَثِيرَةً عَلَيْهَا، وَهٰذَا غَيْرُ ضَرُورِيٍّ؛ فَالأَهَمُّ مِنَ الهَدَايَا هُوَ الوَقْتُ الَّذِي نَقْضِيهِ مَعًا.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القَادِمَةِ سَأُخَطِّطُ لِحَفْلَةٍ بَسِيطَةٍ فِي الحَدِيقَةِ، وَسَأَدْعُو صَدِيقَاتِهَا مِنَ المَدْرَسَةِ، وَسَأَصْنَعُ لَهَا بِطَاقَةً بِيَدِي. وَلَوْ كَانَ عِنْدِي مَالٌ كَافٍ، لَأَخَذْتُهَا إِلَى حَدِيقَةِ الحَيَوَانَاتِ، لِأَنَّهَا تُحِبُّ الحَيَوَانَاتِ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الخَامِسَ عَشَرَ مِنْ مَارِسَ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الآنَ فَعِنْدِي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لَأَخَذْتُهَا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dates and times written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sentence (last weekend) and a future sentence (the holiday).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ordinals, ammā … fa- or a conditional used accurately.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AT-A-L03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Writing Workshop — Calendar and the School Week</dc:title>
  <dc:subject>PptxGenJS Presentation</dc:subject>
  <dc:creator>Al Madina Online School · Arabic Department</dc:creator>
  <cp:lastModifiedBy>Al Madina Online School · Arabic Department</cp:lastModifiedBy>
  <cp:revision>1</cp:revision>
  <dcterms:created xsi:type="dcterms:W3CDTF">2026-10-11T07:50:46Z</dcterms:created>
  <dcterms:modified xsi:type="dcterms:W3CDTF">2026-10-11T07:50:46Z</dcterms:modified>
</cp:coreProperties>
</file>