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5 (Eating Out — Café, Menu and Prices, AT-A-L05).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Numbers: أَرْبَعَةُ أَشْخَاصٍ (3–10), ثَلَاثُونَ جُنَيْهًا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أَيْنَ (where) · مَتَى (when) · مَعَ مَنْ (with whom) · كَمْ (how much) — bullets 1–3 are in the PAST, bullet 4 in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(110 words). Core model: simple sentences, past tense throughout the visit, a price, a “but”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the past perfect (kāna qad), ammā … fa-, a story told with fa-, numbers, a comparison of importance and a conditional.
ENGLISH SUMMARY (read aloud or paste in the chat for Core students): Past: Mum’s birthday in a Turkish restaurant in the centre; Dad had booked a table for six a week before (always crowded) → the meal: starters, then grilled kebab with rice; as for my sister, she chose a vegetarian dish; ninety pounds — a bit high but reasonable → a problem: a meat dish for my sister; we explained politely; he apologised, changed it and gave Mum a small cake from the restaurant — a lovely surprise → opinion: good service matters as much as good food; “if prices were a little lower, we would visit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advantages and disadvantages, comparatives, a past decision with an + subjunctive, an opinion and a conditional.
ENGLISH SUMMARY (read aloud or paste in the chat for Core students): Habits: we usually eat at home and go out once or twice a month → pros and cons: restaurants save cooking and let us try other cultures’ dishes, but they are expensive and we don’t know how much oil and salt is used; as for home food, it is cheaper and healthier and brings the family together → past: last holiday we cooked a Lebanese meal at home together — tasty, and half the price → opinion: balance; “if young people learnt to cook, they would save a lot of money and live healthier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50" b="1" dirty="0">
                <a:solidFill>
                  <a:srgbClr val="FFFFFF"/>
                </a:solidFill>
                <a:latin typeface="Cambria" pitchFamily="34" charset="0"/>
                <a:cs typeface="Amiri" pitchFamily="2" charset="-78"/>
              </a:rPr>
              <a:t>Writing Workshop — Eating Out</a:t>
            </a:r>
            <a:endParaRPr lang="en-US" sz="35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فِي المَطْعَمِ وَالمَقْهَى</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restaurant feedback form, write an email about a meal out, and write an extended piece with requests, prices, opinions and three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AT-A-L05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meal out.</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numbers with nouns (khamsūna junayhan · arbaʿatu ashkhāṣin), adjective agreement, and the right tense for each bullet.</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كَمْ ثَمَنُ …؟ · دَفَعْنَا خَمْسِينَ جُنَيْهًا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how much …? · we paid fifty pounds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أَرْجُو أَنْ … · أَنْصَحُ بِهٰذَا المَطْعَمِ</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please … · I recommend this restaurant</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أَرْخَصُ · أَصَحُّ · أَهَمُّ مِنْ</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cheaper · healthier · more important than</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Restaurant feedback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رَأْيِ الزَّبَائِنِ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your visit</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تَارِيخُ الزِّيَارَةِ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people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عَدَدُ الأَشْخَاصِ</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ordered</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طَلَبْتَ؟</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drank</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مَاذَا شَرِبْتَ؟</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much you paid</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كَمْ دَفَعْتَ؟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the service (one word)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رَأْيُكَ فِي الخِدْمَةِ (كَلِمَةٌ)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will you come back, and why?</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هَلْ سَتَرْجِعُ؟ وَلِمَاذَا؟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7 must agree (al-khidma → mumtāza); box 8 is a full sentence.</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Restaurant feedback form: model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Sara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سَارَةُ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May</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الخَامِسُ مِنْ مَايُو</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تَارِيخُ الزِّيَارَةِ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people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أَرْبَعَةُ أَشْخَاصٍ</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عَدَدُ الأَشْخَاصِ</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grilled chicken with rice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دَجَاجٌ مَشْوِيٌّ مَعَ الأُرْزِ</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طَلَبْتَ؟</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lemon juice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عَصِيرُ لَيْمُونٍ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مَاذَا شَرِبْتَ؟</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thirty pounds</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ثَلَاثُونَ جُنَيْهًا</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كَمْ دَفَعْتَ؟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excellent (f., agrees with al-khidma)</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مُمْتَازَةٌ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رَأْيُكَ فِي الخِدْمَةِ (كَلِمَةٌ)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Yes, I will come back because the food is tasty and the prices are reasonable.</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نَعَمْ، سَأَرْجِعُ لِأَنَّ الطَّعَامَ لَذِيذٌ وَالأَسْعَارَ مَعْقُولَةٌ.</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هَلْ سَتَرْجِعُ؟ وَلِمَاذَا؟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Question 2: an email about a restaurant</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مَطْعَمٍ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of about 80–90 words to a friend about a meal you had in a restaurant. You must include: • where you went, when and with whom • what you ordered and how much you paid • your opinion of the food and the service • whether you will go back and what you will order next time.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tense for the visit; numbers and a price.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opinion with a “but”;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ذَهَبْتُ إِلَى مَطْعَمٍ … مَعَ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to a … restaurant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طَلَبْتُ … وَشَرِبْتُ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ordered … and drank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دَفَعْنَا … جُنَيْهًا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paid … pounds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المَرَّةِ القَادِمَةِ سَأُجَرِّبُ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time I will try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about a meal in a restaurant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cs typeface="Amiri" pitchFamily="2" charset="-78"/>
              </a:rPr>
              <a:t>اكْتُبْ رِسَالَةً إِلِكْتِرُونِيَّةً إِلَى صَدِيقٍ عَنْ وَجْبَةٍ تَنَاوَلْتَهَا فِي مَطْعَمٍ (٨٠–٩٠ كَلِمَةً).</a:t>
            </a:r>
            <a:endParaRPr lang="ar-SA" sz="175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when and with whom</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أَيْنَ ذَهَبْتَ، وَمَتَى، وَمَعَ مَنْ؟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ordered; how much you paid</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طَلَبْتَ، وَكَمْ دَفَعْتَ؟</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of the food and service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الطَّعَامِ وَالخِدْمَةِ؟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go back; what you will order next time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سَتَرْجِعُ؟ وَمَاذَا سَتَطْلُبُ فِي المَرَّةِ القَادِمَةِ؟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 I went to a … restaurant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يَوْمَ ______ ذَهَبْتُ إِلَى مَطْعَمٍ ______ مَعَ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ordered … and drank … We paid … pounds.</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طَلَبْتُ ______ وَشَرِبْتُ ______ . دَفَعْنَا ______ جُنَيْهًا.</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food was …, but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الطَّعَامُ ______ ، لٰكِنَّ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go back soon, and I will order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سَأَرْجِعُ قَرِيبًا، وَسَأَطْلُبُ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See you soon,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اللِّقَاءِ،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يُوسُفُ،</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يَوْمَ السَّبْتِ ذَهَبْتُ إِلَى مَطْعَمٍ لُبْنَانِيٍّ جَدِيدٍ مَعَ أُسْرَتِي. طَلَبْتُ الحُمُّصَ وَالدَّجَاجَ المَشْوِيَّ، وَأَكَلْتُ الخُبْزَ العَرَبِيَّ، وَشَرِبْتُ عَصِيرَ لَيْمُونٍ. دَفَعْنَا خَمْسِينَ جُنَيْهًا لِأَرْبَعَةِ أَشْخَاصٍ، وَكَانَتِ الأَسْعَارُ مَعْقُولَةً. الطَّعَامُ كَانَ لَذِيذًا جِدًّا، وَالنَّادِلُ كَانَ لَطِيفًا. لٰكِنَّ المَطْعَمَ كَانَ مُزْدَحِمًا. سَأَرْجِعُ إِلَى المَطْعَمِ قَرِيبًا، وَسَأَطْلُبُ الفَلَافِلَ فِي المَرَّةِ القَادِمَةِ.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إِلَى اللِّقَاءِ،</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how are you? On Saturday I went to a new Lebanese restaurant with my family. I ordered hummus and grilled chicken and drank a lemon juice. We paid fifty pounds. The food was very tasty and the waiter was kind, but the restaurant was crowded. I will go back to the restaurant soon, and next time I will order falafel. See you soon,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طَلَبْتُ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دَفَعْنَا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سَأَرْجِعُ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مَرْحَبًا يَا يُوسُفُ،</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كَيْفَ حَالُكَ؟ أُرِيدُ أَنْ أُخْبِرَكَ عَنْ مَطْعَمٍ رَائِعٍ. يَوْمَ السَّبْتِ المَاضِي ذَهَبْتُ مَعَ أُسْرَتِي إِلَى مَطْعَمٍ لُبْنَانِيٍّ جَدِيدٍ فِي وَسَطِ المَدِينَةِ، بِمُنَاسَبَةِ نَجَاحِ أُخْتِي. طَلَبْتُ الحُمُّصَ وَالدَّجَاجَ المَشْوِيَّ مَعَ الأُرْزِ، وَشَرِبْتُ عَصِيرَ لَيْمُونٍ بِالنَّعْنَاعِ. دَفَعْنَا خَمْسِينَ جُنَيْهًا لِأَرْبَعَةِ أَشْخَاصٍ، وَهٰذَا سِعْرٌ مَعْقُولٌ. وَأَكَلْنَا الكُنَافَةَ فِي النِّهَايَةِ. فِي رَأْيِي كَانَ الطَّعَامُ طَازَجًا وَلَذِيذًا جِدًّا، وَكَانَ النَّادِلُ لَطِيفًا وَسَرِيعًا، لٰكِنَّ المَكَانَ كَانَ مُزْدَحِمًا وَصَاخِبًا قَلِيلًا. سَأَرْجِعُ إِلَيْهِ بِالتَّأْكِيدِ، وَفِي المَرَّةِ القَادِمَةِ سَأُجَرِّبُ الفَلَافِلَ. هَلْ تُرِيدُ أَنْ تَأْتِيَ مَعَنَا؟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how are you? I want to tell you about a wonderful restaurant. Last Saturday I went with my family to a new Lebanese restaurant in the town centre to celebrate my sister’s success. I ordered hummus and grilled chicken with rice, and drank lemon juice with mint. We paid fifty pounds for four people, which is a reasonable price. In my opinion the food was fresh and very tasty, and the waiter was kind and quick, but the place was crowded and a bit noisy. I will definitely go back, and next time I will try the falafel. Would you like to come with us? With my greetings,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بِمُنَاسَبَةِ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لِأَرْبَعَةِ أَشْخَاصٍ</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لٰكِنَّ المَكَانَ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سَأُجَرِّبُ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visit to a restaurant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زِيَارَةٌ إِلَى مَطْعَمٍ</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when, with whom · what you ordered and paid · a problem or a surprise · would you recommend it; will you go back?</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أَيْنَ وَمَتَى وَمَعَ مَنْ؟ · مَاذَا طَلَبْتُمْ وَكَمْ دَفَعْتُمْ؟ · صِفْ مُشْكِلَةً أَوْ مُفَاجَأَةً · هَلْ تَنْصَحُ بِالمَطْعَمِ؟ وَهَلْ سَتَرْجِعُ؟</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Eating out or eating at home?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الأَكْلُ فِي المَطْعَمِ أَمْ فِي البَيْتِ؟</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family’s habits · pros and cons of restaurants · a recent experience · your opinion and a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عَادَاتُ أُسْرَتِكَ · مَزَايَا المَطَاعِمِ وَعُيُوبُهَا · صِفْ تَجْرِبَةً حَدِيثَةً · مَا رَأْيُكَ؟ وَمَاذَا تَقْتَرِحُ؟</a:t>
            </a:r>
            <a:endParaRPr lang="ar-SA" sz="15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the visit: when, where, with whom; booking (kāna abī qad ḥajaza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the meal: ordered, drank, paid (numbers + prices).</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problem or a surprise: fa- to tell the story in order.</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anṣaḥu bi- … / sa-narjiʿu …; Stretch: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طَلَبْتُ الكَبَابَ مَعَ الأُرْزِ.</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ordered kebab with rice.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أَنْصَحُ بِهٰذَا المَطْعَمِ لِأَنَّ …</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opinion: I recommend this restaurant because …</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سَنَرْجِعُ إِلَيْهِ فِي العِيدِ.</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we will go back there at Eid.</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فِي الشَّهْرِ المَاضِي ذَهَبْتُ إِلَى مَطْعَمٍ تُرْكِيٍّ مَعَ أُسْرَتِي، بِمُنَاسَبَةِ عِيدِ مِيلَادِ أُمِّي. ذَهَبْنَا يَوْمَ الجُمُعَةِ فِي السَّاعَةِ السَّابِعَةِ مَسَاءً. كُنَّا سِتَّةَ أَشْخَاصٍ. المَطْعَمُ كَبِيرٌ وَجَمِيلٌ، وَهُوَ قَرِيبٌ مِنْ بَيْتِنَا.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طَلَبْتُ الكَبَابَ مَعَ الأُرْزِ وَالسَّلَطَةِ، وَطَلَبَتْ أُخْتِي البِيتْزَا. شَرِبْنَا عَصِيرَ البُرْتُقَالِ، وَشَرِبَتْ أُمِّي الشَّايَ. بَعْدَ ذٰلِكَ أَكَلْنَا البَقْلَاوَةَ، وَكَانَتْ حُلْوَةً جِدًّا. دَفَعْنَا سِتِّينَ جُنَيْهًا، وَهٰذَا غَالٍ قَلِيلًا.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كَانَ الطَّعَامُ لَذِيذًا جِدًّا، وَكَانَ النَّادِلُ لَطِيفًا. لٰكِنَّ الطَّعَامَ وَصَلَ مُتَأَخِّرًا، لِأَنَّ المَطْعَمَ كَانَ مُزْدَحِمًا، وَانْتَظَرْنَا نِصْفَ سَاعَةٍ. فِي النِّهَايَةِ أَحْضَرَ النَّادِلُ كَعْكَةً لِأُمِّي، فَفَرِحَتْ كَثِيرًا. كَانَتْ لَيْلَةً جَمِيلَةً وَمُمْتِعَةً.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أَنْصَحُ أَصْدِقَائِي بِهٰذَا المَطْعَمِ، لِأَنَّ الطَّعَامَ لَذِيذٌ وَالمَكَانَ جَمِيلٌ وَالأَسْعَارَ مَعْقُولَةٌ. سَنَرْجِعُ إِلَيْهِ فِي عِيدِ مِيلَادِ أَبِي، وَسَأَطْلُبُ طَبَقًا جَدِيدًا، مِثْلَ السَّمَكِ المَشْوِيِّ.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Past: a Turkish restaurant last month for my mother’s birthday, Friday at seven; big, pretty, near home → the meal: kebab with rice and salad, my sister’s pizza, orange juice, baklava; sixty pounds (a bit expensive) → a problem: the food arrived late (crowded), but the waiter brought a cake for my mother → opinion and future: I recommend it; we will go back for my father’s birthday.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ذَهَبْتُ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دَفَعْنَا سِتِّينَ جُنَيْهًا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لٰكِنَّ الطَّعَامَ وَصَلَ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سَنَرْجِعُ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فِي الشَّهْرِ المَاضِي احْتَفَلْنَا بِعِيدِ مِيلَادِ أُمِّي فِي مَطْعَمٍ تُرْكِيٍّ يَقَعُ فِي وَسَطِ المَدِينَةِ. كَانَ أَبِي قَدْ حَجَزَ طَاوِلَةً لِسِتَّةِ أَشْخَاصٍ قَبْلَ أُسْبُوعٍ، لِأَنَّ المَطْعَمَ مَشْهُورٌ وَمُزْدَحِمٌ دَائِمًا فِي نِهَايَةِ الأُسْبُوعِ. ذَهَبْنَا بِالسَّيَّارَةِ فِي السَّابِعَةِ مَسَاءً.</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بَدَأْنَا بِالمُقَبِّلَاتِ، ثُمَّ طَلَبْتُ طَبَقَ الكَبَابِ المَشْوِيِّ مَعَ الأُرْزِ، أَمَّا أُخْتِي فَاخْتَارَتْ طَبَقًا نَبَاتِيًّا، وَشَرِبْنَا عَصِيرَ الرُّمَّانِ الطَّازَجَ، وَخَتَمْنَا الوَجْبَةَ بِالبَقْلَاوَةِ وَالشَّايِ التُّرْكِيِّ اللَّذِيذِ. دَفَعْنَا تِسْعِينَ جُنَيْهًا، وَهُوَ سِعْرٌ مُرْتَفِعٌ قَلِيلًا، لٰكِنَّهُ مَعْقُولٌ لِأَنَّ الطَّعَامَ كَانَ طَازَجًا.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حَدَثَتْ مُشْكِلَةٌ صَغِيرَةٌ؛ فَقَدْ أَحْضَرَ النَّادِلُ لِأُخْتِي طَبَقًا بِاللَّحْمِ، فَشَرَحْنَا لَهُ بِأَدَبٍ، فَاعْتَذَرَ وَغَيَّرَهُ بِسُرْعَةٍ، ثُمَّ قَدَّمَ لِأُمِّي كَعْكَةً صَغِيرَةً هَدِيَّةً مِنَ المَطْعَمِ، فَضَحِكْنَا جَمِيعًا وَشَكَرْنَاهُ. كَانَتْ مُفَاجَأَةً جَمِيلَةً.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رَأْيِي، تُهِمُّ الخِدْمَةُ الجَيِّدَةُ بِقَدْرِ مَا يُهِمُّ الطَّعَامُ اللَّذِيذُ، لِأَنَّ الزَّبُونَ يَتَذَكَّرُ المُعَامَلَةَ الطَّيِّبَةَ طَوِيلًا، لِذٰلِكَ أَنْصَحُ بِهٰذَا المَطْعَمِ بِالتَّأْكِيدِ. وَلَوْ كَانَتِ الأَسْعَارُ أَرْخَصَ قَلِيلًا، لَزُرْنَاهُ كُلَّ شَهْرٍ.</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أَبِي قَدْ حَجَزَ</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أُخْتِي فَاخْتَارَتْ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فَاعْتَذَرَ وَغَيَّرَهُ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كَانَتِ … لَزُرْنَاهُ</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eating out or at home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يَخْتَلِفُ النَّاسُ فِي آرَائِهِمْ: هَلِ الأَكْلُ فِي المَطَاعِمِ أَفْضَلُ أَمِ الأَكْلُ فِي البَيْتِ؟ فِي أُسْرَتِي نَأْكُلُ فِي البَيْتِ عَادَةً، وَنَذْهَبُ إِلَى المَطْعَمِ مَرَّةً أَوْ مَرَّتَيْنِ فِي الشَّهْرِ فَقَطْ، لِأَنَّ أُمِّي تُحِبُّ الطَّبْخَ.</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لِلْمَطَاعِمِ مَزَايَا كَثِيرَةٌ؛ فَهِيَ تُرِيحُنَا مِنَ الطَّبْخِ، وَتُتِيحُ لَنَا تَجْرِبَةَ أَطْبَاقٍ مِنْ ثَقَافَاتٍ مُخْتَلِفَةٍ. غَيْرَ أَنَّهَا غَالِيَةٌ، وَلَا نَعْرِفُ دَائِمًا كَمْ مِنَ الزَّيْتِ وَالمِلْحِ فِي الطَّعَامِ. أَمَّا الأَكْلُ فِي البَيْتِ فَأَرْخَصُ وَأَصَحُّ، وَيَجْمَعُ الأُسْرَةَ حَوْلَ المَائِدَةِ.</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العُطْلَةِ المَاضِيَةِ قَرَّرْنَا أَنْ نَطْبُخَ وَجْبَةً لُبْنَانِيَّةً فِي البَيْتِ بَدَلًا مِنَ المَطْعَمِ؛ حَضَّرْنَا الحُمُّصَ وَالتَّبُّولَةَ وَالدَّجَاجَ المَشْوِيَّ مَعًا، فَكَانَتِ الوَجْبَةُ لَذِيذَةً، وَكَلَّفَتْنَا نِصْفَ سِعْرِ المَطْعَمِ، وَشَعَرْنَا بِالفَخْرِ لِأَنَّنَا طَبَخْنَا بِأَنْفُسِنَا.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أَرَى أَنَّ الحَلَّ هُوَ التَّوَازُنُ: نَأْكُلُ فِي البَيْتِ أَغْلَبَ الأَيَّامِ، وَنَذْهَبُ إِلَى المَطْعَمِ فِي المُنَاسَبَاتِ. وَلَوْ تَعَلَّمَ الشَّبَابُ الطَّبْخَ، لَوَفَّرُوا مَالًا كَثِيرًا وَعَاشُوا حَيَاةً أَصَحَّ. وَأَنْتُمْ، أَيْنَ تُفَضِّلُونَ أَنْ تَأْكُلُوا؟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غَيْرَ أَنَّهَا غَالِيَةٌ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الأَكْلُ فِي البَيْتِ فَأَرْخَصُ</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قَرَّرْنَا أَنْ نَطْبُخَ</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 لَوَفَّرُوا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AT-A-L05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and prices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past tense for the visit and a future sentence at the end.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telling the story in order.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comparatives, kāna qad, ammā … fa-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AT-A-L06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AT-A-L05 · Writing Workshop — Eating Out</dc:title>
  <dc:subject>PptxGenJS Presentation</dc:subject>
  <dc:creator>Al Madina Online School · Arabic Department</dc:creator>
  <cp:lastModifiedBy>Al Madina Online School · Arabic Department</cp:lastModifiedBy>
  <cp:revision>1</cp:revision>
  <dcterms:created xsi:type="dcterms:W3CDTF">2026-10-11T08:14:09Z</dcterms:created>
  <dcterms:modified xsi:type="dcterms:W3CDTF">2026-10-11T08:14:09Z</dcterms:modified>
</cp:coreProperties>
</file>