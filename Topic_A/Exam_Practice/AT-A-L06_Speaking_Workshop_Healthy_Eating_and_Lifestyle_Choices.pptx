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6 (Healthy Eating and Lifestyle Choices, AT-A-L06), using that lesson’s language (nutrition vocabulary, advice with يَجِبُ / يَنْبَغِي أَنْ, reasons).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four persons for each verb. Advice: يَجِبُ أَنْ / يَنْبَغِي أَنْ + a verb in -a: يَجِبُ أَنْ نَشْرَبَ المَاءَ. Negative advice: يَجِبُ أَلَّا نَأْكُلَ … (allā = an + lā).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non-human plurals take the feminine singular: عَادَاتٌ صِحِّيَّةٌ · وَجَبَاتٌ سَرِيعَةٌ. People: هُمْ نَشِيطُونَ.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at the school nurse.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تَنَامِينَ · تَأْكُلِينَ · تُمَارِسِينَ · تَشْرَبِينَ.
Core: habits in full sentences. Numbers 3–10 + plural genitive: ثَمَانِيَ سَاعَاتٍ · خَمْسَةَ أَكْوَابٍ. آكُلُهَا = I eat THEM (the sweets — non-human plural → hā).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joining the gym.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تُحِبِّينَ · تَسْتَطِيعِينَ · عِنْدَكِ — and the candidate says نَشِيطَةً وَصِحِّيَّةً.
Task 4: the CANDIDATE asks. أَنْ + subjunctive everywhere: أَنْ أَكُونَ · أَنْ آتِيَ · أَنْ آكُلَ.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advising a friend.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to a girl friend: يَجِبُ أَنْ تَنَامِي · أَلَّا تَسْتَعْمِلِي · كُلِي · تَجَنَّبِي · تُمَارِسِينَ.
Develop: advice in three ways — يَجِبُ أَنْ, يَنْبَغِي أَلَّا, and the imperative (كُلْ · تَجَنَّبْ). Before “al-”, the imperative takes a kasra: كُلِ الخُضَارَ · تَجَنَّبِ الوَجَبَاتِ.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health campaign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كُنْتِ مُدِيرَةَ المَدْرَسَةِ · تُغَيِّرِينَ.
Stretch: likay + subjunctive, a comparative (أَنْشَطَ), past actions, two reasons, a concession and a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reason or some advice.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A Healthy Lifestyle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نَمَطُ الحَيَاةِ الصِّحِّيُّ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food, exercise and sleep, give and ask for advice (yajibu an · yanbaghī an), and justify healthy choices.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HEALTHY VERBS (I · HE · SHE · THEY) AND ADVICE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Healthy habits — and how to give advice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العَادَاتُ الصِّحِّيَّةُ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do sport / exercise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u-mā-ri-su ar-ri-yā-ḍa-ta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تُمَارِسُ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sleep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a-nā-mu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تَنَامُ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عَلَى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look after, keep up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u-ḥā-fi-ẓu ʿa-lā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يُحَافِظُونَ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تُحَافِظُ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يُحَافِظُ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أَتَجَنَّبُ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avoid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a-ta-jan-na-bu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يَتَجَنَّبُونَ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تَتَجَنَّبُ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يَتَجَنَّبُ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must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an …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should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yan-ba-ghī an …</a:t>
            </a:r>
            <a:endParaRPr lang="en-US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NUTRITION WORDS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Healthy, active — and what to avoid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التَّغْذِيَةُ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healthy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ṣiḥ-ḥiy-yun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صِحِّيَّةٌ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active, energetic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na-shī-ṭun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نَشِيطُونَ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نَشِيطٌ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food groups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خُضَارٌ وَفَوَاكِهُ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vegetables and fruit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khu-ḍā-run wa-fa-wā-ki-hu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nutrition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السُّكَّرُ · الدُّهُونُ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sugar · fats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as-suk-ka-ru · ad-du-hū-nu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habit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وَجْبَةٌ سَرِيعَةٌ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 food (a quick meal)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waj-ba-tun sa-rī-ʿa-tun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وَجَبَاتٌ سَرِيعَةٌ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وَجْبَةٌ سَرِيعَةٌ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AT THE SCHOOL NURSE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 health check with the school nurse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 مُمَرِّضَةِ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… سَاعَاتٍ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hours you sleep.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تَنَامُ فِي اللَّيْلِ؟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… وَأَشْرَبُ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eat for breakfast.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أُمَارِسُ … مَرَّتَيْنِ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and how often you exercise.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… أَكْوَابٍ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much water you drink.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كُوبًا مِنَ المَاءِ تَشْرَبُ؟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آكُلُهَا أَحْيَانًا فَقَطْ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الحَلَوِيَّاتِ كَثِيرًا؟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school nurse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JOINING THE GYM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Joining the sports centre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النَّادِي الرِّيَاضِيِّ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 for joining.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تَشْتَرِكَ؟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لِأَنَّهَا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sport you like.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رِيَاضَةٍ تُحِبُّ؟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آتِيَ يَوْمَ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days and times.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تَسْتَطِيعُ أَنْ تَأْتِيَ؟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يَنْبَغِي أَنْ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you should eat before training (the examiner then answers).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يَجِبُ أَنْ تَأْكُلَ قَبْلَ التَّدْرِيبِ بِسَاعَتَيْنِ.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… / نَعَمْ، عِنْدِي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أَيُّ مُشْكِلَةٍ صِحِّيَّةٍ؟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member  ·  The examiner is: the trainer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ADVISING A FRIEND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friend who feels tired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صَدِيقٌ مُتْعَبٌ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تَنَامَ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one piece of advice about sleep.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 دَائِمًا. مَاذَا أَفْعَلُ؟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أَلَّا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Advise him about the phone, with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لٰكِنِّي أُحِبُّ الهَاتِفَ فِي اللَّيْلِ!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كُلْ … وَتَجَنَّبْ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advice about food (two things).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الأَكْلِ؟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رِيَاضَةٍ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sport he does (the examiner then answers).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أَلْعَبُ أَلْعَابَ الفِيدْيُو فَقَطْ!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سَآتِي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تَأْتِي مَعِي إِلَى النَّادِي؟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helpful friend  ·  The examiner is: your friend who is always tired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HEALTH CAMPAIGN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The school health campaign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حَمْلَةُ الصِّحَّةِ فِي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… لِكَيْ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aim of the campaign.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هَدَفُ حَمْلَتِكُمْ؟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نَظَّمْنَا … وَوَزَّعْنَا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have done so far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حَتَّى الآنَ؟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with two reasons.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يَأْكُلُ الشَّبَابُ الوَجَبَاتِ السَّرِيعَةَ فِي رَأْيِكَ؟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الرِّيَاضَةُ أَهَمُّ مِنَ الأَكْلِ الصِّحِّيِّ؟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لَمَنَعْتُ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مُدِيرَ المَدْرَسَةِ،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leading a health campaign  ·  The examiner is: a local-radio reporter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their habits (food, sport, sleep)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advice with yajibu an / yanbaghī an + verb in -a, and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ثَمَانِيَ سَاعَاتٍ فِي اللَّيْلِ.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sleep eight hours a night.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تَنَامُ فِي اللَّيْلِ؟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الشُّوفَانَ مَعَ المَوْزِ، وَأَشْرَبُ الحَلِيبَ.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eat oats with banana, and I drink milk.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أُمَارِسُ كُرَةَ القَدَمِ مَرَّتَيْنِ فِي الأُسْبُوعِ.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play football twice a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خَمْسَةَ أَكْوَابٍ مِنَ المَاءِ كُلَّ يَوْمٍ.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drink five glasses of water every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كُوبًا مِنَ المَاءِ تَشْرَبُ؟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آكُلُهَا أَحْيَانًا فَقَطْ، فِي نِهَايَةِ الأُسْبُوعِ.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only eat them sometimes, at the weekend.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الحَلَوِيَّاتِ كَثِيرًا؟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نَشِيطًا وَصِحِّيًّا أَكْثَرَ.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more active and healthy.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تَشْتَرِكَ؟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السِّبَاحَةَ لِأَنَّهَا مُمْتِعَةٌ.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swimming because it is fun.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رِيَاضَةٍ تُحِبُّ؟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آتِيَ يَوْمَ السَّبْتِ وَيَوْمَ الأَرْبِعَاءِ بَعْدَ المَدْرَسَةِ.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come on Saturday and Wednesday after school.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تَسْتَطِيعُ أَنْ تَأْتِيَ؟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يَنْبَغِي أَنْ آكُلَ قَبْلَ التَّدْرِيبِ؟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should I eat before training?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يَجِبُ أَنْ تَأْكُلَ قَبْلَ التَّدْرِيبِ بِسَاعَتَيْنِ.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عِنْدِي أَيُّ مُشْكِلَةٍ، وَالحَمْدُ لِلّٰهِ.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have no problems, thank God.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أَيُّ مُشْكِلَةٍ صِحِّيَّةٍ؟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تَنَامَ مُبَكِّرًا، ثَمَانِيَ سَاعَاتٍ عَلَى الأَقَلِّ.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must sleep early, at least eight hours.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 دَائِمًا. مَاذَا أَفْعَلُ؟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أَلَّا تَسْتَعْمِلَ الهَاتِفَ قَبْلَ النَّوْمِ، لِأَنَّ الضَّوْءَ يُبْعِدُ النَّوْمَ.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should not use your phone before bed, because the light keeps sleep away.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لٰكِنِّي أُحِبُّ الهَاتِفَ فِي اللَّيْلِ!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كُلِ الخُضَارَ وَالفَوَاكِهَ، وَتَجَنَّبِ الوَجَبَاتِ السَّرِيعَةَ وَالسُّكَّرَ.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Eat vegetables and fruit, and avoid fast food and sugar.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الأَكْلِ؟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وَأَيَّ رِيَاضَةٍ تُمَارِسُ؟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sport do you do?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أَلْعَبُ أَلْعَابَ الفِيدْيُو فَقَطْ!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سَآتِي مَعَكَ يَوْمَ السَّبْتِ، وَسَنَمْشِي سَاعَةً فِي الحَدِيقَةِ بَعْدَ ذٰلِكَ.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will come with you on Saturday, and we will walk in the park for an hour afterwards.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تَأْتِي مَعِي إِلَى النَّادِي؟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نُشَجِّعَ الطُّلَّابَ عَلَى الأَكْلِ الصِّحِّيِّ، لِكَيْ يَكُونُوا أَنْشَطَ فِي الدِّرَاسَةِ.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want to encourage students to eat healthily, so that they are more active in their studies.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هَدَفُ حَمْلَتِكُمْ؟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نَظَّمْنَا يَوْمًا لِلْفَوَاكِهِ فِي المَقْصَفِ، وَوَزَّعْنَا مَلْصَقَاتٍ عَنْ أَهَمِّيَّةِ المَاءِ.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organised a fruit day in the canteen and handed out posters about the importance of water.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حَتَّى الآنَ؟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رَخِيصَةٌ وَسَرِيعَةٌ، وَلِأَنَّ الإِعْلَانَاتِ تُشَجِّعُهُمْ عَلَيْهَا كُلَّ يَوْمٍ.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cheap and quick, and because adverts encourage them every 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يَأْكُلُ الشَّبَابُ الوَجَبَاتِ السَّرِيعَةَ فِي رَأْيِكَ؟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الرِّيَاضَةَ مُهِمَّةٌ جِدًّا، غَيْرَ أَنَّهَا لَا تَكْفِي إِذَا كَانَ الطَّعَامُ غَيْرَ صِحِّيٍّ.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sport is very important, but it is not enough if the food is unhealthy.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الرِّيَاضَةُ أَهَمُّ مِنَ الأَكْلِ الصِّحِّيِّ؟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مُدِيرَ المَدْرَسَةِ، لَمَنَعْتُ المَشْرُوبَاتِ الغَازِيَّةَ، وَلَأَضَفْتُ حِصَّةَ رِيَاضَةٍ ثَالِثَةً.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the head teacher, I would ban fizzy drinks and add a third PE lesson.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مُدِيرَ المَدْرَسَةِ، مَاذَا تُغَيِّرُ؟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purpose (likay), past, reasons,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آكُلُ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eat healthy food?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طَعَامًا صِحِّيًّا؟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… سَاعَاتٍ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do you sleep?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رِيَاضَتِي المُفَضَّلَةُ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sport?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رِيَاضَتُكَ المُفَضَّلَةُ؟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… عَادَةً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drink?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تَشْرَبُ عَادَةً؟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fast food?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الوَجَبَاتِ السَّرِيعَةَ؟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عَادَاتِي الصِّحِّيَّةُ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… ثُمَّ … وَفِي المَسَاءِ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healthy day in your life.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صِحِّيًّا فِي حَيَاتِكَ.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… لٰكِنِّي أُحَاوِلُ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unhealthy habit do you have?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العَادَةُ غَيْرُ الصِّحِّيَّةِ الَّتِي عِنْدَكَ؟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advice for a student who skips breakfast?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لَا يَأْكُلُ الفُطُورَ؟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مَعَ … يَوْمَ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exercise with your family?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الرِّيَاضَةَ مَعَ أُسْرَتِكَ؟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أَكَلْتُ … وَكَانَ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eat yesterday? Was it healthy?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أَكَلْتَ أَمْسِ؟ هَلْ كَانَ صِحِّيًّا؟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advice (yajibu an + verb in -a), a reason and one past sentence.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الصِّحَّةُ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المَاضِي كَانَ … أَمَّا اليَوْمَ فَيَجْلِسُونَ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young people less healthy than in the past?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الشَّبَابُ اليَوْمَ أَقَلُّ صِحَّةً مِنَ المَاضِي؟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أَهَمَّ عَادَةٍ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most important healthy habit?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عَادَةٍ صِحِّيَّةٍ فِي رَأْيِكَ؟ 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فَقَرَّرْتُ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change a bad habit?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غَيَّرْتَ عَادَةً سَيِّئَةً عِنْدَكَ؟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schools ban fast food?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عَلَى المَدَارِسِ أَنْ تَمْنَعَ الوَجَبَاتِ السَّرِيعَةَ؟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شَهْرٌ، لَمَارَسْتُ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had a month to improve your health,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شَهْرٌ لِتُحَسِّنَ صِحَّتَكَ،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vs present (ammā … fa-), a superlative, a past habit, a concession and a conditional.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آكُلُ الخُضَارَ وَالفَوَاكِهَ كُلَّ يَوْمٍ.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eat vegetables and fruit every 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تَأْكُلُ طَعَامًا صِحِّيًّا؟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سَبْعَ سَاعَاتٍ تَقْرِيبًا.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sleep about seven hours.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رِيَاضَتِي المُفَضَّلَةُ هِيَ كُرَةُ السَّلَّةِ.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sport is basketball.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رِيَاضَتُكَ المُفَضَّلَةُ؟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المَاءَ عَادَةً، وَأَحْيَانًا العَصِيرَ.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drink water, and sometimes juice.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تَشْرَبُ عَادَةً؟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أُحِبُّهَا، لٰكِنْ لَا آكُلُهَا كَثِيرًا.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it, but I don’t eat it often.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الوَجَبَاتِ السَّرِيعَةَ؟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detail (how often, how much)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مُبَكِّرًا وَآكُلُ فُطُورًا صِحِّيًّا، ثُمَّ أَمْشِي إِلَى المَدْرَسَةِ، وَفِي المَسَاءِ أُمَارِسُ السِّبَاحَةَ.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wake up early and eat a healthy breakfast, then walk to school, and in the evening I go swimming.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صِحِّيًّا فِي حَيَاتِكَ.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أَسْهَرُ عَلَى الهَاتِفِ، لٰكِنِّي أُحَاوِلُ أَنْ أَنَامَ مُبَكِّرًا.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Sometimes I stay up on my phone, but I try to sleep early.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العَادَةُ غَيْرُ الصِّحِّيَّةِ الَّتِي عِنْدَكَ؟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يَأْكُلَ الفُطُورَ، لِأَنَّهُ يُعْطِيهِ الطَّاقَةَ لِلتَّرْكِيزِ فِي الصَّفِّ.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must eat breakfast, because it gives him energy to concentrate in class.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لَا يَأْكُلُ الفُطُورَ؟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نَمْشِي مَعًا فِي الحَدِيقَةِ يَوْمَ الأَحَدِ، وَأَحْيَانًا نَرْكَبُ الدَّرَّاجَاتِ.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walk together in the park on Sundays, and sometimes we ride bikes.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الرِّيَاضَةَ مَعَ أُسْرَتِكَ؟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أَكَلْتُ سَمَكًا مَعَ الخُضَارِ، وَكَانَ صِحِّيًّا وَلَذِيذًا.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Yesterday I ate fish with vegetables, and it was healthy and tasty.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أَكَلْتَ أَمْسِ؟ هَلْ كَانَ صِحِّيًّا؟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Habit + advice + reason + one past sentence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المَاضِي كَانَ الشَّبَابُ يَلْعَبُونَ فِي الخَارِجِ أَكْثَرَ، أَمَّا اليَوْمَ فَيَجْلِسُونَ أَمَامَ الشَّاشَاتِ سَاعَاتٍ طَوِيلَةً.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past young people played outside more; today they sit in front of screens for hours.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الشَّبَابُ اليَوْمَ أَقَلُّ صِحَّةً مِنَ المَاضِي؟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أَهَمَّ عَادَةٍ هِيَ النَّوْمُ الكَافِي، لِأَنَّهُ يُؤَثِّرُ فِي التَّرْكِيزِ وَالمِزَاجِ وَالصِّحَّةِ كُلِّهَا.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the most important habit is enough sleep, because it affects concentration, mood and all of our health.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عَادَةٍ صِحِّيَّةٍ فِي رَأْيِكَ؟ 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أَشْرَبُ المَشْرُوبَاتِ الغَازِيَّةَ كُلَّ يَوْمٍ، فَقَرَّرْتُ أَنْ أَشْرَبَ المَاءَ بَدَلًا مِنْهَا، وَالآنَ أَشْعُرُ بِنَشَاطٍ أَكْبَرَ.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drink fizzy drinks every day, so I decided to drink water instead, and now I feel more energetic.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غَيَّرْتَ عَادَةً سَيِّئَةً عِنْدَكَ؟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present, a superlative (ahammu ʿāda), a concession, qarrartu an + verb in -a,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المَنْعَ يَحْمِي الطُّلَّابَ، غَيْرَ أَنَّ التَّوْعِيَةَ أَفْضَلُ، لِأَنَّ الطَّالِبَ يَجِبُ أَنْ يَخْتَارَ بِنَفْسِهِ.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a ban protects students, but education is better, because students must choose for themselves.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عَلَى المَدَارِسِ أَنْ تَمْنَعَ الوَجَبَاتِ السَّرِيعَةَ؟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شَهْرٌ، لَمَارَسْتُ الرِّيَاضَةَ كُلَّ صَبَاحٍ، وَلَتَعَلَّمْتُ طَبْخَ وَجَبَاتٍ صِحِّيَّةٍ.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 month, I would exercise every morning and learn to cook healthy meals.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شَهْرٌ لِتُحَسِّنَ صِحَّتَكَ، مَاذَا تَفْعَلُ؟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present, a superlative (ahammu ʿāda), a concession, qarrartu an + verb in -a,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 habits: food, sport, sleep, water.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advice with yajibu an / yanbaghī an + verb in -a.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question in the role play.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 comparison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AT-A-L06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AT-A-L06 · Speaking Workshop — A Healthy Lifestyle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2026-10-11T08:18:21Z</dcterms:created>
  <dcterms:modified xsi:type="dcterms:W3CDTF">2026-10-11T08:18:21Z</dcterms:modified>
</cp:coreProperties>
</file>