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12 (Topic A Review — mock exam practice, AT-A-L12), using that lesson’s language (all of Topic A: time and routine, food, health, transport and travel; three time frames, opinions, comparisons, conditionals).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 revision map: each card is tagged with the lesson it comes from. Ask students to say one sentence with each card before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structures examiners look for at the top: yajibu an + verb in -a, comparatives (afʿal min), idhā … sa- and law … la-. Every student should use at least one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host family.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تَسْتَيْقِظِينَ · تَأْكُلِينَ · رِحْلَتُكِ · تُرِيدِينَ أَنْ تَفْعَلِي.
Core: one task from each part of Topic A — routine (L01), food (L04), a reason, travel (L09/L11),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in a restaurant.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تَطْلُبِينَ · صَدِيقَتُكِ — the candidate says صَدِيقَتِي تُؤْلِمُهَا بَطْنُهَا… (or: يُؤْلِمُهَا بَطْنُهَا).
Task 3 mixes L05 (restaurant) with L07 (body + suffix): yuʾlimuhu baṭnuhu = his stomach hurts him. Task 4: L06 healthy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at the pharmacy abroad.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فَعَلْتِ · خُذِي · اشْرَبِي · أَنْصَحُكِ بِأَلَّا تَخْرُجِي · تُعْجِبُكِ.
Develop: L07 symptoms + mundhu, a past cause with lam + jussive, L08 checking instructions, L06 advice (allā), L11 travel plans with badalan min, a comparative.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school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حَيَاتِكِ · لَكِ أَنْ تُغَيِّرِي · مَدِينَتِكِ.
Stretch: the whole topic in one debate — reasons, kāna + present vs ammā … fa-, kuntu … fa-qarrartu an, a concession,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mixing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Topic A Mock Exam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امْتِحَانٌ تَجْرِيبِيٌّ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A full Paper 3 mock in breakout rooms: four role plays and a mixed topic conversation covering the whole of Topic A — daily routine, food, health and travel.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ONE KEY STRUCTURE FROM EACH PART OF TOPIC 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A in twelve structures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المِحْوَرُ الأَوَّلُ فِي اثْنَتَيْ عَشْرَةَ بِنْيَةً</a:t>
            </a:r>
            <a:endParaRPr lang="ar-SA" sz="2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L01 routine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wake up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as-tay-qi-ẓu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سَأَسْتَيْقِظُ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اسْتَيْقَظْتُ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يَسْتَيْقِظُ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L03 frequency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عَادَةً · أَحْيَانًا · أَبَدًا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usually · sometimes · never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ʿā-da-tan · aḥ-yā-nan · a-ba-dan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L05 eating out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أَطْلُبُ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order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aṭ-lu-bu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نَطْلُبُ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179222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طَلَبْتُ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يَطْلُبُ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L04 food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la-dhī-dhun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tastier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أَلَذُّ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لَذِيذٌ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L06 advice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must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an …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should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…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أَلَّا …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L07 health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يُؤْلِمُنِي …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hurts 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yuʾ-li-mu-nī …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have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…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تُؤْلِمُنِي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Advice, comparisons and “if”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بِنْيَاتٌ تَرْفَعُ الدَّرَجَةَ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L08 doctor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نَصَحَنِي بِأَنْ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 advised me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na-ṣa-ḥa-nī bi-ʾan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advise you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أَنْصَحُكَ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نَصَحَتْنِي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L09 transport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تَسْتَغْرِقُ الرِّحْلَةُ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journey takes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tas-tagh-ri-qu ar-riḥ-la-tu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سَتَسْتَغْرِقُ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اسْتَغْرَقَتْ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أَسْرَعُ مِنْ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faster than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as-ra-ʿu min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better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أَفْضَلُ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أَرْخَصُ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L11 travel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سَافَرْنَا · نَزَلْنَا · زُرْنَا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travelled · stayed · visited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sā-far-nā · na-zal-nā · zur-nā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نَجَحْتُ، سَأُسَافِرُ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pass, I will travel (real)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na-jaḥ-tu, sa-ʾu-sā-fi-ru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conditionals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عِنْدِي وَقْتٌ، لَسَافَرْتُ</a:t>
            </a:r>
            <a:endParaRPr lang="ar-SA" sz="29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I had time, I would travel (unreal)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kā-na ʿin-dī waq-tun, la-sā-far-tu</a:t>
            </a:r>
            <a:endParaRPr lang="en-US" sz="135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HOST FAMILY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Your first evening with a host family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مَعَ الأُسْرَةِ المُضِيفَةِ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عَادَةً فِي السَّاعَةِ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 usually get up.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فِي أَيِّ سَاعَةٍ تَسْتَيْقِظُ عَادَةً؟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… وَأَشْرَبُ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eat for breakfast.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آكُلُ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don’t eat and why.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هُنَاكَ طَعَامٌ لَا تَأْكُلُهُ؟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سَافَرْتُ بِالطَّائِرَةِ … وَاسْتَغْرَقَتِ الرِّحْلَةُ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journey (past).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رِحْلَتُكَ إِلَى هُنَا؟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تَفْعَلَ غَدًا؟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exchange student  ·  The examiner is: the host parent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IN A RESTAURANT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Ordering for a friend who is unwell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المَطْعَمِ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طَاوِلَةٌ لِشَخْصَيْنِ، مِنْ فَضْلِكَ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 table and say for how many.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مَسَاءُ الخَيْرِ، طَاوِلَةٌ لِكَمْ شَخْصًا؟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a main dish and a drink.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تَطْلُبُ؟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بَطْنُهُ يُؤْلِمُهُ … هَلْ عِنْدَكُمْ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friend has a stomach ache and ASK for something light.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وَصَدِيقُكَ؟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شُكْرًا، لِأَنَّ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Decline politely and give a reason.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شُورْبَةُ خُضَارٍ. هَلْ تُرِيدُ حَلْوَى بَعْدَ ذٰلِكَ؟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… وَكَانَ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opinion).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أَكَلْتُمْ عِنْدَنَا مِنْ قَبْلُ؟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waiter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AT THE PHARMACY ABROAD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Ill on holiday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مَرِيضٌ فِي العُطْلَةِ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… وَ… مُنْذُ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two symptoms and how long.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… تَحْتَ الشَّمْسِ وَلَمْ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 likely cause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أَمْسِ؟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إِذَنْ، حَبَّةً كُلَّ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the instructions to check.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حَبَّةً كُلَّ سِتِّ سَاعَاتٍ، وَاشْرَبْ مَاءً كَثِيرًا.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سَأَبْقَى … وَسَأَزُورُ … بَدَلًا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will change your plans (future).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نَعَمْ. وَأَنْصَحُكَ بِأَلَّا تَخْرُجَ فِي الظُّهْرِ.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… مَدِينَتُكُمْ أَجْمَلُ مِنْ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comparison).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أَنْتَ؟ وَهَلْ تُعْجِبُكَ مَدِينَتُنَا؟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tourist  ·  The examiner is: the pharmacist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SCHOOL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Is modern life healthy?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هَلْ حَيَاتُنَا اليَوْمَ صِحِّيَّةٌ؟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أَظُنُّ ذٰلِكَ، لِأَنَّ … وَلِأَنَّ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view with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يَعِيشُ الشَّبَابُ اليَوْمَ حَيَاةً صِحِّيَّةً؟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… أَمَّا اليَوْمَ فَنَرْكَبُ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كَانَتِ الحَيَاةُ فِي المَاضِي؟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فَقَرَّرْتُ أَنْ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personal example of a change you made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keep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التِّكْنُولُوجْيَا تُسَاعِدُنَا أَيْضًا، أَلَيْسَ كَذٰلِكَ؟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لِي ذٰلِكَ، لَبَنَيْتُ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لَكَ أَنْ تُغَيِّرَ شَيْئًا وَاحِدًا فِي مَدِينَتِكَ، فَمَاذَا يَكُونُ؟</a:t>
            </a:r>
            <a:endParaRPr lang="ar-SA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speaker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 in a full sentence, with times and places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past, present and future, and gave reasons or advice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عَادَةً فِي السَّاعَةِ السَّادِسَةِ وَالنِّصْفِ.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usually get up at half past six.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فِي أَيِّ سَاعَةٍ تَسْتَيْقِظُ عَادَةً؟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آكُلُ الخُبْزَ مَعَ الجُبْنِ، وَأَشْرَبُ الشَّايَ بِالحَلِيبِ.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bread with cheese and drink tea with milk.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تَأْكُلُ فِي الفُطُورِ؟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آكُلُ السَّمَكَ، لِأَنِّي لَا أُحِبُّ طَعْمَهُ.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eat fish, because I don’t like the taste.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هُنَاكَ طَعَامٌ لَا تَأْكُلُهُ؟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سَافَرْتُ بِالطَّائِرَةِ، وَاسْتَغْرَقَتِ الرِّحْلَةُ خَمْسَ سَاعَاتٍ، لٰكِنَّهَا كَانَتْ مُرِيحَةً.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flew, and the journey took five hours, but it was comfortable.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كَانَتْ رِحْلَتُكَ إِلَى هُنَا؟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أَنْ أَزُورَ وَسَطَ المَدِينَةِ وَالسُّوقَ القَدِيمَ.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to visit the city centre and the old market.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تُرِيدُ أَنْ تَفْعَلَ غَدًا؟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طَاوِلَةٌ لِشَخْصَيْنِ، مِنْ فَضْلِكَ، بِجَانِبِ النَّافِذَةِ.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table for two, please, by the window.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مَسَاءُ الخَيْرِ، طَاوِلَةٌ لِكَمْ شَخْصًا؟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دَجَاجًا مَشْوِيًّا مَعَ الأُرْزِ، وَعَصِيرَ بُرْتُقَالٍ.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grilled chicken with rice, and an orange juice.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تَطْلُبُ؟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صَدِيقِي يُؤْلِمُهُ بَطْنُهُ، فَهَلْ عِنْدَكُمْ شُورْبَةٌ خَفِيفَةٌ؟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friend has a stomach ache, so do you have a light soup?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وَصَدِيقُكَ؟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شُكْرًا، لِأَنِّي أُحَاوِلُ أَنْ آكُلَ سُكَّرًا أَقَلَّ.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thank you, because I am trying to eat less sugar.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عِنْدَنَا شُورْبَةُ خُضَارٍ. هَلْ تُرِيدُ حَلْوَى بَعْدَ ذٰلِكَ؟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الشَّهْرِ المَاضِي، وَكَانَ الأَكْلُ لَذِيذًا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month, and the food was delicious.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أَكَلْتُمْ عِنْدَنَا مِنْ قَبْلُ؟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صُدَاعٌ وَحَرَارَةٌ مُنْذُ أَمْسِ.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had a headache and a temperature since yesterday.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مَرْحَبًا،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اليَوْمَ كُلَّهُ عَلَى الشَّاطِئِ تَحْتَ الشَّمْسِ، وَلَمْ أَشْرَبْ مَاءً كَافِيًا.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spent the whole day on the beach in the sun and didn’t drink enough water.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أَمْسِ؟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إِذَنْ، حَبَّةً كُلَّ سِتِّ سَاعَاتٍ، وَأَشْرَبُ مَاءً كَثِيرًا. هَلْ آخُذُهَا بَعْدَ الأَكْلِ؟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So, one tablet every six hours, and I drink lots of water. Do I take it after food?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حَبَّةً كُلَّ سِتِّ سَاعَاتٍ، وَاشْرَبْ مَاءً كَثِيرًا.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حَسَنًا، سَأَبْقَى فِي الفُنْدُقِ فِي الظُّهْرِ، وَسَأَزُورُ المُتْحَفَ بَدَلًا مِنَ الشَّاطِئِ.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OK, I will stay in the hotel at midday, and I’ll visit the museum instead of the beach.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نَعَمْ. وَأَنْصَحُكَ بِأَلَّا تَخْرُجَ فِي الظُّهْرِ.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أَنَا مِنْ مَانْشِسْتَرَ، وَمَدِينَتُكُمْ أَجْمَلُ وَأَدْفَأُ مِنْ مَدِينَتِي بِكَثِيرٍ!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from Manchester, and your city is much prettier and warmer than mine!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أَيْنَ أَنْتَ؟ وَهَلْ تُعْجِبُكَ مَدِينَتُنَا؟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أَظُنُّ ذٰلِكَ، لِأَنَّهُمْ يَنَامُونَ قَلِيلًا، وَلِأَنَّهُمْ يَأْكُلُونَ الوَجَبَاتِ السَّرِيعَةَ كَثِيرًا.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so, because they sleep little and eat fast food often.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يَعِيشُ الشَّبَابُ اليَوْمَ حَيَاةً صِحِّيَّةً؟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النَّاسُ يَمْشُونَ أَكْثَرَ وَيَطْبُخُونَ فِي البَيْتِ، أَمَّا اليَوْمَ فَنَرْكَبُ السَّيَّارَاتِ وَنَطْلُبُ الأَكْلَ بِالهَاتِفِ.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used to walk more and cook at home; today we drive and order food by phone.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كَانَتِ الحَيَاةُ فِي المَاضِي؟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أَذْهَبُ إِلَى المَدْرَسَةِ بِالسَّيَّارَةِ، فَقَرَّرْتُ أَنْ أَمْشِيَ، وَالآنَ أَشْعُرُ بِنَشَاطٍ أَكْبَرَ.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go to school by car, so I decided to walk, and now I feel more energetic.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التَّطْبِيقَاتِ تُذَكِّرُنَا بِشُرْبِ المَاءِ، غَيْرَ أَنَّهَا لَا تَمْشِي عَنَّا!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apps remind us to drink water, but they can’t walk for us!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التِّكْنُولُوجْيَا تُسَاعِدُنَا أَيْضًا، أَلَيْسَ كَذٰلِكَ؟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لِي ذٰلِكَ، لَبَنَيْتُ مَلَاعِبَ مَجَّانِيَّةً قُرْبَ كُلِّ مَدْرَسَةٍ، وَلَمَنَعْتُ السَّيَّارَاتِ أَمَامَهَا صَبَاحًا.</a:t>
            </a:r>
            <a:endParaRPr lang="ar-SA" sz="17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could, I would build free sports pitches near every school, and ban cars outside them in the morning.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كَانَ لَكَ أَنْ تُغَيِّرَ شَيْئًا وَاحِدًا فِي مَدِينَتِكَ، فَمَاذَا يَكُونُ؟</a:t>
            </a:r>
            <a:endParaRPr lang="ar-SA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two reasons, ammā … fa-, kuntu + present, ṣaḥīḥun anna … ghayra anna and law … la- — all of Topic A.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حَيَاتِي اليَوْمِيَّةُ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… ثُمَّ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normal day in your life.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عَادِيًّا فِي حَيَاتِكَ.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طَعَامِي المُفَضَّلُ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food?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أُمَارِسُ الرِّيَاضَةَ … مَرَّاتٍ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often do you exercise?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بِالحَافِلَةِ / أَمْشِي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school?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عُطْلَتِي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spend your last holiday?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قَضَيْتَ عُطْلَتَكَ الأَخِيرَةَ؟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عَادَاتِي وَصِحَّتِي وَرِحْلَاتِي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يَوْمَ السَّبْتِ … وَيَوْمَ الأَحَدِ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do last weekend?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فِي نِهَايَةِ الأُسْبُوعِ المَاضِي؟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إِلَى حَدٍّ مَا، لِأَنِّي … لٰكِنِّي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diet healthy? Why?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أَكْلُكَ صِحِّيٌّ؟ لِمَاذَا؟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… وَأَلَّا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advice for a student who is always tired?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نَصِيحَتُكَ لِطَالِبٍ مُتْعَبٍ دَائِمًا؟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الحَافِلَةُ أَسْرَعُ مِنْ … لٰكِنَّ الدَّرَّاجَةَ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bus and the bike.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الحَافِلَةِ وَالدَّرَّاجَةِ.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نَجَحْتُ … سَنُسَافِرُ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your plans for next summer?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خُطَطُكَ لِلصَّيْفِ القَادِمِ؟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past, present and future, a comparison, advice and an idhā sentence.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الحَيَاةُ العَصْرِيَّةُ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الشَّبَابُ … أَمَّا اليَوْمَ فَيَسْهَرُونَ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young people’s routine changed from the past?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 رُوتِينُ الشَّبَابِ اليَوْمِيُّ عَنِ المَاضِي؟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 أَهَمَّ شَيْءٍ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matters most for a healthy life?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أَهَمُّ شَيْءٍ لِحَيَاةٍ صِحِّيَّةٍ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travel a necessity or a luxury?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السَّفَرُ ضَرُورِيٌّ أَمْ رَفَاهِيَةٌ؟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تَعَلَّمْتُ أَنَّ … وَلِذٰلِكَ سَأَمْشِي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lesson have you learned from this topic?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الدَّرْسُ الَّذِي تَعَلَّمْتَهُ مِنْ هٰذَا المِحْوَرِ؟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كَتَبْتُ …، لَبَدَأْتُهُ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wrote yourself a perfect day,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كَتَبْتَ يَوْمًا مِثَالِيًّا لِنَفْسِكَ، كَيْفَ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kāna + present vs ammā … fa-, a superlative, a concession, taʿallamtu anna …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أَسْتَيْقِظُ فِي السَّابِعَةِ، ثُمَّ أَذْهَبُ إِلَى المَدْرَسَةِ، وَأَرْجِعُ فِي الثَّالِثَةِ.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get up at seven, then go to school, and come back at three.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يَوْمًا عَادِيًّا فِي حَيَاتِكَ.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طَعَامِي المُفَضَّلُ هُوَ المَقْلُوبَةُ الَّتِي تَطْبُخُهَا جَدَّتِي.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food is the maqluba my grandmother cooks.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طَعَامُكَ المُفَضَّلُ؟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أُمَارِسُ الرِّيَاضَةَ ثَلَاثَ مَرَّاتٍ فِي الأُسْبُوعِ.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exercise three times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بِالحَافِلَةِ، وَتَسْتَغْرِقُ الرِّحْلَةُ عِشْرِينَ دَقِيقَةً.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by bus, and the journey takes twenty minutes.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عُطْلَتِي فِي بَيْتِ جَدِّي فِي القَرْيَةِ.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spent my holiday at my grandfather’s house in the village.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أَيْنَ قَضَيْتَ عُطْلَتَكَ الأَخِيرَةَ؟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time, a number or a detail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يَوْمَ السَّبْتِ لَعِبْتُ مُبَارَاةً، وَيَوْمَ الأَحَدِ تَغَدَّيْنَا فِي مَطْعَمٍ لُبْنَانِيٍّ، وَكَانَ الأَكْلُ لَذِيذًا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Saturday I played a match, and on Sunday we had lunch in a Lebanese restaurant; the food was delicious.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فِي نِهَايَةِ الأُسْبُوعِ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إِلَى حَدٍّ مَا، لِأَنِّي آكُلُ الخُضَارَ كُلَّ يَوْمٍ، لٰكِنِّي أَشْرَبُ المَشْرُوبَاتِ الغَازِيَّةَ أَحْيَانًا.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some extent, because I eat vegetables every day, but I sometimes drink fizzy drinks.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أَكْلُكَ صِحِّيٌّ؟ 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يَنَامَ ثَمَانِيَ سَاعَاتٍ، وَأَلَّا يَسْتَعْمِلَ الهَاتِفَ قَبْلَ النَّوْمِ.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must sleep eight hours and not use his phone before bed.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نَصِيحَتُكَ لِطَالِبٍ مُتْعَبٍ دَائِمًا؟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الحَافِلَةُ أَسْرَعُ مِنَ الدَّرَّاجَةِ فِي المَطَرِ، لٰكِنَّ الدَّرَّاجَةَ أَرْخَصُ وَأَفْضَلُ لِلصِّحَّةِ.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bus is faster than the bike in the rain, but the bike is cheaper and healthier.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قَارِنْ بَيْنَ الحَافِلَةِ وَالدَّرَّاجَةِ.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نَجَحْتُ فِي الامْتِحَانَاتِ، سَنُسَافِرُ إِلَى المَغْرِبِ، وَسَأَتَعَلَّمُ رُكُوبَ الأَمْوَاجِ.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pass my exams, we will travel to Morocco, and I will learn to surf.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خُطَطُكَ لِلصَّيْفِ القَادِمِ؟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Three time frames + advice + a comparison + idhā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كَانَ الشَّبَابُ يَنَامُونَ مُبَكِّرًا وَيَلْعَبُونَ فِي الخَارِجِ، أَمَّا اليَوْمَ فَيَسْهَرُونَ عَلَى الشَّاشَاتِ حَتَّى مُنْتَصَفِ اللَّيْلِ.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Young people used to sleep early and play outside; today they stay up on screens until midnight.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تَغَيَّرَ رُوتِينُ الشَّبَابِ اليَوْمِيُّ عَنِ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أَعْتَقِدُ أَنَّ أَهَمَّ شَيْءٍ هُوَ التَّوَازُنُ: نَوْمٌ كَافٍ، وَأَكْلٌ مُتَنَوِّعٌ، وَحَرَكَةٌ يَوْمِيَّةٌ، لِأَنَّ الجِسْمَ يَحْتَاجُ إِلَيْهَا كُلِّهَا.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the most important thing is balance: enough sleep, varied food and daily movement, because the body needs them 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أَهَمُّ شَيْءٍ لِحَيَاةٍ صِحِّيَّةٍ فِي رَأْيِكَ؟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غَالٍ أَحْيَانًا، غَيْرَ أَنَّهُ يُعَلِّمُنَا الصَّبْرَ وَاحْتِرَامَ الآخَرِينَ، وَهٰذَا ضَرُورِيٌّ لِكُلِّ إِنْسَانٍ.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 is sometimes expensive, but it teaches us patience and respect for others, which everyone needs.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السَّفَرُ ضَرُورِيٌّ أَمْ رَفَاهِيَةٌ؟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present, ahammu shayʾ, ṣaḥīḥun anna … ghayra anna, li-dhālika sa-,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تَعَلَّمْتُ أَنَّ عَادَاتِنَا الصَّغِيرَةَ تَصْنَعُ صِحَّتَنَا، وَلِذٰلِكَ سَأَمْشِي أَكْثَرَ وَأَنَامُ مُبَكِّرًا.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learned that our small habits make our health, so I will walk more and sleep earlier.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الدَّرْسُ الَّذِي تَعَلَّمْتَهُ مِنْ هٰذَا المِحْوَرِ؟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كَتَبْتُ يَوْمًا مِثَالِيًّا، لَبَدَأْتُهُ بِالسِّبَاحَةِ، ثُمَّ لَتَغَدَّيْتُ مَعَ أُسْرَتِي فِي مَطْعَمٍ عَلَى البَحْرِ، وَلَخَتَمْتُهُ بِكِتَابٍ جَيِّدٍ.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wrote a perfect day, I would start it with a swim, then have lunch with my family by the sea, and end it with a good book.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كَتَبْتَ يَوْمًا مِثَالِيًّا لِنَفْسِكَ، كَيْفَ يَكُونُ؟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past vs present, ahammu shayʾ, ṣaḥīḥun anna … ghayra anna, li-dhālika sa-,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times, food, transport and places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past, present AND future in one conversation.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advice (yajibu an) or made a comparison (afʿal min).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ammā … fa-,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AT-A-L12 · Speaking Workshop — Topic A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2026-10-11T08:39:45Z</dcterms:created>
  <dcterms:modified xsi:type="dcterms:W3CDTF">2026-10-11T08:39:45Z</dcterms:modified>
</cp:coreProperties>
</file>