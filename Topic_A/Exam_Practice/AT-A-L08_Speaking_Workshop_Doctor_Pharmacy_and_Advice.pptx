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8 (Doctor, Pharmacy and Advice, AT-A-L08), using that lesson’s language (advice with أَنْ + subjunctive; polite requests; medicine instructions).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broken plurals to learn by heart: أَطِبَّاءُ · صَيَادِلَةٌ · مَوَاعِيدُ · أَدْوِيَةٌ. The place: الصَّيْدَلِيَّةُ (the pharmacy) — same spelling as the female pharmacist.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three ways to advise: يَجِبُ أَنْ تَرْتَاحَ · أَنْصَحُكَ بِأَنْ تَرْتَاحَ · ارْتَحْ! Polite request: هَلْ يُمْكِنُ أَنْ أَحْجِزَ مَوْعِدًا؟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phoning the clinic.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اسْمُكِ وَعُمْرُكِ · عِنْدَكِ.
Core: a polite request (هَلْ يُمْكِنُ أَنْ + verb in -a), personal details, the problem, a preference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the pharmacy.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تُرِيدِينَ — the candidate says لِأُخْتِي الصَّغِيرَةِ · عُمْرُهَا · تَأْخُذَهُ.
Task 3: the CANDIDATE asks. Task 4: checking by repeating = a real-life skill examiners reward. The pharmacist is a woman → مِنْ فَضْلِكِ.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in the doctor’s room.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اجْلِسِي · مَاذَا بِكِ · تَنَامِينَ · تَدْرُسِينَ · أَنْصَحُكِ بِأَنْ تَنَامِي · تُمَارِسِينَ.
Develop: symptoms + duration, a routine as a cause, a follow-up question, the future (sa-) and a past habit (kuntu + present).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radio phone-in.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بِكِ · سُؤَالُكِ · جَرَّبْتِ · تَأْخُذِينَ · أَنْصَحُكِ بِأَنْ تُنَظِّمِي · كُنْتِ وَزِيرَةَ الصِّحَّةِ.
Stretch: mimmā (which …), jarrabtu an + verb in -a, jaʿalatnī, an opinion with a reason, a concession and a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advice and a past experience.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Doctor and Pharmacy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عِنْدَ الطَّبِيبِ وَفِي الصَّيْدَلِيَّةِ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make an appointment, explain a problem to a doctor or pharmacist, ask for and give advice (anṣaḥuka an …), and understand medicine instructions.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PEOPLE, PLACES AND MEDICINE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At the doctor and the pharmacy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العِيَادَةِ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doctor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ṭa-bī-bun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أَطِبَّاءُ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pharmacist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ṣay-da-liy-yun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صَيَادِلَةٌ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appointment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maw-ʿi-dun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مَوَاعِيدُ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medicine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da-wā-ʾun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أَدْوِيَةٌ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kinds of medicine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حَبَّةٌ · شَرَابٌ · مَرْهَمٌ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tablet · syrup · cream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ḥab-ba-tun · sha-rā-bun · mar-ha-mun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حُبُوبٌ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وَصْفَةٌ طِبِّيَّةٌ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prescription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waṣ-fa-tun ṭib-biy-ya-tun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وَصَفَاتٌ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وَصْفَةٌ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ADVICE, INSTRUCTIONS AND REQUESTS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Giving advice — and following instructions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النَّصَائِحُ وَالتَّعْلِيمَاتُ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advise you to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an-ṣa-ḥu-ka bi-ʾan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pl.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أَنْصَحُكُمْ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take …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khudh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خُذُوا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خُذِي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ارْتَحْ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rest (imperative)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ar-taḥ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ارْتَاحُوا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ارْتَاحِي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ارْتَحْ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dosage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اليَوْمِ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twice a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mar-ra-tay-ni fī al-yaw-mi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instructions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الأَكْلِ · بَعْدَ الأَكْلِ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before food · after food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qab-la al-ak-li · baʿ-da al-ak-li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polite request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…؟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could I / could you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hal yum-ki-nu an …?</a:t>
            </a:r>
            <a:endParaRPr lang="en-US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PHONING THE CLINIC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Booking an appointment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مَوْعِدًا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أَحْجِزَ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an appointment.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عِيَادَةُ الشِّفَاءِ،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وَعُمْرِي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name and age.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وَعُمْرُكَ؟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وَيُؤْلِمُنِي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the problem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time and say why.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مَوْعِدٌ غَدًا فِي العَاشِرَةِ أَوْ فِي الرَّابِعَةِ.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عِنْدِي … / نَعَمْ، مِنْ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حَسَاسِيَّةٌ مِنْ أَيِّ دَوَاءٍ؟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patient  ·  The examiner is: the clinic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THE PHARMACY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pharmacy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الصَّيْدَلِيَّةِ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دَوَاءً لِلسُّعَالِ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 and for whom.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his age.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يَجِبُ أَنْ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often he should take 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الشَّرَابُ مُنَاسِبٌ.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مِلْعَقَةً … بَعْدَ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the instructions to check.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مِلْعَقَةً ثَلَاثَ مَرَّاتٍ فِي اليَوْمِ، بَعْدَ الأَكْلِ.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/ لَا، شُكْرًا، بِكَمْ …؟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آخَرَ؟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pharmacist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IN THE DOCTOR’S ROOM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Seeing the doctor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غُرْفَةِ الطَّبِيبِ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وَ… مُنْذُ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symptoms and how long.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 اجْلِسْ. مَاذَا بِكَ؟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وَأَنَامُ … فَقَطْ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routine (a likely cause).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تَنَامُ جَيِّدًا؟ وَكَمْ سَاعَةً تَدْرُسُ؟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أَيْضًا …؟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else you should do.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تَنَامَ ثَمَانِيَ سَاعَاتٍ.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سَأَشْرَبُ … وَسَآخُذُ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the advice and say how you will follow it.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اشْرَبِ المَاءَ، وَخُذْ هٰذِهِ الحُبُوبَ عِنْدَ الصُّدَاعِ فَقَطْ.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لٰكِنِّي الآنَ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present).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أَيَّ رِيَاضَةٍ هٰذِهِ الأَيَّامَ؟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patient  ·  The examiner is: the doctor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PHONE-IN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Health radio phone-in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بَرْنَامَجٌ صِحِّيٌّ فِي الرَّادْيُو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… مِمَّا يُؤَثِّرُ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problem and its effect.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بِكَ فِي البَرْنَامَجِ. مَا سُؤَالُكَ؟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جَرَّبْتُ أَنْ … لٰكِنْ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have tried (past) and the result.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جَرَّبْتَ حَتَّى الآنَ؟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لِأَنِّي أَعْتَقِدُ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give your opinion with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تَأْخُذُ فِيتَامِينَاتٍ بِدُونِ اسْتِشَارَةٍ؟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فَكَيْفَ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Concede, then ask a follow-up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تُنَظِّمَ نَوْمَكَ وَتَتْرُكَ القَهْوَةَ.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لَفَتَحْتُ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الصِّحَّةِ، مَاذَا تَفْعَلُ لِلشَّبَابِ؟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caller  ·  The examiner is: the radio doctor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a polite request and explained the problem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or understood advice with an + verb in -a, and a dosage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صَبَاحُ الخَيْرِ، هَلْ يُمْكِنُ أَنْ أَحْجِزَ مَوْعِدًا مَعَ الطَّبِيبِ؟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morning, could I book an appointment with the doctor?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عِيَادَةُ الشِّفَاءِ،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يُوسُفُ، وَعُمْرِي خَمْسَ عَشْرَةَ سَنَةً.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Yusuf and I am fifteen.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وَعُمْرُكَ؟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حُمَّى، وَيُؤْلِمُنِي حَلْقِي مُنْذُ ثَلَاثَةِ أَيَّامٍ.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a fever and my throat has hurt for three days.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السَّاعَةَ الرَّابِعَةَ، لِأَنَّ عِنْدِي امْتِحَانًا فِي الصَّبَاحِ.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four o’clock, because I have an exam in the morning.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مَوْعِدٌ غَدًا فِي العَاشِرَةِ أَوْ فِي الرَّابِعَةِ.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عِنْدِي حَسَاسِيَّةٌ مِنْ أَيِّ دَوَاءٍ.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am not allergic to any medicine.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حَسَاسِيَّةٌ مِنْ أَيِّ دَوَاءٍ؟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دَوَاءً لِلسُّعَالِ لِأَخِي الصَّغِيرِ، مِنْ فَضْلِكِ.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some cough medicine for my little brother,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عُمْرُهُ سَبْعُ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seven years old.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يَجِبُ أَنْ يَأْخُذَهُ فِي اليَوْمِ؟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times a day should he take it?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الشَّرَابُ مُنَاسِبٌ.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مِلْعَقَةً وَاحِدَةً ثَلَاثَ مَرَّاتٍ فِي اليَوْمِ، بَعْدَ الأَكْلِ. شُكْرًا.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So, one spoonful three times a day, after food. Thank you.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مِلْعَقَةً ثَلَاثَ مَرَّاتٍ فِي اليَوْمِ، بَعْدَ الأَكْلِ.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شُكْرًا. بِكَمْ هٰذَا الشَّرَابُ؟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thank you. How much is this syrup?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شَيْئًا آخَرَ؟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صُدَاعٌ شَدِيدٌ وَدُوَارٌ مُنْذُ يَوْمِ الأَحَدِ.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had a bad headache and dizziness since Sunday.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 اجْلِسْ. مَاذَا بِكَ؟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أَدْرُسُ حَتَّى مُنْتَصَفِ اللَّيْلِ لِلِامْتِحَانَاتِ، وَأَنَامُ خَمْسَ سَاعَاتٍ فَقَطْ.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study until midnight for the exams and only sleep five hours.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تَنَامُ جَيِّدًا؟ وَكَمْ سَاعَةً تَدْرُسُ؟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يَجِبُ أَنْ أَفْعَلَ أَيْضًا؟ هَلْ أَحْتَاجُ إِلَى دَوَاءٍ؟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else should I do? Do I need medicine?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تَنَامَ ثَمَانِيَ سَاعَاتٍ.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حَسَنًا، سَأَشْرَبُ المَاءَ كَثِيرًا، وَسَآخُذُ الحُبُوبَ عِنْدَ الصُّدَاعِ فَقَطْ.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OK, I will drink lots of water and take the tablets only when I have a headache.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اشْرَبِ المَاءَ، وَخُذْ هٰذِهِ الحُبُوبَ عِنْدَ الصُّدَاعِ فَقَطْ.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التِّنِسَ، لٰكِنِّي تَوَقَّفْتُ بِسَبَبِ الدِّرَاسَةِ.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play tennis, but I stopped because of studying.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أَيَّ رِيَاضَةٍ هٰذِهِ الأَيَّامَ؟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طُولَ الوَقْتِ، مِمَّا يُؤَثِّرُ فِي دِرَاسَتِي وَمِزَاجِي.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feel tired all the time, which affects my studies and my mood.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بِكَ فِي البَرْنَامَجِ. مَا سُؤَالُكَ؟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جَرَّبْتُ أَنْ أَشْرَبَ القَهْوَةَ، لٰكِنَّهَا جَعَلَتْنِي أَسْهَرُ أَكْثَرَ.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tried drinking coffee, but it made me stay up even later.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جَرَّبْتَ حَتَّى الآنَ؟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لِأَنِّي أَعْتَقِدُ أَنَّ أَخْذَ الدَّوَاءِ بِدُونِ اسْتِشَارَةِ الطَّبِيبِ خَطِيرٌ.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because I believe taking medicine without consulting a doctor is dangerous.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تَأْخُذُ فِيتَامِينَاتٍ بِدُونِ اسْتِشَارَةٍ؟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النَّوْمَ مُهِمٌّ، غَيْرَ أَنَّ الوَاجِبَاتِ كَثِيرَةٌ، فَكَيْفَ أُنَظِّمُ وَقْتِي؟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sleep is important, but there is a lot of homework, so how do I organise my time?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بِأَنْ تُنَظِّمَ نَوْمَكَ وَتَتْرُكَ القَهْوَةَ.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وَزِيرَ الصِّحَّةِ، لَفَتَحْتُ عِيَادَةً مَجَّانِيَّةً لِلشَّبَابِ فِي كُلِّ مَدْرَسَةٍ.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health minister, I would open a free youth clinic in every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الصِّحَّةِ، مَاذَا تَفْعَلُ لِلشَّبَابِ؟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mimmā yuʾaththiru, jarrabtu an, aʿtaqidu anna,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الطَّبِيبُ وَالدَّوَاءُ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last go to the doctor?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الطَّبِيبِ آخِرَ مَرَّةٍ؟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الصَّيْدَلِيَّةُ … بِجَانِبِ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the nearest pharmacy to your home?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الصَّيْدَلِيَّةُ القَرِيبَةُ مِنْ بَيْتِكَ؟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أُحِبُّ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taking medicine?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تَأْخُذَ الدَّوَاءَ؟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… وَأَرْتَاحُ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when you have a cold?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عِنْدَكَ زُكَامٌ؟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Would you like to be a doctor?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تَكُونَ طَبِيبًا؟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نَصَائِحُ صِحِّيَّةٌ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لِأَنَّ … فَفَحَصَنِي … وَنَصَحَنِي بِأَنْ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last visit to the doctor.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زِيَارَتَكَ الأَخِيرَةَ لِلطَّبِيبِ.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… وَأَلَّا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would you advise a friend with a cold?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بِمَاذَا تَنْصَحُ صَدِيقًا عِنْدَهُ زُكَامٌ؟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أَقْرَؤُهَا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read medicine instructions? Why?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تَقْرَأُ تَعْلِيمَاتِ الدَّوَاءِ؟ لِمَاذَا؟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العَسَلَ مُفِيدٌ … لٰكِنْ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home remedies like honey and herbs?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الطِّبِّ الشَّعْبِيِّ، مِثْلِ العَسَلِ وَالأَعْشَابِ؟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خَالَتِي / عَمِّي … تَعْمَلُ / يَعْمَلُ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in your family works in health?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أُسْرَتِكَ يَعْمَلُ فِي مَجَالِ الصِّحَّةِ؟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advice with anṣaḥu … bi-an + verb in -a, a reason and a past visit.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الدَّوَاءُ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رَأْيِي … لِأَنَّهُمْ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people take more medicine than necessary?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يَأْخُذُ النَّاسُ أَدْوِيَةً أَكْثَرَ مِنَ اللَّازِمِ؟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الطَّبِيبُ … أَمَّا الصَّيْدَلِيُّ فَيَشْرَحُ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a doctor and a pharmacist?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الطَّبِيبِ وَالصَّيْدَلِيِّ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online medical consultations a good idea?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الاسْتِشَارَةُ الطِّبِّيَّةُ عَبْرَ الإِنْتَرْنِتِ فِكْرَةٌ جَيِّدَةٌ؟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أَيَّامِ جَدِّي كَانَ … أَمَّا اليَوْمَ فَهُنَاكَ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health services changed since your grandparents’ 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خِدْمَاتُ الصِّحَّةِ مُنْذُ أَيَّامِ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أَصْبَحْتُ طَبِيبًا، لَعَمِلْتُ فِي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became a doctor, where would you like to work?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أَصْبَحْتَ طَبِيبًا، أَيْنَ تُحِبُّ أَنْ تَعْمَلَ؟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badalan min an, ammā … fa-, a concession, past vs present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فِي الشَّهْرِ المَاضِي.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doctor last month.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الطَّبِيبِ آخِرَ مَرَّةٍ؟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الصَّيْدَلِيَّةُ فِي شَارِعِنَا، بِجَانِبِ المَخْبَزِ.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pharmacy is in our street, next to the bakery.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الصَّيْدَلِيَّةُ القَرِيبَةُ مِنْ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أُحِبُّ الدَّوَاءَ، لِأَنَّ طَعْمَهُ مُرٌّ.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don’t like medicine because it tastes bitter.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أَنْ تَأْخُذَ الدَّوَاءَ؟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الشَّايَ بِاللَّيْمُونِ، وَأَرْتَاحُ فِي البَيْتِ.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drink tea with lemon and rest at home.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عِنْدَكَ زُكَامٌ؟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أُرِيدُ أَنْ أَكُونَ طَبِيبًا، لِأَنِّي أُحِبُّ أَنْ أُسَاعِدَ النَّاسَ.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want to be a doctor because I like helping people.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تَكُونَ طَبِيبًا؟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place, a time or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لِأَنَّ أُذُنِي كَانَتْ تُؤْلِمُنِي، فَفَحَصَنِي الطَّبِيبُ، وَنَصَحَنِي بِأَنْ أَسْتَعْمِلَ قَطْرَةً أُسْبُوعًا.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because my ear hurt; the doctor examined me and advised me to use drops for a week.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زِيَارَتَكَ الأَخِيرَةَ لِلطَّبِيبِ.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يَرْتَاحَ وَيَشْرَبَ سَوَائِلَ دَافِئَةً، وَأَلَّا يَخْرُجَ فِي البَرْدِ.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advise him to rest and drink warm fluids, and not to go out in the cold.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بِمَاذَا تَنْصَحُ صَدِيقًا عِنْدَهُ زُكَامٌ؟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أَقْرَؤُهَا دَائِمًا، لِأَنَّ بَعْضَ الأَدْوِيَةِ يَجِبُ أَنْ نَأْخُذَهَا بَعْدَ الأَكْلِ.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always read them, because some medicines must be taken after food.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تَقْرَأُ تَعْلِيمَاتِ الدَّوَاءِ؟ لِمَاذَا؟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العَسَلَ مُفِيدٌ لِلْحَلْقِ، لٰكِنْ يَجِبُ أَنْ نَذْهَبَ إِلَى الطَّبِيبِ إِذَا كَانَ المَرَضُ شَدِيدًا.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honey is good for the throat, but we must see a doctor if the illness is serious.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الطِّبِّ الشَّعْبِيِّ، مِثْلِ العَسَلِ وَالأَعْشَابِ؟</a:t>
            </a:r>
            <a:endParaRPr lang="ar-SA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خَالَتِي مُمَرِّضَةٌ، وَتَعْمَلُ فِي مُسْتَشْفًى كَبِيرٍ، وَهِيَ تَنْصَحُنَا دَائِمًا بِالنَّوْمِ المُبَكِّرِ.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 is a nurse; she works in a big hospital and always advises us to sleep early.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أُسْرَتِكَ يَعْمَلُ فِي مَجَالِ الصِّحَّةِ؟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Past visit + advice + reason + allā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رَأْيِي يَأْخُذُ كَثِيرٌ مِنَ النَّاسِ المُسَكِّنَاتِ عِنْدَ أَيِّ أَلَمٍ بَسِيطٍ، بَدَلًا مِنْ أَنْ يَرْتَاحُوا.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think many people take painkillers for any small pain instead of resting.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يَأْخُذُ النَّاسُ أَدْوِيَةً أَكْثَرَ مِنَ اللَّازِمِ؟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الطَّبِيبُ يَفْحَصُ المَرِيضَ وَيَكْتُبُ الوَصْفَةَ، أَمَّا الصَّيْدَلِيُّ فَيَشْرَحُ كَيْفَ نَأْخُذُ الدَّوَاءَ.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doctor examines the patient and writes the prescription; the pharmacist explains how to take the medicine.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الطَّبِيبِ وَالصَّيْدَلِيِّ فِي رَأْيِكَ؟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سَرِيعَةٌ وَتُوَفِّرُ الوَقْتَ، غَيْرَ أَنَّ الطَّبِيبَ لَا يَسْتَطِيعُ أَنْ يَفْحَصَ المَرِيضَ بِنَفْسِهِ.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are quick and save time, but the doctor cannot examine the patient in person.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الاسْتِشَارَةُ الطِّبِّيَّةُ عَبْرَ الإِنْتَرْنِتِ فِكْرَةٌ جَيِّدَةٌ؟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badalan min an, ammā … fa-, ṣaḥīḥun anna … ghayra anna, kāna + present,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أَيَّامِ جَدِّي كَانَ النَّاسُ يَمْشُونَ سَاعَاتٍ إِلَى أَقْرَبِ طَبِيبٍ، أَمَّا اليَوْمَ فَهُنَاكَ عِيَادَةٌ فِي كُلِّ حَيٍّ.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grandfather’s day people walked for hours to the nearest doctor; today there is a clinic in every neighbourhood.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خِدْمَاتُ الصِّحَّةِ مُنْذُ أَيَّامِ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أَصْبَحْتُ طَبِيبًا، لَعَمِلْتُ فِي قَرْيَةٍ بَعِيدَةٍ، لِأَنَّ أَهْلَهَا يَحْتَاجُونَ إِلَى الأَطِبَّاءِ أَكْثَرَ مِنْ غَيْرِهِمْ.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became a doctor, I would work in a remote village, because its people need doctors more than others.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أَصْبَحْتَ طَبِيبًا، أَيْنَ تُحِبُّ أَنْ تَعْمَلَ؟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badalan min an, ammā … fa-, ṣaḥīḥun anna … ghayra anna, kāna + present,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made a polite request with hal yumkin an …?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explained the problem: symptoms and how long.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or repeated advice with an + verb in -a (and allā).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follow-up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AT-A-L08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AT-A-L08 · Speaking Workshop — Doctor and Pharmacy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2026-10-11T08:25:13Z</dcterms:created>
  <dcterms:modified xsi:type="dcterms:W3CDTF">2026-10-11T08:25:13Z</dcterms:modified>
</cp:coreProperties>
</file>