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4 (Food and Drink — Meals and Preferences, AT-A-L04), using that lesson’s language (idāfa, adjective agreement, plurals).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four persons for each verb (آكُلُ → تَأْكُلُ). Plurals: وَجْبَةٌ → وَجَبَاتٌ (sound), طَبَقٌ → أَطْبَاقٌ (broken).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adjectives agree: طَبَقٌ لَذِيذٌ / وَجْبَةٌ لَذِيذَةٌ; non-human plurals take the feminine singular: أَطْبَاقٌ لَذِيذَةٌ. Idāfa: عَصِيرُ البُرْتُقَالِ (no “al” on the first word).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dinner at a friend’s house.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تُحِبِّينَ · تَأْكُلِينَ · تَشْرَبِينَ · فَاكِهَتُكِ · أَعْجَبَكِ — and the candidate says مِنْ فَضْلِكِ to the mother (feminine).
Core: full sentences; “I don’t eat” = لَا آكُلُ. The examiner is a woman, so the candidate says مِنْ فَضْلِكِ.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survey about the school canteen.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تَتَنَاوَلِينَ · تَأْكُلِينَ · رَأْيُكِ · تُرِيدِينَ.
Task 4: the CANDIDATE asks. Idāfa in every task: شَطِيرَةُ جُبْنٍ · طَعَامُ المَقْصَفِ · شُورْبَةُ العَدَسِ · سَلَطَةُ فَوَاكِهَ. غَالٍ = expensive (like قَاضٍ).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with your exchange partner.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تَتَنَاوَلِينَ · أُسْرَتِكِ · تُسَاعِدِينَ · تُحِبِّينَهُ.
Develop: numbers with nouns (ثَلَاثَ وَجَبَاتٍ), relative clauses (الطَّعَامُ الَّذِي …), reasons. Any family dish is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programme about food and culture.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أُسْرَتِكِ · تُفَضِّلِينَ · كُنْتِ طَبَّاخَةً · ضُيُوفِكِ.
Stretch: نُفَضِّلُ … عَلَى …, a past occasion, a contrast, a comparison with baynamā and a conditional. Any family occasion is welcome (Eid, a wedding, a birthday).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reason and some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comparison, example and more than one time frame.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Food and Drink</a:t>
            </a:r>
            <a:endParaRPr lang="en-US" sz="3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الطَّعَامُ وَالشَّرَابُ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what you eat and drink, give preferences with reasons, describe meals and family food traditions.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3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FOOD VERBS (I · HE · SHE · THEY) AND NOUNS (SG. · DUAL · PL.)</a:t>
            </a:r>
            <a:endParaRPr lang="en-US" sz="903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Eat, drink, prefer, cook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أَفْعَالُ الطَّعَامِ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eat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ā-ku-lu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يَأْكُلُونَ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تَأْكُلُ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يَأْكُلُ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drink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ash-ra-bu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يَشْرَبُونَ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تَشْرَبُ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يَشْرَبُ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prefer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u-faḍ-ḍi-lu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يُفَضِّلُونَ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تُفَضِّلُ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يُفَضِّلُ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أَطْبُخُ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aṭ-bu-khu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يَطْبُخُونَ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تَطْبُخُ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يَطْبُخُ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waj-ba-tun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وَجَبَاتٌ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وَجْبَتَانِ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وَجْبَةٌ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طَبَقٌ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dish, a plate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ṭa-ba-qun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أَطْبَاقٌ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طَبَقَانِ</a:t>
            </a:r>
            <a:endParaRPr lang="ar-SA" sz="135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طَبَقٌ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DESCRIBING FOOD (M. · F.), IDĀFA AND MEALS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Describe it: delicious, spicy, healthy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وَصْفُ الطَّعَامِ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لَذِيذٌ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delicious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la-dhī-dhun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لَذِيذَةٌ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لَذِيذٌ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حَارٌّ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spicy, hot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ḥār-run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حَارَّةٌ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حَارٌّ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صِحِّيٌّ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healthy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ṣiḥ-ḥiy-yun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صِحِّيَّةٌ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صِحِّيٌّ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فَاكِهَةٌ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fruit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fā-ki-ha-tun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فَوَاكِهُ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فَاكِهَةٌ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idāfa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عَصِيرُ البُرْتُقَالِ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orange juice (idāfa)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ʿa-ṣī-ru al-bur-tu-qā-li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meals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الفُطُورُ · الغَدَاءُ · العَشَاءُ</a:t>
            </a:r>
            <a:endParaRPr lang="ar-SA" sz="28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breakfast · lunch · dinner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al-fu-ṭū-ru · al-gha-dā-ʾu · al-ʿa-shā-ʾu</a:t>
            </a:r>
            <a:endParaRPr lang="en-US" sz="1350" dirty="0"/>
          </a:p>
        </p:txBody>
      </p:sp>
      <p:sp>
        <p:nvSpPr>
          <p:cNvPr id="93" name="Text 9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DINNER AT A FRIEND’S HOUSE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Dinner at a friend’s house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العَشَاءُ عِنْدَ صَدِيقِي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… وَ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like to eat.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بِكَ! مَاذَا تُحِبُّ أَنْ تَأْكُلَ؟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لَا آكُلُ … لٰكِنِّي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eat fish.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تَأْكُلُ السَّمَكَ؟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 …، مِنْ فَضْلِكِ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would like to drink.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تَشْرَبُ؟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فَاكِهَتِي المُفَضَّلَةُ هِيَ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favourite fruit.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فَاكِهَتُكَ المُفَضَّلَةُ؟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الطَّعَامُ … جِدًّا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أَعْجَبَكَ الطَّعَامُ؟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guest  ·  The examiner is: your friend’s mother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SURVEY ABOUT THE SCHOOL CANTEEN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The canteen survey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مَقْصَفُ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أَتَنَاوَلُ الغَدَاءَ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time you have lunch.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أَيِّ سَاعَةٍ تَتَنَاوَلُ الغَدَاءَ؟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عَادَةً آكُلُ شَطِيرَةَ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usually eat there.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تَأْكُلُ عَادَةً فِي المَقْصَفِ؟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لَذِيذٌ، لٰكِنَّهُ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opinion, with a “but”.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طَعَامِ المَقْصَفِ؟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عِنْدَكُمْ أَطْبَاقٌ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there are vegetarian dishes (the examiner then answers).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نَعَمْ، عِنْدَنَا شُورْبَةُ العَدَسِ كُلَّ يَوْمٍ.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تُضِيفُوا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نُضِيفَ إِلَى القَائِمَةِ؟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canteen manager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WITH YOUR EXCHANGE PARTNER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Food at home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الطَّعَامُ فِي 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ثَلَاثَ وَجَبَاتٍ: الفُطُورَ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meals and when you eat them.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وَجْبَةً تَتَنَاوَلُ فِي اليَوْمِ؟ وَمَتَى؟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الطَّبَقُ المُفَضَّلُ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family’s favourite dish and why.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الطَّبَقُ المُفَضَّلُ فِي أُسْرَتِكَ؟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أُسَاعِدُ … أَغْسِلُ … وَأُحَضِّرُ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help in the kitchen (two things).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تُسَاعِدُ فِي المَطْبَخِ؟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الأَكْلَةُ المَشْهُورَةُ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the famous dish in Jordan is (the examiner then answers).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المَنْسَفُ: لَحْمٌ مَعَ أُرْزٍ وَلَبَنٍ.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أُحِبُّ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question, with a reason.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الطَّعَامُ الَّذِي لَا تُحِبُّهُ؟ لِمَاذَا؟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host student  ·  The examiner is: your exchange partner from Jordan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PROGRAMME ABOUT FOOD AND CULTURE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Food, family and culture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الطَّعَامُ وَالثَّقَافَةُ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نُفَضِّلُ … عَلَى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family’s food habits, with a preference.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عَادَاتِ أُسْرَتِكَ فِي الطَّعَامِ.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… أَكَلْنَا … وَحَضَّرَتْ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food at a recent family occasion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أَكَلْتُمْ فِي آخِرِ مُنَاسَبَةٍ عَائِلِيَّةٍ؟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… لِأَنَّهُ … لٰكِنِّي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preference, a reason and a contrast.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تُفَضِّلُ الطَّعَامَ التَّقْلِيدِيَّ أَمِ الحَدِيثَ؟ لِمَاذَا؟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بَيْنَمَا … يُفَضِّلُ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food in two countries.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الطَّعَامِ فِي بَلَدَيْنِ تَعْرِفُهُمَا.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طَبَّاخًا، لَحَضَّرْتُ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طَبَّاخًا، مَاذَا تُحَضِّرُ لِضُيُوفِكَ؟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what they eat / drink in full sentences, with correct verb endings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preference with a reason (ufaḍḍilu … li-anna …)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الدَّجَاجَ وَالأُرْزَ كَثِيرًا.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really like chicken and rice.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بِكَ! مَاذَا تُحِبُّ أَنْ تَأْكُلَ؟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لَا آكُلُ السَّمَكَ، لٰكِنِّي أُحِبُّ اللَّحْمَ.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don’t eat fish, but I like meat.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تَأْكُلُ السَّمَكَ؟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 عَصِيرَ البُرْتُقَالِ، مِنْ فَضْلِكِ.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drink orange juice, please.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تَشْرَبُ؟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فَاكِهَتِي المُفَضَّلَةُ هِيَ المَانْجُو.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fruit is mango.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فَاكِهَتُكَ المُفَضَّلَةُ؟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الطَّعَامُ لَذِيذٌ جِدًّا، شُكْرًا جَزِيلًا.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food is very delicious, thank you very much.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أَعْجَبَكَ الطَّعَامُ؟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أَتَنَاوَلُ الغَدَاءَ فِي السَّاعَةِ الوَاحِدَةِ إِلَّا رُبْعًا.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lunch at quarter to one.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أَيِّ سَاعَةٍ تَتَنَاوَلُ الغَدَاءَ؟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عَادَةً آكُلُ شَطِيرَةَ جُبْنٍ وَتُفَّاحَةً.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eat a cheese sandwich and an apple.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تَأْكُلُ عَادَةً فِي المَقْصَفِ؟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طَعَامُ المَقْصَفِ لَذِيذٌ، لٰكِنَّهُ غَالٍ قَلِيلًا.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canteen food is tasty, but it is a bit expensive.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طَعَامِ المَقْصَفِ؟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عِنْدَكُمْ أَطْبَاقٌ نَبَاتِيَّةٌ؟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vegetarian dishes?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نَعَمْ، عِنْدَنَا شُورْبَةُ العَدَسِ كُلَّ يَوْمٍ.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تُضِيفُوا سَلَطَةَ فَوَاكِهَ طَازَجَةً، لِأَنَّهَا صِحِّيَّةٌ.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you to add a fresh fruit salad, because it is healthy.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نُضِيفَ إِلَى القَائِمَةِ؟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أَتَنَاوَلُ ثَلَاثَ وَجَبَاتٍ: الفُطُورَ فِي السَّابِعَةِ، وَالغَدَاءَ فِي المَدْرَسَةِ، وَالعَشَاءَ مَعَ أُسْرَتِي.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three meals: breakfast at seven, lunch at school and dinner with my family.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وَجْبَةً تَتَنَاوَلُ فِي اليَوْمِ؟ وَمَتَى؟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الطَّبَقُ المُفَضَّلُ فِي أُسْرَتِي هُوَ البِرْيَانِي، لِأَنَّ أُمِّي تَطْبُخُهُ بِبَهَارَاتٍ لَذِيذَةٍ.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family’s favourite dish is biryani, because my mother cooks it with delicious spices.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الطَّبَقُ المُفَضَّلُ فِي أُسْرَتِكَ؟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أُسَاعِدُ أُمِّي أَحْيَانًا؛ أَغْسِلُ الخُضَارَ وَأُحَضِّرُ السَّلَطَةَ.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sometimes help my mother: I wash the vegetables and make the salad.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تُسَاعِدُ فِي المَطْبَخِ؟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الأَكْلَةُ المَشْهُورَةُ فِي بَلَدِكُمْ؟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famous dish in your country?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المَنْسَفُ: لَحْمٌ مَعَ أُرْزٍ وَلَبَنٍ.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أُحِبُّ البَصَلَ النِّيءَ، لِأَنَّ طَعْمَهُ قَوِيٌّ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like raw onion, because its taste is very strong.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الطَّعَامُ الَّذِي لَا تُحِبُّهُ؟ لِمَاذَا؟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نَتَنَاوَلُ العَشَاءَ مَعًا كُلَّ مَسَاءٍ، وَنُفَضِّلُ الأَطْبَاقَ البَيْتِيَّةَ عَلَى الوَجَبَاتِ السَّرِيعَةِ.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have dinner together every evening, and we prefer home-made dishes to fast food.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عَادَاتِ أُسْرَتِكَ فِي الطَّعَامِ.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العِيدِ المَاضِي أَكَلْنَا لَحْمَ الخَرُوفِ مَعَ الأُرْزِ، وَحَضَّرَتْ جَدَّتِي حَلَوِيَّاتٍ كَثِيرَةً.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Eid we ate lamb with rice, and my grandmother made lots of sweets.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أَكَلْتُمْ فِي آخِرِ مُنَاسَبَةٍ عَائِلِيَّةٍ؟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الطَّعَامَ التَّقْلِيدِيَّ لِأَنَّهُ يُذَكِّرُنِي بِبَلَدِ أَجْدَادِي، لٰكِنِّي أُحِبُّ تَجْرِبَةَ أَطْبَاقٍ جَدِيدَةٍ أَيْضًا.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traditional food because it reminds me of my grandparents’ country, but I also like trying new dishes.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تُفَضِّلُ الطَّعَامَ التَّقْلِيدِيَّ أَمِ الحَدِيثَ؟ لِمَاذَا؟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بَيْنَمَا يُحِبُّ البِرِيطَانِيُّونَ السَّمَكَ وَالبَطَاطَا، يُفَضِّلُ النَّاسُ فِي بَاكِسْتَانَ الأَطْعِمَةَ الحَارَّةَ بِالبَهَارَاتِ.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While British people like fish and chips, people in Pakistan prefer spicy food with spices.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الطَّعَامِ فِي بَلَدَيْنِ تَعْرِفُهُمَا.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طَبَّاخًا، لَحَضَّرْتُ لَهُمْ شُورْبَةً سَاخِنَةً، ثُمَّ دَجَاجًا مَشْوِيًّا مَعَ الأُرْزِ.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a chef, I would make them a hot soup, then grilled chicken with rice.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طَبَّاخًا، مَاذَا تُحَضِّرُ لِضُيُوفِكَ؟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preference with ʿalā, past narrative, contrast, baynamā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طَعَامِي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eat for breakfast?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طَعَامِي المُفَضَّلُ هُوَ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food?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طَعَامُكَ المُفَضَّلُ؟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 … عَادَةً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drink?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تَشْرَبُ عَادَةً؟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 … / لَا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vegetables?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الخُضَارَ؟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أَتَنَاوَلُ الغَدَاءَ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have lunch?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تَتَنَاوَلُ الغَدَاءَ؟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وَجَبَاتِي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نَتَنَاوَلُ العَشَاءَ فِي … عَادَةً نَأْكُلُ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dinner at your home.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وَجْبَةَ العَشَاءِ فِي بَيْتِكَ.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أُحِبُّ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food don’t you like? Why?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الطَّعَامُ الَّذِي لَا تُحِبُّهُ؟ 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تَطْبُخُ … غَالِبًا، وَأَحْيَانًا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cooks in your house?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يَطْبُخُ فِي بَيْتِكَ؟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أَمْسِ أَكَلْتُ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eat yesterday?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أَكَلْتَ أَمْسِ؟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أَتَعَلَّمَ طَبْخَ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dish would you like to learn to cook?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الأَكْلَةُ الَّتِي تُرِيدُ أَنْ تَتَعَلَّمَ طَبْخَهَا؟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frequency word, an idāfa (shūrbat ʿadas) and a reason (li-anna).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عَادَاتُ الأَكْلِ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… وَهٰذَا مُهِمٌّ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your family eat together? Why does it matter?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تَأْكُلُ أُسْرَتُكَ مَعًا؟ مَا أَهَمِّيَّةُ ذٰلِكَ؟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المَاضِي كَانَ النَّاسُ … أَمَّا اليَوْمَ فَيَطْلُبُونَ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eating habits changed?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تَغَيَّرَتْ عَادَاتُ الأَكْلِ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أَكْلَةٌ مَشْهُورَةٌ، تُطْبَخُ بِالخُضَارِ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traditional dish from your family’s country.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أَكْلَةً تَقْلِيدِيَّةً مِنْ بَلَدِ أُسْرَتِكَ.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أَجْمَلُ وَجْبَةٍ أَتَذَكَّرُهَا كَانَتْ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best meal you remember?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أَجْمَلُ وَجْبَةٍ تَتَذَكَّرُهَا؟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فَتَحْتُ مَطْعَمًا، لَقَدَّمْتُ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opened a restaurant, what would you serve?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فَتَحْتَ مَطْعَمًا، مَاذَا تُقَدِّمُ فِيهِ؟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opinion + reason, past vs present (ammā … fa-), a passive (tuṭbakhu) and a conditional (law … la-).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الخُبْزَ وَالبَيْضَ فِي الفُطُورِ.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eat bread and eggs for breakfast.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طَعَامِي المُفَضَّلُ هُوَ البِيتْزَا.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food is pizza.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طَعَامُكَ المُفَضَّلُ؟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 المَاءَ وَالحَلِيبَ عَادَةً.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drink water and milk.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تَشْرَبُ عَادَةً؟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 الجَزَرَ وَالخِيَارَ.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carrots and cucumber.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الخُضَارَ؟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أَتَنَاوَلُ الغَدَاءَ فِي مَقْصَفِ المَدْرَسَةِ.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lunch in the school canteen.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تَتَنَاوَلُ الغَدَاءَ؟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food word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نَتَنَاوَلُ العَشَاءَ فِي السَّابِعَةِ؛ عَادَةً نَأْكُلُ الأُرْزَ وَالدَّجَاجَ وَالسَّلَطَةَ، ثُمَّ نَأْكُلُ الفَاكِهَةَ.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have dinner at seven: we usually eat rice, chicken and salad, then fruit.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وَجْبَةَ العَشَاءِ فِي بَيْتِكَ.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أُحِبُّ السَّمَكَ، لِأَنَّ رَائِحَتَهُ قَوِيَّةٌ.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like fish, because its smell is strong.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الطَّعَامُ الَّذِي لَا تُحِبُّهُ؟ 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تَطْبُخُ أُمِّي غَالِبًا، وَأَحْيَانًا يَطْبُخُ أَبِي فِي نِهَايَةِ الأُسْبُوعِ.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mother usually cooks, and sometimes my father cooks at the weekend.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يَطْبُخُ فِي بَيْتِكَ؟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أَمْسِ أَكَلْتُ مَعْكَرُونَةً بِالطَّمَاطِمِ فِي الغَدَاءِ، وَشُورْبَةَ عَدَسٍ فِي العَشَاءِ.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Yesterday I ate pasta with tomatoes for lunch and lentil soup for dinner.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أَكَلْتَ أَمْسِ؟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أَتَعَلَّمَ طَبْخَ البِرْيَانِي، لِأَنَّهُ طَبَقُ أُسْرَتِي المُفَضَّلُ.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learn to cook biryani, because it is my family’s favourite dish.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الأَكْلَةُ الَّتِي تُرِيدُ أَنْ تَتَعَلَّمَ طَبْخَهَا؟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Detail + reason + one past sentence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نَأْكُلُ مَعًا كُلَّ مَسَاءٍ، وَهٰذَا مُهِمٌّ لِأَنَّنَا نَتَحَدَّثُ عَنْ يَوْمِنَا وَنَشْعُرُ بِالقُرْبِ.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eat together every evening; it matters because we talk about our day and feel close.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تَأْكُلُ أُسْرَتُكَ مَعًا؟ مَا أَهَمِّيَّةُ ذٰلِكَ؟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المَاضِي كَانَ النَّاسُ يَطْبُخُونَ فِي البَيْتِ دَائِمًا، أَمَّا اليَوْمَ فَيَطْلُبُونَ الوَجَبَاتِ السَّرِيعَةَ كَثِيرًا.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past people always cooked at home; today they order fast food a lot.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تَغَيَّرَتْ عَادَاتُ الأَكْلِ فِي رَأْيِكَ؟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الكُسْكُسِي أَكْلَةٌ مَغْرِبِيَّةٌ مَشْهُورَةٌ، تُطْبَخُ بِالخُضَارِ وَاللَّحْمِ، وَنَأْكُلُهَا يَوْمَ الجُمُعَةِ عَادَةً.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Couscous is a famous Moroccan dish, cooked with vegetables and meat, and we usually eat it on Fridays.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أَكْلَةً تَقْلِيدِيَّةً مِنْ بَلَدِ أُسْرَتِكَ.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present, ammā … fa-, a passive verb, a superlative and law … la- with likay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أَجْمَلُ وَجْبَةٍ أَتَذَكَّرُهَا كَانَتْ فِي مَطْعَمٍ عَلَى البَحْرِ؛ أَكَلْنَا سَمَكًا مَشْوِيًّا وَضَحِكْنَا كَثِيرًا.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best meal I remember was in a restaurant by the sea: we ate grilled fish and laughed a lot.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أَجْمَلُ وَجْبَةٍ تَتَذَكَّرُهَا؟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فَتَحْتُ مَطْعَمًا، لَقَدَّمْتُ أَطْبَاقًا مِنْ بُلْدَانٍ مُخْتَلِفَةٍ، لِكَيْ يَتَعَرَّفَ النَّاسُ عَلَى ثَقَافَاتٍ جَدِيدَةٍ.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opened a restaurant, I would serve dishes from different countries, so that people get to know new cultures.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فَتَحْتَ مَطْعَمًا، مَاذَا تُقَدِّمُ فِيهِ؟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present, ammā … fa-, a passive verb, a superlative and law … la- with likay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food verbs correctly (ākulu · ashrabu · ufaḍḍilu).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made adjectives agree and used an idāfa.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question in the role play.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compared, described the past and used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AT-A-L04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AT-A-L04 · Speaking Workshop — Food and Drink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2026-10-11T07:50:48Z</dcterms:created>
  <dcterms:modified xsi:type="dcterms:W3CDTF">2026-10-11T07:50:48Z</dcterms:modified>
</cp:coreProperties>
</file>