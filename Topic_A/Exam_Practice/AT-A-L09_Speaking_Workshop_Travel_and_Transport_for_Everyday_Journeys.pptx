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9 (Travel and Transport for Everyday Journeys, AT-A-L09), using that lesson’s language (travel verbs with bi- (by); prepositions; time; comparatives (أَسْرَعُ مِنْ); directions).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means of transport with bi-: بِالحَافِلَةِ · بِالقِطَارِ · بِالسَّيَّارَةِ — but on foot = مَشْيًا عَلَى الأَقْدَامِ. Time taken: تَسْتَغْرِقُ الرِّحْلَةُ عِشْرِينَ دَقِيقَةً.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comparatives on the afʿal pattern: أَسْرَعُ مِنْ · أَرْخَصُ مِنْ · أَغْلَى مِنْ. Longer adjectives: أَكْثَرُ ازْدِحَامًا. Directions use the imperative.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تَذْهَبِينَ · تَخْرُجِينَ · تُحِبِّينَ.
Core: transport with bi-, a clock time, a duration (ʿishrīna daqīqatan — accusative singular after 11–99), who with, an opinion.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the train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تَدْفَعِي.
Task 3: the CANDIDATE asks with a comparative (أَسْرَعُ). Task 4: sa- + a question. Prices: بِكَمِ التَّذْكِرَةُ؟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lost in town.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اذْهَبِي · انْعَطِفِي · أَنْتِ · وَصَلْتِ.
Develop: lau samaḥt (polite), checking by repeating, a choice question with am, a comparative + reason, two past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council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مَدِينَتِكِ · عِنْدَكِ.
Stretch: ammā … fa-, bi-kathīr (much faster), kāna + present (past habit), two reasons,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journey.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Everyday Journeys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المُوَاصَلَاتُ اليَوْمِيَّةُ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how you travel and how long it takes, buy a ticket, ask for and give directions, and compare means of transport (asraʿu min …).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TRAVEL VERBS (I · 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do you get there?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تَذْهَبُ؟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بِالحَافِلَةِ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 by bus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adh-ha-bu bil-ḥā-fi-la-ti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يَذْهَبُونَ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تَذْهَبُ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يَذْهَبُ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أَرْكَبُ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ride, get 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ar-ka-bu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يَرْكَبُونَ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تَرْكَبُ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يَرْكَبُ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أَصِلُ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arrive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a-ṣi-lu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يَصِلُونَ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تَصِلُ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يَصِلُ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أَمْشِي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walk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am-shī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يَمْشُونَ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تَمْشِي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يَمْشِي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transport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حَافِلَةٌ · قِطَارٌ · سَيَّارَةٌ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bus · train · car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ḥā-fi-la-tun · qi-ṭā-run · say-yā-ra-tun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حَافِلَاتٌ · قِطَارَاتٌ · سَيَّارَاتٌ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مَحَطَّةٌ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station, a stop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ma-ḥaṭ-ṭa-tun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مَحَطَّاتٌ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مَحَطَّةٌ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AND DIRECTIONS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Faster, cheaper — and which way?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المُقَارَنَةُ وَالاتِّجَاهَاتُ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تَذْكِرَةٌ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tadh-ki-ra-tun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تَذَاكِرُ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تَذْكِرَةٌ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سَرِيعٌ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sa-rī-ʿun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faster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أَسْرَعُ مِنْ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سَرِيعَةٌ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سَرِيعٌ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رَخِيصٌ · غَالٍ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 · 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 · ghā-lin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crowded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muz-da-ḥi-mun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ازْدِحَامًا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directions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اذْهَبْ · خُذْ · انْعَطِفْ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go · take · turn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adh-hab · khudh · an-ʿa-ṭif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اذْهَبِي · خُذِي · انْعَطِفِي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directions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يَمِينًا · يَسَارًا · إِلَى الأَمَامِ</a:t>
            </a:r>
            <a:endParaRPr lang="ar-SA" sz="255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right · left · straight 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ya-mī-nan · ya-sā-ran · i-lā al-a-mā-mi</a:t>
            </a:r>
            <a:endParaRPr lang="en-US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How do you get to school?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بِالحَافِلَةِ / بِالسَّيَّارَةِ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 to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time you leave home.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تَخْرُجُ مِنَ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تَسْتَغْرِقُ … دَقِيقَةً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long the journey takes.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مَعَ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you travel with.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تَذْهَبُ؟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الحَافِلَةَ؟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TRAIN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a train ticket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مَحَطَّةِ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تَذْكِرَةً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إِلَى أَيْنَ؟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وَعَوْدَةٌ،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the type of ticket.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فَقَطْ أَمْ ذَهَابٌ وَعَوْدَةٌ؟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قِطَارٍ أَسْرَعُ؟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train is faster.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قِطَارٌ فِي التَّاسِعَةِ وَقِطَارٌ فِي الحَادِيَةَ عَشْرَةَ.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… بِكَمِ التَّذْكِرَةُ؟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the train and ask the price.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قِطَارُ التَّاسِعَةِ يَصِلُ بَعْدَ سَاعَتَيْنِ.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بِالبِطَاقَةِ / نَقْدًا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ticket clerk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LOST IN TOWN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Asking for directions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أَسْأَلُ عَنِ الطَّرِيقِ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سَمَحْتَ، كَيْفَ أَصِلُ إِلَى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Politely ask the way to the museum.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تَحْتَاجُ إِلَى مُسَاعَدَةٍ؟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إِلَى الأَمَامِ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directions to check.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اذْهَبْ إِلَى الأَمَامِ، ثُمَّ انْعَطِفْ يَمِينًا عِنْدَ البَنْكِ.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بَعِيدٌ؟ هَلْ أَمْشِي أَمْ …؟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it is far, and if you should walk or take a bus.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صَحِيحٌ. وَالمُتْحَفُ عَلَى اليَسَارِ.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سَأَمْشِي لِأَنَّ … أَجْمَلُ / أَرْخَصُ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Decide and give a reason (comparison).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عَشْرُ دَقَائِقَ مَشْيًا، أَوْ مَحَطَّتَانِ بِالحَافِلَةِ.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… وَصَلْتُ بِالطَّائِرَةِ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 وَكَيْفَ وَصَلْتَ إِلَى هُنَا؟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a local person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COUNCIL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Transport in your town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المُوَاصَلَاتُ فِي مَدِينَتِكَ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الحَافِلَاتُ … أَمَّا القِطَارُ فَأَسْرَعُ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contrast.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المُوَاصَلَاتِ العَامَّةِ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… كَانَ … أَمَّا الآنَ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المُوَاصَلَاتُ فِي السَّنَوَاتِ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يُفَضِّلُ النَّاسُ السَّيَّارَةَ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المُوَاصَلَاتُ مَجَّانِيَّةً لِلطُّلَّابِ؟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…، لَبَنَيْتُ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مِلْيُونُ دِينَارٍ لِلْمُوَاصَلَاتِ، مَاذَا تَفْعَلُ؟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council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how they travel, when they leave and how long it takes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means of transport with asraʿu / arkhaṣu min and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إِلَى المَدْرَسَةِ بِالحَافِلَةِ.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to school by bus.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مِنَ البَيْتِ فِي السَّاعَةِ السَّابِعَةِ وَالرُّبْعِ.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 at quarter past seven.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تَخْرُجُ مِنَ البَيْتِ؟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تَسْتَغْرِقُ الرِّحْلَةُ عِشْرِينَ دَقِيقَةً تَقْرِيبًا.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about twenty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مَعَ أَخِي وَصَدِيقِي سَامِرٍ.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with my brother and my friend Samer.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تَذْهَبُ؟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 لِأَنَّهَا رَخِيصَةٌ، لٰكِنَّهَا مُزْدَحِمَةٌ أَحْيَانًا.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it is cheap, but it is sometimes crowded.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الحَافِلَةَ؟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تَذْكِرَةً إِلَى الإِسْكَنْدَرِيَّةِ،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ticket to Alexandria,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إِلَى أَيْنَ؟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وَعَوْدَةٌ، لِأَنِّي سَأَرْجِعُ يَوْمَ الجُمُعَةِ.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Return, because I will come back on Friday.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ذَهَابٌ فَقَطْ أَمْ ذَهَابٌ وَعَوْدَةٌ؟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قِطَارٍ أَسْرَعُ،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train is faster,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قِطَارٌ فِي التَّاسِعَةِ وَقِطَارٌ فِي الحَادِيَةَ عَشْرَةَ.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سَآخُذُ قِطَارَ التَّاسِعَةِ إِذَنْ. بِكَمِ التَّذْكِرَةُ؟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take the nine o’clock train then. How much is the ticket?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قِطَارُ التَّاسِعَةِ يَصِلُ بَعْدَ سَاعَتَيْنِ.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لَوْ سَمَحْتَ، كَيْفَ أَصِلُ إِلَى المُتْحَفِ الوَطَنِيِّ؟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excuse me, how do I get to the National Museum?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تَحْتَاجُ إِلَى مُسَاعَدَةٍ؟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أَذْهَبُ إِلَى الأَمَامِ، ثُمَّ أَنْعَطِفُ يَمِينًا عِنْدَ البَنْكِ. صَحِيحٌ؟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go straight on, then turn right at the bank. Is that right?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اذْهَبْ إِلَى الأَمَامِ، ثُمَّ انْعَطِفْ يَمِينًا عِنْدَ البَنْكِ.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بَعِيدٌ؟ هَلْ أَمْشِي أَمْ آخُذُ الحَافِلَةَ؟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far? Should I walk or take the bus?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صَحِيحٌ. وَالمُتْحَفُ عَلَى اليَسَارِ.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سَأَمْشِي، لِأَنَّ الجَوَّ جَمِيلٌ، وَالمَشْيُ أَرْخَصُ مِنَ الحَافِلَةِ.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walk, because the weather is nice and walking is cheaper than the bus.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عَشْرُ دَقَائِقَ مَشْيًا، أَوْ مَحَطَّتَانِ بِالحَافِلَةِ.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مِنْ لَنْدَنَ، وَوَصَلْتُ أَمْسِ بِالطَّائِرَةِ، ثُمَّ رَكِبْتُ القِطَارَ إِلَى وَسَطِ المَدِينَةِ.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London; I arrived yesterday by plane, then took the train to the city centre.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أَيْنَ أَنْتَ؟ وَكَيْفَ وَصَلْتَ إِلَى هُنَا؟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الحَافِلَاتُ رَخِيصَةٌ لٰكِنَّهَا بَطِيئَةٌ، أَمَّا القِطَارُ فَأَسْرَعُ بِكَثِيرٍ، غَيْرَ أَنَّهُ غَالٍ.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buses are cheap but slow; the train is much faster, but it is expensive.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المُوَاصَلَاتِ العَامَّةِ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خَمْسِ سَنَوَاتٍ كَانَتِ الحَافِلَةُ تَأْتِي كُلَّ سَاعَةٍ، أَمَّا الآنَ فَتَأْتِي كُلَّ عَشْرِ دَقَائِقَ.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Five years ago the bus came every hour; now it comes every ten minutes.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المُوَاصَلَاتُ فِي السَّنَوَاتِ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مُرِيحَةٌ وَتَصِلُ إِلَى كُلِّ مَكَانٍ، وَلِأَنَّ الحَافِلَاتِ لَا تَعْمَلُ فِي اللَّيْلِ.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comfortable and reaches everywhere, and because the buses don’t run at 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يُفَضِّلُ النَّاسُ السَّيَّارَةَ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ذٰلِكَ مُكْلِفٌ لِلْبَلَدِيَّةِ، غَيْرَ أَنَّهُ يُقَلِّلُ عَدَدَ السَّيَّارَاتِ وَالتَّلَوُّثَ.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it is costly for the council, but it reduces the number of cars and pollution.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المُوَاصَلَاتُ مَجَّانِيَّةً لِلطُّلَّابِ؟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مِلْيُونُ دِينَارٍ، لَبَنَيْتُ طُرُقًا آمِنَةً لِلدَّرَّاجَاتِ حَوْلَ المَدَارِسِ.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million dinars, I would build safe cycle lanes around schools.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مِلْيُونُ دِينَارٍ لِلْمُوَاصَلَاتِ، مَاذَا تَفْعَلُ؟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contrast with ammā … fa-, kāna + present, two reasons,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رِحْلَاتِي اليَوْمِيَّةُ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… / أَمْشِي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to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تَسْتَغْرِقُ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minutes does the journey take?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means of transport?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وَسِيلَةُ المُوَاصَلَاتِ المُفَضَّلَةُ عِنْدَكَ؟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bike?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دَرَّاجَةٌ؟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يَذْهَبُ أَبِي بِالسَّيَّارَةِ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father go to work?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يَذْهَبُ أَبُوكَ إِلَى العَمَلِ؟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السَّفَرُ وَالمُوَاصَلَاتُ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الحَافِلَةُ أَرْخَصُ مِنْ … لٰكِنَّ السَّيَّارَةَ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bus and the car.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الحَافِلَةِ وَالسَّيَّارَةِ.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سَافَرْتُ إِلَى … وَاسْتَغْرَقَتِ الرِّحْلَةُ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journey you made by train or plane.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قُمْتَ بِهَا بِالقِطَارِ أَوِ الطَّائِرَةِ.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الكُبْرَى هِيَ … خُصُوصًا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transport problems in your town?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المُشْكِلَاتُ فِي المُوَاصَلَاتِ فِي مَدِينَتِكَ؟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مِنَ البَيْتِ، ثُمَّ … وَأَنْعَطِفُ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route from your home to school.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تَصِفُ الطَّرِيقَ مِنْ بَيْتِكَ إِلَى المَدْرَسَةِ؟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سَأَسْتَعْمِلُ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you buy a car in the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سَتَشْتَرِي سَيَّارَةً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 (arkhaṣu min), a past journey, a reason and directions.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المُوَاصَلَاتُ وَالبِيئَةُ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أَفْضَلُ،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public transport better than private cars?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المُوَاصَلَاتُ العَامَّةُ أَفْضَلُ مِنَ السَّيَّارَاتِ الخَاصَّةِ؟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يُسَافِرُ … أَمَّا اليَوْمَ فَنَقْطَعُ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people travel in your grandparents’ 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النَّاسُ يُسَافِرُونَ فِي أَيَّامِ أَجْدَادِكَ؟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ban cars from city centres?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نَمْنَعَ السَّيَّارَاتِ فِي وَسَطِ المُدُنِ؟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رِحْلَةٍ كَانَتْ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hardest journey you have made?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رِحْلَةٍ قُمْتَ بِهَا؟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 …،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a new means of transport,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وَسِيلَةَ مُوَاصَلَاتٍ جَدِيدَةً،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min, kāna + present, ammā … fa-, a superlative (aṣʿabu riḥla),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أَمْشِي إِلَى المَدْرَسَةِ، لِأَنَّهَا قَرِيبَةٌ مِنْ بَيْتِي.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walk to school, because it is near my house.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تَسْتَغْرِقُ الرِّحْلَةُ رُبْعَ سَاعَةٍ فَقَطْ.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only a quarter of an hour.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القِطَارَ، لِأَنَّهُ سَرِيعٌ وَمُرِيحٌ.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train, because it is fast and comfortable.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وَسِيلَةُ المُوَاصَلَاتِ المُفَضَّلَةُ عِنْدَكَ؟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دَرَّاجَةٌ زَرْقَاءُ، وَأَرْكَبُهَا فِي نِهَايَةِ الأُسْبُوعِ.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blue bike and I ride it at the weekend.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دَرَّاجَةٌ؟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يَذْهَبُ أَبِي إِلَى العَمَلِ بِالسَّيَّارَةِ كُلَّ يَوْمٍ.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goes to work by car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يَذْهَبُ أَبُوكَ إِلَى العَمَلِ؟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or a time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الحَافِلَةُ أَرْخَصُ مِنَ السَّيَّارَةِ، لٰكِنَّ السَّيَّارَةَ أَسْرَعُ وَأَكْثَرُ رَاحَةً.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bus is cheaper than the car, but the car is faster and more comfortable.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الحَافِلَةِ وَالسَّيَّارَةِ.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سَافَرْتُ بِالقِطَارِ إِلَى أَدِنْبَرَةَ، وَاسْتَغْرَقَتِ الرِّحْلَةُ أَرْبَعَ سَاعَاتٍ، وَكَانَتِ المَنَاظِرُ جَمِيلَةً.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summer I travelled by train to Edinburgh; it took four hours and the views were beautiful.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رِحْلَةً قُمْتَ بِهَا بِالقِطَارِ أَوِ الطَّائِرَةِ.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الكُبْرَى هِيَ الازْدِحَامُ، خُصُوصًا فِي الصَّبَاحِ، فَأَحْيَانًا أَصِلُ مُتَأَخِّرًا.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problem is traffic, especially in the morning, so I sometimes arrive late.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المُشْكِلَاتُ فِي المُوَاصَلَاتِ فِي مَدِينَتِكَ؟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مِنَ البَيْتِ، وَأَمْشِي إِلَى الأَمَامِ، ثُمَّ أَنْعَطِفُ يَسَارًا عِنْدَ المَسْجِدِ، وَالمَدْرَسَةُ عَلَى اليَمِينِ.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home, walk straight on, then turn left at the mosque; the school is on the right.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تَصِفُ الطَّرِيقَ مِنْ بَيْتِكَ إِلَى المَدْرَسَةِ؟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أَظُنُّ، سَأَسْتَعْمِلُ القِطَارَ وَالدَّرَّاجَةَ، لِأَنَّهُمَا أَفْضَلُ لِلْبِيئَةِ.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so; I will use the train and the bike, because they are better for the environment.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سَتَشْتَرِي سَيَّارَةً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past journey + time taken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المُوَاصَلَاتِ العَامَّةَ أَفْضَلُ، لِأَنَّ حَافِلَةً وَاحِدَةً تَنْقُلُ خَمْسِينَ شَخْصًا بَدَلًا مِنْ خَمْسِينَ سَيَّارَةً.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public transport is better, because one bus carries fifty people instead of fifty cars.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المُوَاصَلَاتُ العَامَّةُ أَفْضَلُ مِنَ السَّيَّارَاتِ الخَاصَّةِ؟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يُسَافِرُ بَيْنَ القُرَى عَلَى الحِمَارِ، أَمَّا اليَوْمَ فَنَقْطَعُ المَسَافَةَ نَفْسَهَا بِالسَّيَّارَةِ فِي دَقَائِقَ.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 travelled between villages by donkey; today we cover the same distance by car in minutes.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النَّاسُ يُسَافِرُونَ فِي أَيَّامِ أَجْدَادِكَ؟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المَنْعَ يُقَلِّلُ التَّلَوُّثَ، غَيْرَ أَنَّهُ صَعْبٌ عَلَى كِبَارِ السِّنِّ وَذَوِي الإِعَاقَةِ.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a ban reduces pollution, but it is hard for older and disabled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نَمْنَعَ السَّيَّارَاتِ فِي وَسَطِ المُدُنِ؟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 and superlatives,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رِحْلَةٍ كَانَتْ عِنْدَمَا تَأَخَّرَ قِطَارُنَا ثَلَاثَ سَاعَاتٍ بِسَبَبِ الثَّلْجِ، فَوَصَلْنَا فِي مُنْتَصَفِ اللَّيْلِ.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hardest journey was when our train was three hours late because of snow, so we arrived at midnight.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رِحْلَةٍ قُمْتَ بِهَا؟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 وَسِيلَةً جَدِيدَةً، لَجَعَلْتُهَا تَطِيرُ بِالطَّاقَةِ الشَّمْسِيَّةِ، فَتَكُونُ سَرِيعَةً وَنَظِيفَةً مَعًا.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a new one, I would make it fly on solar power, so it would be both fast and clean.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وَسِيلَةَ مُوَاصَلَاتٍ جَدِيدَةً،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 and superlatives,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I travel (bil-ḥāfila …) and how long it takes.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bought a ticket or asked the way politely.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transport with asraʿu / arkhaṣu min.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or repeated directions (right, left, straight on).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ammā … fa-,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AT-A-L09 · Speaking Workshop — Everyday Journeys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2026-10-11T08:28:47Z</dcterms:created>
  <dcterms:modified xsi:type="dcterms:W3CDTF">2026-10-11T08:28:47Z</dcterms:modified>
</cp:coreProperties>
</file>