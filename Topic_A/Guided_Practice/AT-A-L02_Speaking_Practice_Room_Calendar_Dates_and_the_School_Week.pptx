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2 (Calendar, Dates and the School Week, AT-A-L02) — new role plays and questions (not the ones in the Exam Practice workshop), using the lesson’s language (days, months and ordinal dates (al-khāmis min māyū); clock times; prepositions of time (fī, yawma, qabla, baʿda)).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أُسَاعِدُكِ · يُنَاسِبُكِ · مِيلَادِكِ · عِنْدَكِ.
Language: yunāsibunī (suits me) · fī as-sāʿati ar-rābiʿati · ordinal dates: al-ʿāshiri min nūfambir · laysa ʿindī (I don’t have). The receptionist is a woman, so the Speaker says مِنْ فَضْلِكِ.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رَأْيِكِ · ذَهَبْتِ.
Language: aqtariḥu (I suggest) · comparison afḍalu min · ordinal dates · past narrative (dhahabnā, rajaʿnā) · idhā … fa-sa- (real condition).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Calendar and the School Week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التَّقْوِيمُ وَالأُسْبُوعُ الدِّرَاسِيُّ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(booking a dentist appointment, planning a school trip), a topic conversation with A-R-E-T, and a one-minute talk about their timetable.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Time words for the week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الوَقْتُ وَالأُسْبُوعُ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yaw-mun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أَيَّامٌ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يَوْمَانِ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week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us-bū-ʿun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أَسَابِيعُ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أُسْبُوعَانِ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شَهْرٌ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month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shah-run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أَشْهُرٌ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شَهْرَانِ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شَهْرٌ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hour; o’clock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sā-ʿa-tun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سَاعَتَانِ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حِصَّةٌ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lesson (period)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ḥiṣ-ṣa-tun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حِصَصٌ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حِصَّتَانِ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حِصَّةٌ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holiday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عُطَلٌ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عُطْلَتَانِ</a:t>
            </a:r>
            <a:endParaRPr lang="ar-SA" sz="135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Dates, order and appointments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التَّوَارِيخُ وَالمَوَاعِيدُ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الأَوَّلُ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first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al-aw-wa-lu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الأُولَى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الأَوَّلُ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الثَّانِي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second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ath-thā-nī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الثَّانِيَةُ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الثَّانِي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الثَّالِثُ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third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ath-thā-li-thu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الثَّالِثَةُ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الثَّالِثُ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tā-rī-khun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تَوَارِيخُ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appointment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maw-ʿi-dun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مَوَاعِيدُ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صَبَاحًا · مَسَاءً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morning · in the evening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ṣa-bā-ḥan · ma-sā-ʾan</a:t>
            </a:r>
            <a:endParaRPr lang="en-US" sz="135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your favourite day of the week?”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يَوْمُكَ المُفَضَّلُ فِي الأُسْبُوعِ؟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هُوَ يَوْمُ الخَمِيسِ.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favourite day is Thursday.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هُوَ يَوْمُ الخَمِيسِ، لِأَنَّ عِنْدِي حِصَّةَ رِيَاضَةٍ.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 have a PE lesson.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وَتَبْدَأُ الحِصَّةُ فِي السَّاعَةِ الوَاحِدَةِ، وَنَلْعَبُ كُرَةَ السَّلَّةِ.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the lesson starts at one, and we play basketball.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وَيَوْمَ الخَمِيسِ القَادِمِ سَنَلْعَبُ مُبَارَاةً، فَالخَمِيسُ فِي رَأْيِي أَجْمَلُ يَوْمٍ!</a:t>
            </a:r>
            <a:endParaRPr lang="ar-SA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next Thursday we will play a match — in my opinion Thursday is the best day!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يَوْمَ … / صَبَاحًا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وَأَصْعَبُهَا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حِصَصٍ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عِنْدَكَ فِي اليَوْمِ؟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السَّنَةَ المَاضِيَةَ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وَأُحِبُّهُ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مِيلَادِي فِي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عِيدُ مِيلَادِكَ؟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هٰذَا الشَّهْرِ سَوْفَ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شَهْرَ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الشَّهْرُ الَّذِي تُحِبُّهُ؟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العُطْلَةِ سَوْفَ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وَأَنَا سَعِيدٌ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العُطْلَةُ فِي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العُطْلَةُ؟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Booking a dentist appointment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 عِنْدَ طَبِيبِ الأَسْنَانِ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أُرِيدُ مَوْعِدًا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want an appointment.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عِيَادَةُ الأَسْنَانِ، صَبَاحَ الخَيْرِ.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يَوْمٍ ← يَوْمُ … يُنَاسِبُنِي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day suits you.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يَوْمٍ يُنَاسِبُكَ؟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أَيِّ سَاعَةٍ ← فِي السَّاعَةِ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time after school.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وُلِدْتُ فِي …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date of birth.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تَارِيخُ مِيلَادِكَ؟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 + جُمْلَةٌ كَامِلَةٌ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أَلَمٌ الآنَ؟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patient · Leader = the receptionist.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Planning the Year 10 trip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نُخَطِّطُ لِرِحْلَةٍ مَدْرَسِيَّةٍ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month,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شَهْرٍ أَفْضَلُ لِلرِّحْلَةِ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day and compare with another day.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وَأَيُّ يَوْمٍ فِي الأُسْبُوعِ؟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cost or the time.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سَتَكُونُ الرِّحْلَةُ إِلَى المُتْحَفِ أَوْ إِلَى الشَّاطِئِ.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trip (date + what happened).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ذَهَبْتَ فِي رِحْلَةٍ مَدْرَسِيَّةٍ مِنْ قَبْلُ؟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(if … then).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نَفْعَلُ إِذَا كَانَ الطَّقْسُ سَيِّئًا؟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student-council member · Leader = the head of year.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أُسْبُوعِي المَدْرَسِيُّ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تُحِبُّهَا؟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first lesson on Monday?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أَوَّلُ حِصَّةٍ يَوْمَ الاثْنَيْنِ؟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وَأَيُّ يَوْمٍ أَصْعَبُ؟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days do you go to school?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تَذْهَبُ إِلَى المَدْرَسَةِ؟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أَيِّ سَاعَةٍ؟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do last Sunday?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يَوْمَ الأَحَدِ المَاضِي؟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date is important to you this year?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التَّارِيخُ المُهِمُّ لَكَ هٰذِهِ السَّنَةَ؟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the school day start later?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يَبْدَأَ اليَوْمُ الدِّرَاسِيُّ مُتَأَخِّرًا؟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school week were four days, what would you do on day five?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أُسْبُوعُ المَدْرَسَةِ أَرْبَعَةَ أَيَّامٍ، مَاذَا تَفْعَلُ فِي اليَوْمِ الخَامِسِ؟</a:t>
            </a:r>
            <a:endParaRPr lang="ar-SA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timetable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جَدْوَلِي الدِّرَاسِيُّ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school week: which days you have which lessons, start and finish times, your favourite and least favourite day — and an important date coming up.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days, three lessons and two times.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your favourite day with a reason, and what you did last Friday.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two days, give an opinion, and talk about a coming date with sa-.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الاثْنَيْنِ عِنْدِي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Monday I have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الحِصَّةُ فِي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lesson starts at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يَوْمٍ هُوَ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hardest day is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مِنْ … سَوْفَ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… of … I will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days, dates and times correctly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prepositions of time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an ordinal date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النُّورِ، أُرِيدُ مَوْعِدًا مِنْ فَضْلِكِ.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morning, I would like an appointment,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عِيَادَةُ الأَسْنَانِ، صَبَاحَ الخَيْرِ.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الأَرْبِعَاءِ يُنَاسِبُنِي.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Wednesday suits 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يَوْمٍ يُنَاسِبُكَ؟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الرَّابِعَةِ، بَعْدَ المَدْرَسَةِ.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four o’clock, after school.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 العَاشِرِ مِنْ نُوفَمْبِرَ.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born on the tenth of November.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تَارِيخُ مِيلَادِكَ؟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عِنْدِي أَلَمٌ، هٰذَا فَحْصٌ عَادِيٌّ فَقَطْ.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have no pain — it is just a normal check-up.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أَلَمٌ الآنَ؟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شَهْرَ مَايُو، لِأَنَّ الطَّقْسَ يَكُونُ جَمِيلًا وَالامْتِحَانَاتُ لَمْ تَبْدَأْ بَعْدُ.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May, because the weather is nice and exams have not started yet.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شَهْرٍ أَفْضَلُ لِلرِّحْلَةِ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الجُمُعَةِ أَفْضَلُ مِنْ يَوْمِ الاثْنَيْنِ، لِأَنَّهُ آخِرُ يَوْمٍ فِي الأُسْبُوعِ الدِّرَاسِيِّ.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Friday is better than Monday, because it is the last day of the school week.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وَأَيُّ يَوْمٍ فِي الأُسْبُوعِ؟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سَتَكُونُ التَّكْلِفَةُ؟ وَمَتَى سَنَرْجِعُ إِلَى المَدْرَسَةِ؟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will it cost? And when will we come back to school?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سَتَكُونُ الرِّحْلَةُ إِلَى المُتْحَفِ أَوْ إِلَى الشَّاطِئِ.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الخَامِسِ مِنْ مَارِسَ الْمَاضِي ذَهَبْنَا إِلَى حَدِيقَةِ الحَيَوَانَاتِ، وَرَجَعْنَا فِي السَّاعَةِ الرَّابِعَةِ.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on 5 March last year we went to the zoo and came back at four.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ذَهَبْتَ فِي رِحْلَةٍ مَدْرَسِيَّةٍ مِنْ قَبْلُ؟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الطَّقْسُ سَيِّئًا، فَسَنَزُورُ المُتْحَفَ بَدَلًا مِنَ الشَّاطِئِ.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 is bad, we will visit the museum instead of the beach.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نَفْعَلُ إِذَا كَانَ الطَّقْسُ سَيِّئًا؟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إِلَى المَدْرَسَةِ خَمْسَةَ أَيَّامٍ، مِنَ الاثْنَيْنِ إِلَى الجُمُعَةِ، لٰكِنَّ يَوْمَ الثُّلَاثَاءِ أَصْعَبُ، لِأَنَّ عِنْدِي حِصَّتَيْ رِيَاضِيَّاتٍ؛ وَالأُسْبُوعَ القَادِمَ سَيَكُونُ عِنْدَنَا امْتِحَانٌ.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five days, Monday to Friday · R/E: Tuesday is hardest — two maths lessons · T: next week we will have an exam.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تَذْهَبُ إِلَى المَدْرَسَةِ؟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تَارِيخٍ هُوَ العِشْرُونَ مِنْ يُونْيُو، لِأَنَّهُ آخِرُ يَوْمٍ فِي الامْتِحَانَاتِ؛ فِي ذٰلِكَ اليَوْمِ سَنَحْتَفِلُ مَعَ أَصْدِقَائِي فِي مَطْعَمٍ.</a:t>
            </a:r>
            <a:endParaRPr lang="ar-SA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20 June · R: the last day of exams · T/E: that day we will celebrate with my friends in a restaurant.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التَّارِيخُ المُهِمُّ لَكَ هٰذِهِ السَّنَةَ؟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الطُّلَّابَ يَكُونُونَ نَاعِسِينَ فِي الصَّبَاحِ؛ مَثَلًا أَنَا أَسْتَيْقِظُ فِي السَّادِسَةِ، وَلَوْ بَدَأَتِ المَدْرَسَةُ فِي التَّاسِعَةِ، لَكُنْتُ أَنْشَطَ.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students are sleepy in the morning · E: I wake at six · conditional: if school started at nine, I would be more energetic.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يَبْدَأَ اليَوْمُ الدِّرَاسِيُّ مُتَأَخِّرًا؟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AT-A-L02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AT-A-L02 · Speaking Practice Room — Calendar and the School Week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2026-10-25T14:01:31Z</dcterms:created>
  <dcterms:modified xsi:type="dcterms:W3CDTF">2026-10-25T14:01:31Z</dcterms:modified>
</cp:coreProperties>
</file>