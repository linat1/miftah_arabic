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3 (Frequency, Sequencing and Communication, AT-A-L03) — new role plays and questions (not the ones in the Exam Practice workshop), using the lesson’s language (frequency adverbs (dāʾiman, ghāliban, aḥyānan, nādiran, abadan); qabla an / baʿda an + verb in -a; ʿindamā).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يَا حَبِيبَتِي · حَالُكِ · تَتَكَلَّمِينَ · جَدَّتِكِ · تَتَّصِلِينَ · تَكْتُبِينَ · سَتَزُورِينَنَا.
Language: frequency (marratayni fī al-usbūʿ, aḥyānan, ghāliban) · baʿda an + verb in -a (an aṣila) · ittaṣala bi- (call) · sa- for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تَقْضِينَ · تَسْتَعْمِلِينَهُ · تَسْتَعْمِلِينَ · تَأْكُلِينَ.
Language: baʿda an anṭahiya · relative alladhī · ʿindamā · abadan · the CANDIDATE asks with sa- · kānū yaktubūna (used 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Frequency and Communication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التَّكْرَارُ وَالتَّوَاصُلُ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(a phone call to a relative abroad, a survey about screen time), a topic conversation with A-R-E-T, and a one-minute talk about how they keep in touch.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often? Frequency words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دَائِمًا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always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dā-ʾi-man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often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ghā-li-ban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sometimes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aḥ-yā-nan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نَادِرًا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rarely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nā-di-ran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أَبَدًا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ar-SA" sz="1350" b="1" dirty="0">
                <a:solidFill>
                  <a:srgbClr val="1F2A37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never (لَا … أَبَدًا)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a-ba-dan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often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once, one time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mar-ra-tan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 times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 مَرَّاتٍ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twice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once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64008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</a:t>
            </a:r>
            <a:endParaRPr lang="ar-SA" sz="1350" dirty="0"/>
          </a:p>
        </p:txBody>
      </p:sp>
      <p:sp>
        <p:nvSpPr>
          <p:cNvPr id="78" name="Text 7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Keeping in touch — and in what order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التَّوَاصُلُ وَالتَّرْتِيبُ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keep in touch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a-ta-wā-ṣa-lu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يَتَوَاصَلُونَ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تَتَوَاصَلُ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يَتَوَاصَلُ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send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ur-si-lu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يُرْسِلُونَ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تُرْسِلُ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يُرْسِلُ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بِجَدِّي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call (my grandfather)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at-ta-ṣi-lu bi-jad-dī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يَتَّصِلُونَ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تَتَّصِلُ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يَتَّصِلُ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message, a letter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ri-sā-la-tun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رَسَائِلُ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رِسَالَتَانِ</a:t>
            </a:r>
            <a:endParaRPr lang="ar-SA" sz="135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رِسَالَةٌ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sequence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· بَعْدَ أَنْ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before · after (+ a verb)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qab-la an · baʿ-da an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connector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ʿin-da-mā</a:t>
            </a:r>
            <a:endParaRPr lang="en-US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“How do you keep in touch with your friends?”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أَصْدِقَائِكَ؟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 أَصْدِقَائِي بِالهَاتِفِ.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keep in touch with my friends by phone.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 أَصْدِقَائِي بِالهَاتِفِ، لِأَنَّهُ سَرِيعٌ وَسَهْلٌ.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it is quick and easy.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وَغَالِبًا أُرْسِلُ رِسَالَةً قَبْلَ أَنْ أَنَامَ.</a:t>
            </a:r>
            <a:endParaRPr lang="ar-SA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I often send a message before I go to sleep.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لٰكِنْ أَمْسِ اتَّصَلْتُ بِصَدِيقِي مُبَاشَرَةً، فَفِي رَأْيِي الصَّوْتُ أَفْضَلُ مِنَ الرَّسَائِلِ.</a:t>
            </a:r>
            <a:endParaRPr lang="ar-SA" sz="20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but yesterday I called my friend directly — in my opinion a voice is better than messages.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عِنْدَمَا … / آخِرَ مَرَّةٍ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بِجَدِّي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تَتَّصِلُ بِجَدِّكَ؟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وَأَحْيَانًا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أَنَامَ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قَبْلَ أَنْ تَنَامَ؟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أَمْسِ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لِأَنِّي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أُرْسِلُ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تُرْسِلُ رَسَائِلَ كَثِيرَةً؟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وَنَادِرًا مَا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ثُمَّ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أَنْ أَصِلَ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بَعْدَ أَنْ تَصِلَ إِلَى البَيْتِ؟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A video call to your aunt abroad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مُكَالَمَةٌ مَعَ خَالَتِي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أَنَا بِخَيْرٍ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Greet her and say how you are.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يَا حَبِيبِي! كَيْفَ حَالُكَ؟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← أَتَكَلَّمُ مَعَهَا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often you talk to your grandmother.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تَتَكَلَّمُ مَعَ جَدَّتِكَ؟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بَعْدَ أَنْ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you usually call.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تَتَّصِلُ بِهَا عَادَةً؟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أَحْيَانًا / نَادِرًا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if you write messages in Arabic.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تَكْتُبُ الرَّسَائِلَ بِالعَرَبِيَّةِ؟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سَأَزُورُكُمْ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سَتَزُورُنَا فِي مِصْرَ؟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nephew or niece · Leader = your aunt in Egypt.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 survey about screens and communication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اسْتِطْلَاعٌ عَنِ الشَّاشَاتِ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long and when (sequence).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تَقْضِي أَمَامَ الشَّاشَةِ كُلَّ يَوْمٍ؟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an app and give a reason.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التَّطْبِيقُ الَّذِي تَسْتَعْمِلُهُ أَكْثَرَ؟ وَلِمَاذَا؟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frequency word + a rule at home.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تَسْتَعْمِلُ الهَاتِفَ عِنْدَمَا تَأْكُلُ؟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researcher a question about the survey.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كَثِيرٌ مِنَ الطُّلَّابِ يَسْهَرُونَ مَعَ هَوَاتِفِهِمْ.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(the past + opinion).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النَّاسُ يَتَوَاصَلُونَ قَبْلَ الهَوَاتِفِ؟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taking part in the survey · Leader = the student researcher.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التَّوَاصُلُ فِي حَيَاتِي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لِمَنْ؟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messages do you send a day?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تُرْسِلُ رِسَالَةً فِي اليَوْمِ؟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call your grandparents?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تَتَّصِلُ بِجَدِّكَ وَجَدَّتِكَ؟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مَاذَا؟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after you wake up?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بَعْدَ أَنْ تَسْتَيْقِظَ؟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did you last use your phone?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اسْتَعْمَلْتَ هَاتِفَكَ آخِرَ مَرَّةٍ؟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وَلٰكِنْ …؟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messages better than calls?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الرَّسَائِلُ أَفْضَلُ مِنَ المُكَالَمَاتِ؟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هٰذَا جَيِّدٌ؟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will people communicate in the future?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سَيَتَوَاصَلُ النَّاسُ فِي المُسْتَقْبَلِ؟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how I keep in touch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أَتَوَاصَلُ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how you keep in touch with family and friends: who, how, how often, when — and a time a message or a call made you happy.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people, three frequency words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دَائِمًا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نَادِرًا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/ بَعْدَ أَنْ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one past example.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compare messages and calls, give an opinion, and say how it will change.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 … بِالهَاتِفِ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keep in touch with … by phone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 · أَحْيَانًا · نَادِرًا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often · sometimes · rarely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آخِرَ مَرَّةٍ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last time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frequency words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دَائِمًا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نَادِرًا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أَبَدًا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/ بَعْدَ أَنْ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a verb in -a, or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يَا خَالَتِي! أَنَا بِخَيْرٍ، وَالحَمْدُ لِلّٰهِ.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Hello auntie! I am fine, thank God.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يَا حَبِيبِي! كَيْفَ حَالُكَ؟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مَعَهَا مَرَّتَيْنِ فِي الأُسْبُوعِ.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talk to her twice a week.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تَتَكَلَّمُ مَعَ جَدَّتِكَ؟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بِهَا بَعْدَ أَنْ أَصِلَ مِنَ المَدْرَسَةِ.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call her after I get back from school.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تَتَّصِلُ بِهَا عَادَةً؟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 أَكْتُبُ بِالعَرَبِيَّةِ، لٰكِنْ غَالِبًا بِالإِنْجِلِيزِيَّةِ.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Sometimes I write in Arabic, but usually in English.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تَكْتُبُ الرَّسَائِلَ بِالعَرَبِيَّةِ؟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سَأَزُورُكُمْ فِي الصَّيْفِ القَادِمِ، إِنْ شَاءَ اللّٰهُ.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visit you next summer, God willing.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سَتَزُورُنَا فِي مِصْرَ؟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أَقْضِي سَاعَتَيْنِ تَقْرِيبًا، غَالِبًا بَعْدَ أَنْ أَنْتَهِيَ مِنَ الوَاجِبَاتِ.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About two hours, usually after I finish my homework.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تَقْضِي أَمَامَ الشَّاشَةِ كُلَّ يَوْمٍ؟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 تَطْبِيقَ الرَّسَائِلِ أَكْثَرَ، لِأَنِّي أَتَوَاصَلُ مَعَ عَائِلَتِي فِي الخَارِجِ.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 the messaging app most, because I keep in touch with my family abroad.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التَّطْبِيقُ الَّذِي تَسْتَعْمِلُهُ أَكْثَرَ؟ وَلِمَاذَا؟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أَبَدًا، لِأَنَّ أَبِي يَقُولُ: لَا هَوَاتِفَ عَلَى المَائِدَةِ!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never — my dad says: no phones at the table!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تَسْتَعْمِلُ الهَاتِفَ عِنْدَمَا تَأْكُلُ؟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سَتَنْشُرُونَ نَتَائِجَ الاسْتِطْلَاعِ؟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when will you publish the survey results?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كَثِيرٌ مِنَ الطُّلَّابِ يَسْهَرُونَ مَعَ هَوَاتِفِهِمْ.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يَكْتُبُونَ الرَّسَائِلَ بِاليَدِ، وَفِي رَأْيِي كَانَتْ أَجْمَلَ، لٰكِنَّهَا كَانَتْ بَطِيئَةً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wrote letters by hand — in my opinion they were nicer, but very slow.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النَّاسُ يَتَوَاصَلُونَ قَبْلَ الهَوَاتِفِ؟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أَتَّصِلُ بِهِمَا كُلَّ يَوْمِ جُمُعَةٍ، لِأَنَّهُمَا يَعِيشَانِ فِي المَغْرِبِ؛ عَادَةً نَتَكَلَّمُ نِصْفَ سَاعَةٍ، وَفِي العُطْلَةِ سَأَزُورُهُمَا.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yes, every Friday · R: they live in Morocco · E: we usually talk for half an hour · T: in the holiday I will visit them.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تَتَّصِلُ بِجَدِّكَ وَجَدَّتِكَ؟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أَنْ أَسْتَيْقِظَ أُصَلِّي، ثُمَّ أَتَنَاوَلُ الفُطُورَ، وَلَا أَنْظُرُ إِلَى هَاتِفِي أَبَدًا قَبْلَ أَنْ أَلْبَسَ؛ أَمْسِ نَسِيتُ ذٰلِكَ فَتَأَخَّرْتُ!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I pray, then have breakfast · R/E: I never look at my phone before I get dressed · T: yesterday I forgot and was late!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بَعْدَ أَنْ تَسْتَيْقِظَ؟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الرَّسَائِلُ أَسْرَعُ، لِأَنِّي أَكْتُبُهَا فِي أَيِّ وَقْتٍ، لٰكِنَّ المُكَالَمَاتِ أَقْرَبُ إِلَى القَلْبِ؛ عِنْدَمَا كُنْتُ مَرِيضًا اتَّصَلَ بِي صَدِيقِي، فَشَعَرْتُ بِالسَّعَادَةِ.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messages are quicker · R: I write them any time · contrast: calls are closer to the heart · E/T: when I was ill my friend called and I felt happy.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الرَّسَائِلُ أَفْضَلُ مِنَ المُكَالَمَاتِ؟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AT-A-L03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AT-A-L03 · Speaking Practice Room — Frequency and Communication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2026-10-25T14:04:39Z</dcterms:created>
  <dcterms:modified xsi:type="dcterms:W3CDTF">2026-10-25T14:04:39Z</dcterms:modified>
</cp:coreProperties>
</file>