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8 (Doctor, Pharmacy and Advice, AT-A-L08) — new role plays and questions (not the ones in the Exam Practice workshop), using the lesson’s language (advice with anṣaḥuka bi-an / yajibu an + verb in -a; polite requests (hal yumkinu an …?); medicine instructions (khudh … marratayni fī al-yawm); imperatives).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عِنْدَكِ · خُذِي · تَأْخُذِينَ.
Language: ʿindī + symptom · the dual ʿaynāya ḥamrāwāni · laysa ʿindī · kam marratan ākhudhuhā? (non-human plural → -hā) · khudh (imperative).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كُنْتِ · مَكَانِكِ — and the Speaker says: أَنْصَحُكِ بِأَنْ تَتْرُكِي · تَشْرَبِي · تَمْشِي.
Language: anṣaḥuka bi-an + verb in -a · yajibu an … wa-an … · past experience · mundhu matā? · law kuntu makānaka, la- (Stretch).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AT-A-L08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AT-A-L08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Doctor and Pharmacy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عِنْدَ الطَّبِيبِ وَفِي الصَّيْدَلِيَّةِ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(buying something for hay fever at a pharmacy, giving advice to a friend before an exam), a topic conversation with A-R-E-T, and a one-minute talk giving health advice.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At the doctor’s and the pharmacy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الطَّبِيبُ وَالصَّيْدَلِيَّةُ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doctor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ṭa-bī-bun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أَطِبَّاءُ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صَيْدَلِيٌّ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pharmacist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ṣay-da-liy-yun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صَيَادِلَةٌ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صَيْدَلِيَّةٌ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صَيْدَلِيٌّ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مَوْعِدٌ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appointment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maw-ʿi-dun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مَوَاعِيدُ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مَوْعِدٌ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دَوَاءٌ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medicine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da-wā-ʾun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أَدْوِيَةٌ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دَوَاءٌ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kinds of medicine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حَبَّةٌ · شَرَابٌ · مَرْهَمٌ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tablet · syrup · cream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ḥab-ba-tun · sha-rā-bun · mar-ha-mun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حُبُوبٌ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وَصْفَةٌ طِبِّيَّةٌ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prescription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waṣ-fa-tun ṭib-biy-ya-tun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وَصَفَاتٌ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وَصْفَةٌ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Advice and instructions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النَّصَائِحُ وَالتَّعْلِيمَاتُ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advice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أَنْصَحُكَ بِأَنْ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advise you to … (+ verb in -a)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an-ṣa-ḥu-ka bi-ʾan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pl.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أَنْصَحُكُمْ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f.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خُذْ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take … (imperative)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khudh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خُذُوا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خُذِي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خُذْ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ارْتَحْ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rest (imperative)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ar-taḥ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ارْتَاحُوا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ارْتَاحِي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ارْتَحْ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dosage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اليَوْمِ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twice a 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mar-ra-tay-ni fī al-yaw-mi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instructions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الأَكْلِ · بَعْدَ الأَكْلِ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before food · after food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qab-la al-ak-li · baʿ-da al-ak-li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polite request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…؟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could I / could you …?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hal yum-ki-nu an …?</a:t>
            </a:r>
            <a:endParaRPr lang="en-US" sz="1350" dirty="0"/>
          </a:p>
        </p:txBody>
      </p:sp>
      <p:sp>
        <p:nvSpPr>
          <p:cNvPr id="93" name="Text 9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“What is your advice for a tired student?”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لِطَالِبٍ مُتْعَبٍ؟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أَنْصَحُهُ بِأَنْ يَنَامَ مُبَكِّرًا.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advise him to sleep early.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أَنْصَحُهُ بِأَنْ يَنَامَ مُبَكِّرًا، لِأَنَّ النَّوْمَ يُرِيحُ الجِسْمَ.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sleep rests the body.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وَيَجِبُ أَنْ يَتْرُكَ الهَاتِفَ قَبْلَ النَّوْمِ بِسَاعَةٍ.</a:t>
            </a:r>
            <a:endParaRPr lang="ar-SA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and he must leave his phone an hour before sleep.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أَنَا جَرَّبْتُ ذٰلِكَ فِي الشَّهْرِ المَاضِي، وَفِي رَأْيِي هٰذِهِ أَفْضَلُ نَصِيحَةٍ!</a:t>
            </a:r>
            <a:endParaRPr lang="ar-SA" sz="22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 tried it last month — in my opinion it’s the best advice!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وَأَرْتَاحُ … أَيَّامٍ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عِنْدَمَا يَكُونُ عِنْدَكَ زُكَامٌ؟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آخِرَ مَرَّةٍ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لِأَنِّي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أَنْ تَذْهَبَ إِلَى الطَّبِيبِ؟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وَمُنْذُ ذٰلِكَ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نَصَحَتْنِي بِأَنْ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النَّصِيحَةُ الَّتِي أَعْطَتْكَ أُمُّكَ؟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وَلَا يَجِبُ أَنْ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بَعْدَ الأَكْلِ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… مَرَّتَيْنِ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تَأْخُذُ الدَّوَاءَ؟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Hay fever at the pharmacy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حَسَاسِيَّةُ الرَّبِيعِ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عِنْدِي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is wrong (two symptoms).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مَسَاءَ الخَيْرِ، 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 ← مُنْذُ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since when.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لَا، لَيْسَ عِنْدِي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if you have a prescription.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وَصْفَةٌ طِبِّيَّةٌ؟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← كَمْ مَرَّةً آخُذُهَا؟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often to take them.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خُذْ هٰذِهِ الحُبُوبَ.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لَا / نَعَمْ + جُمْلَةٌ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وَاحِدَةً. هَلْ تَأْخُذُ أَيَّ دَوَاءٍ آخَرَ؟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customer with hay fever · Leader = the pharmacist.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Advice for a stressed friend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نَصَائِحُ لِصَدِيقٍ قَلِقٍ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advice about sleep, with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أَسْتَطِيعُ أَنْ أَنَامَ بِسَبَبِ الامْتِحَانَاتِ!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pieces of advice.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وَيُؤْلِمُنِي رَأْسِي كُلَّ يَوْمٍ.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short past experience.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كُنْتَ قَلِقًا مِثْلِي فِي السَّنَةِ المَاضِيَةِ؟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 question to understand the problem.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 يَجِبُ أَنْ أَذْهَبَ إِلَى الطَّبِيبِ.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مَكَانِي،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good friend · Leader = your friend, who is stressed before exams.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الصِّحَّةُ وَالنَّصَائِحُ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did you last go to the doctor?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ذَهَبْتَ إِلَى الطَّبِيبِ آخِرَ مَرَّةٍ؟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تَذْهَبُ إِلَيْهَا كَثِيرًا؟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is the pharmacy near your home?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الصَّيْدَلِيَّةُ القَرِيبَةُ مِنْ بَيْتِكَ؟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تَفْعَلُ ذٰلِكَ؟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best health advice?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أَفْضَلُ نَصِيحَةٍ عَنِ الصِّحَّةِ؟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وَمَنْ سَاعَدَكَ؟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do the last time you were ill?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آخِرَ مَرَّةٍ كُنْتَ فِيهَا مَرِيضًا؟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فِي رَأْيِكَ؟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we take more medicine than we need?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نَأْخُذُ الأَدْوِيَةَ أَكْثَرَ مِنَ اللَّازِمِ؟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Would you like to be a doctor in the future?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أَنْ تَعْمَلَ طَبِيبًا فِي المُسْتَقْبَلِ؟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health advice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نَصَائِحِي الصِّحِّيَّةُ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giving advice to younger students about staying healthy: sleep, food, exercise, what to do when you are ill — and advice you followed yourself.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three pieces of advice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+ a verb in -a.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reasons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one thing you did (past).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give advice, a negative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أَلَّا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…), a personal example and an opinion.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أَنْصَحُكُمْ بِأَنْ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advise you (pl.) to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أَلَّا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must not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جَرَّبْتُ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tried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النِّهَايَةِ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finally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advice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/ أَنْصَحُكَ بِأَنْ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a verb in -a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medicine instructions or asked a polite question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…؟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عُطَاسٌ كَثِيرٌ، وَعَيْنَايَ حَمْرَاوَانِ.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sneeze a lot, and my eyes are red.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مَسَاءَ الخَيْرِ، 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أُسْبُوعٍ، مُنْذُ بِدَايَةِ الرَّبِيعِ.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a week, since the start of spring.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لَيْسَ عِنْدِي وَصْفَةٌ.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don’t have a prescription.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وَصْفَةٌ طِبِّيَّةٌ؟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آخُذُهَا فِي اليَوْمِ؟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times a day do I take them?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خُذْ هٰذِهِ الحُبُوبَ.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لَا آخُذُ أَيَّ دَوَاءٍ آخَرَ.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don’t take any other medicine.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وَاحِدَةً. هَلْ تَأْخُذُ أَيَّ دَوَاءٍ آخَرَ؟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أَنْصَحُكَ بِأَنْ تَتْرُكَ الكُتُبَ فِي العَاشِرَةِ، لِأَنَّ الدِّمَاغَ يَحْتَاجُ إِلَى الرَّاحَةِ.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advise you to stop studying at ten, because the brain needs rest.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أَسْتَطِيعُ أَنْ أَنَامَ بِسَبَبِ الامْتِحَانَاتِ!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تَشْرَبَ المَاءَ كَثِيرًا، وَأَنْ تَمْشِيَ قَلِيلًا فِي الهَوَاءِ.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must drink lots of water, and walk a little in the fresh air.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وَيُؤْلِمُنِي رَأْسِي كُلَّ يَوْمٍ.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كُنْتُ قَلِقًا جِدًّا، لٰكِنِّي نَظَّمْتُ وَقْتِي فَنَجَحْتُ.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was very anxious, but I organised my time and passed.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كُنْتَ قَلِقًا مِثْلِي فِي السَّنَةِ المَاضِيَةِ؟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 تَشْعُرُ بِهٰذَا الصُّدَاعِ؟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long have you had this headache?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 يَجِبُ أَنْ أَذْهَبَ إِلَى الطَّبِيبِ.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مَكَانَكَ، لَوَضَعْتُ جَدْوَلًا لِلْمُرَاجَعَةِ، وَلَتَكَلَّمْتُ مَعَ المُعَلِّمِ.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you, I would make a revision timetable and talk to the teacher.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مَكَانِي، مَاذَا 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أَفْضَلُ نَصِيحَةٍ أَنْ نَمْشِيَ كُلَّ يَوْمٍ، لِأَنَّ المَشْيَ مُفِيدٌ لِلْقَلْبِ؛ أَنَا أَمْشِي إِلَى المَدْرَسَةِ عِشْرِينَ دَقِيقَةً، وَفِي الصَّيْفِ سَأَمْشِي مَعَ جَدِّي أَيْضًا.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walk every day · R: good for the heart · E: I walk to school for twenty minutes · T: in summer I will walk with my grandfather too.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أَفْضَلُ نَصِيحَةٍ عَنِ الصِّحَّةِ؟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الطَّبِيبِ مَعَ أَبِي، فَنَصَحَنِي بِأَنْ أَرْتَاحَ يَوْمَيْنِ، وَأَعْطَانِي شَرَابًا لِلسُّعَالِ؛ أَخَذْتُهُ ثَلَاثَ مَرَّاتٍ فِي اليَوْمِ، فَتَحَسَّنْتُ بِسُرْعَةٍ.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I went to the doctor with my dad · R/E: he advised two days’ rest and gave me cough syrup three times a day · result: I got better quickly.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آخِرَ مَرَّةٍ كُنْتَ فِيهَا مَرِيضًا؟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 بَعْضَ النَّاسِ يَأْخُذُونَ دَوَاءً لِكُلِّ صُدَاعٍ بَسِيطٍ؛ صَحِيحٌ أَنَّ الدَّوَاءَ يُسَاعِدُ، غَيْرَ أَنَّ المَاءَ وَالنَّوْمَ يَكْفِيَانِ أَحْيَانًا.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some take medicine for every small headache · concession: medicine helps, but water and sleep are sometimes enough.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نَأْخُذُ الأَدْوِيَةَ أَكْثَرَ مِنَ اللَّازِمِ؟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AT-A-L08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AT-A-L08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AT-A-L08 · Speaking Practice Room — Doctor and Pharmacy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2026-10-25T14:12:39Z</dcterms:created>
  <dcterms:modified xsi:type="dcterms:W3CDTF">2026-10-25T14:12:39Z</dcterms:modified>
</cp:coreProperties>
</file>