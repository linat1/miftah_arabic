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11 (Travel and Tourism, AT-A-L11) — new role plays and questions (not the ones in the Exam Practice workshop), using the lesson’s language (holidays in the past tense (sāfartu, zurtu, nazaltu fī); hotels and sights; idhā (real) and law … la- (unreal) conditionals).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عِنْدَكِ · سَتَبْقَيْنَ · تُرِيدِينَ · تَفَضَّلِي · جِئْتِ.
Language: ʿindī ḥajzun bi-smi … · thalātha layālin (feminine noun → thalātha without tā’; layāl = plural) · ghurfa muzdawija · matā …? · li-annī urīdu an azūra.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تُرِيدِينَ · سَتَرْجِعِينَ.
Language: describing a problem (lā yaʿmalu, tuṭillu ʿalā) · mundhu · lam yaʾti aḥadun · comparatives ahdaʾ / aʿlā · hal yumkinu an tuʿṭiyanī · idhā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Travel and Tourism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السَّفَرُ وَالسِّيَاحَةُ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(checking in at a hotel, a problem with a hotel room), a topic conversation with A-R-E-T, and a one-minute talk about a holiday.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Holidays in the past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العُطْلَاتُ فِي المَاضِي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travelled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sā-far-tu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سَافَرَتْ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سَافَرَ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visited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zur-tu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زَارَتْ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زَارَ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نَزَلْتُ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stayed at (a hotel)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na-zal-tu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نَزَلَتْ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نَزَلَ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he · we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نَحْجِزُ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tourist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sā-ʾi-ḥun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سُيَّاحٌ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سَائِحَةٌ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hotel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fun-du-qun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فَنَادِقُ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فُنْدُقٌ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Hotels, sights and conditions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الفَنَادِقُ وَالمَعَالِمُ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single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مُزْدَوِجَةٌ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double room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ghur-fa-tun muz-da-wi-ja-tun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single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مُفْرَدَةٌ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مَعْلَمٌ سِيَاحِيٌّ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tourist sight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maʿ-la-mun si-yā-ḥiy-yun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مَعَالِمُ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مَعْلَمٌ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historic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tā-rī-khiy-yun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تَارِيخِيَّةٌ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تَارِيخِيٌّ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holiday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عُطَلٌ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idhā + past verb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(real, likely)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law … la-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… لَسَافَرْتُ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I would travel (unreal)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kā-na … la-sā-far-tu</a:t>
            </a:r>
            <a:endParaRPr lang="en-US" sz="135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“Where did you spend your last holiday?”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قَضَيْتَ عُطْلَتَكَ الأَخِيرَةَ؟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عُطْلَتِي فِي تُرْكِيَا.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spent my holiday in Turkey.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عُطْلَتِي فِي تُرْكِيَا، لِأَنَّ خَالِي يَعِيشُ هُنَاكَ.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my uncle lives there.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وَنَزَلْنَا فِي فُنْدُقٍ قُرْبَ البَحْرِ، وَزُرْنَا مَسَاجِدَ تَارِيخِيَّةً كَثِيرَةً.</a:t>
            </a:r>
            <a:endParaRPr lang="ar-SA" sz="23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we stayed in a hotel near the sea and visited many historic mosques.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وَإِذَا نَجَحْتُ فِي الامْتِحَانَاتِ، سَنُسَافِرُ إِلَى المَغْرِبِ؛ فَالسَّفَرُ فِي رَأْيِي أَفْضَلُ مُعَلِّمٍ.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if I pass my exams, we will travel to Morocco — in my opinion travel is the best teacher.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فِي الصَّيْفِ المَاضِي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الفُنْدُقَ أَمِ الخَيْمَةَ؟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وَسَأَزُورُ … هُنَاكَ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البَلَدُ الَّذِي تُرِيدُ أَنْ تَزُورَهُ؟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وَمَرَّةً نَسِيتُ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تَأْخُذُ مَعَكَ عِنْدَمَا تُسَافِرُ؟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… لَسَافَرْتُ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زُرْتُهُ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مَكَانٍ زُرْتَهُ؟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Checking in at the hotel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اسْتِقْبَالِ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عِنْدِي حَجْزٌ بِاسْمِ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have a booking and give your name.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هَلْ عِنْدَكَ حَجْزٌ؟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سَأَبْقَى … لَيَالٍ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nights.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 سَتَبْقَى؟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← أُرِيدُ غُرْفَةً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the type of room.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الغُرَفِ تُرِيدُ؟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مَتَى الفُطُورُ؟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breakfast is.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المِفْتَاحُ.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جِئْتُ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السَّابِعَةِ إِلَى العَاشِرَةِ. لِمَاذَا جِئْتَ إِلَى مَرَّاكُشَ؟</a:t>
            </a:r>
            <a:endParaRPr lang="ar-SA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guest · Leader = the receptionist.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problem with your hotel room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غُرْفَةِ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two problems with the 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when, and what you did (past).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Make a polite request.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مَاذَا تُرِيدُ أَنْ نَفْعَلَ؟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the price or another detail.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غُرْفَةٌ تُطِلُّ عَلَى الحَدِيقَةِ.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(idhā + 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فُنْدُقِنَا مَرَّةً أُخْرَى؟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an unhappy guest · Leader = the hotel manager.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وَالعُطْلَاتُ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travelling?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السَّفَرَ؟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وَإِلَى أَيْنَ؟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usually travel with?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تُسَافِرُ عَادَةً؟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أَعْجَبَكَ؟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hotel you stayed in.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فُنْدُقًا نَزَلْتَ فِيهِ.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tourist sight do you want to see?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المَعْلَمُ السِّيَاحِيُّ الَّذِي تُرِيدُ أَنْ تَرَاهُ؟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وَلٰكِنْ …؟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tourism always good for countries?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السِّيَاحَةُ مُفِيدَةٌ لِلْبُلْدَانِ دَائِمًا؟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وَمَعَ مَنْ؟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had lots of money, where would you travel?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مَالٌ كَثِيرٌ، أَيْنَ تُسَافِرُ؟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holiday I remember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 أَتَذَكَّرُهَا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holiday: where you went, how you travelled, where you stayed, what you visited and ate — and where you will go next.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four past sentences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أَكَلْتُ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reasons, one problem, and a future plan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all three time frames, an opinion about tourism and law … la-.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المَاضِي سَافَرْتُ إِلَى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summer I travelled to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 فِي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stayed in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شَيْءٍ كَانَ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best thing was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سَأُسَافِرُ إِلَى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… I will travel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 holiday verbs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نَزَلْتُ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future, or law … la-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حَجْزٌ بِاسْمِ يُوسُفَ أَحْمَدَ.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booking in the name of Yusuf Ahmad.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هَلْ عِنْدَكَ حَجْزٌ؟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سَأَبْقَى ثَلَاثَ لَيَالٍ.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stay three nights.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 سَتَبْقَى؟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غُرْفَةً مُزْدَوِجَةً مَعَ حَمَّامٍ.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double room with a bathroom.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نَوْعٍ مِنَ الغُرَفِ تُرِيدُ؟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مَتَى الفُطُورُ، مِنْ فَضْلِكِ؟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when is breakfast,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تَفَضَّلْ، هٰذَا المِفْتَاحُ.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جِئْتُ لِأَنِّي أُرِيدُ أَنْ أَزُورَ الأَسْوَاقَ القَدِيمَةَ.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came because I want to visit the old markets.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السَّابِعَةِ إِلَى العَاشِرَةِ. لِمَاذَا جِئْتَ إِلَى مَرَّاكُشَ؟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المُكَيِّفُ لَا يَعْمَلُ، وَالغُرْفَةُ تُطِلُّ عَلَى الشَّارِعِ المُزْدَحِمِ، فَلَا أَسْتَطِيعُ أَنْ أَنَامَ.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air-conditioning doesn’t work, and the room faces the busy street, so I can’t sleep.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أَمْسِ؛ اتَّصَلْتُ بِالاسْتِقْبَالِ مَرَّتَيْنِ، لٰكِنْ لَمْ يَأْتِ أَحَدٌ.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yesterday; I called reception twice, but nobody came.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تُعْطِيَنِي غُرْفَةً أَهْدَأَ فِي طَابِقٍ أَعْلَى؟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you give me a quieter room on a higher floor?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جِدًّا. مَاذَا تُرِيدُ أَنْ نَفْعَلَ؟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مُمْتَازٌ! وَهَلْ سِعْرُهَا مِثْلُ سِعْرِ غُرْفَتِي؟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Excellent! And is it the same price as my room?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غُرْفَةٌ تُطِلُّ عَلَى الحَدِيقَةِ.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كَانَتِ الغُرْفَةُ الجَدِيدَةُ مُرِيحَةً، فَسَأَرْجِعُ بِالتَّأْكِيدِ، لِأَنَّ المَوْقِعَ رَائِعٌ.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new room is comfortable, I will definitely come back — the location is wonderful.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سَتَرْجِعُ إِلَى فُنْدُقِنَا مَرَّةً أُخْرَى؟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أُسَافِرُ عَادَةً مَعَ عَائِلَتِي، لِأَنَّ أَبِي يُحِبُّ أَنْ نَكُونَ مَعًا فِي العُطْلَةِ؛ فِي الصَّيْفِ المَاضِي سَافَرْنَا إِلَى إِسْبَانْيَا، وَفِي المُسْتَقْبَلِ سَأُسَافِرُ مَعَ أَصْدِقَائِي.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with my family · R: dad likes us to be together on holiday · E: Spain last summer · T: in the future I’ll travel with friends.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تُسَافِرُ عَادَةً؟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 فِي فُنْدُقٍ صَغِيرٍ فِي إِسْطَنْبُولَ، وَكَانَتْ غُرْفَتُنَا تُطِلُّ عَلَى البَحْرِ؛ أَعْجَبَنِي الفُطُورُ لِأَنَّهُ كَانَ غَنِيًّا جِدًّا، لٰكِنَّ المِصْعَدَ كَانَ مُعَطَّلًا.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small hotel in Istanbul with a sea view · R: I liked the rich breakfast · contrast: but the lift was broken.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فُنْدُقًا نَزَلْتَ فِيهِ.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السِّيَاحَةَ تُوَفِّرُ وَظَائِفَ كَثِيرَةً، غَيْرَ أَنَّهَا قَدْ تُلَوِّثُ الشَّوَاطِئَ؛ لِذٰلِكَ أَرَى أَنَّهُ يَجِبُ عَلَى السُّيَّاحِ أَنْ يَحْتَرِمُوا البِيئَةَ وَالعَادَاتِ.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Concession: tourism creates many jobs, but may pollute beaches · opinion: tourists must respect the environment and customs.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السِّيَاحَةُ مُفِيدَةٌ لِلْبُلْدَانِ دَائِمًا؟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AT-A-L11 · Speaking Practice Room — Travel and Tourism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2026-10-25T14:18:15Z</dcterms:created>
  <dcterms:modified xsi:type="dcterms:W3CDTF">2026-10-25T14:18:15Z</dcterms:modified>
</cp:coreProperties>
</file>