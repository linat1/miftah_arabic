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4 (Food and Drink — Meals and Preferences, AT-A-L04) — new role plays and questions (not the ones in the Exam Practice workshop), using the lesson’s language (iḍāfa (ʿaṣīru al-burtuqāli, ṭabaqu ar-ruzzi); adjective agreement (m. · f. · non-human plural); preferences with ufaḍḍilu … ʿalā …).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تُحِبِّينَ · تَأْكُلِي · تَأْكُلِينَهُ · تَشْرَبِينَ · تَفَضَّلِي.
Language: uḥibbu an ākula (verb in -a after an) · lā ākulu … li-annī lā uḥibbuhu · iḍāfa ʿaṣīru al-burtuqāl · agreement: aṭ-ṭājīnu ladhīdhun.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تَطْبُخِينَ · تُفَضِّلِينَهُ · طَبَخْتِ.
Language: ufaḍḍilu X ʿalā Y · relative alladhī · iḍāfa shūrbatu al-ʿadas · past cooking verbs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Food and Drink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الطَّعَامُ وَالشَّرَابُ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host family’s dinner, a cooking-club interview), a topic conversation with A-R-E-T, and a one-minute talk about their favourite dish.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Eating, drinking and preferring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وَأَشْرَبُ وَأُفَضِّلُ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eat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ā-ku-lu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يَأْكُلُونَ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تَأْكُلُ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يَأْكُلُ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drink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ash-ra-bu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يَشْرَبُونَ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تَشْرَبُ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يَشْرَبُ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prefer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u-faḍ-ḍi-lu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يُفَضِّلُونَ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تُفَضِّلُ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يُفَضِّلُ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أَطْبُخُ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aṭ-bu-khu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يَطْبُخُونَ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تَطْبُخُ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يَطْبُخُ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meal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waj-ba-tun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وَجَبَاتٌ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وَجْبَتَانِ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وَجْبَةٌ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dual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dish, a plate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ṭa-ba-qun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أَطْبَاقٌ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dual</a:t>
            </a:r>
            <a:endParaRPr lang="en-US" sz="700" dirty="0"/>
          </a:p>
        </p:txBody>
      </p:sp>
      <p:sp>
        <p:nvSpPr>
          <p:cNvPr id="119" name="Text 116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طَبَقَانِ</a:t>
            </a:r>
            <a:endParaRPr lang="ar-SA" sz="1350" dirty="0"/>
          </a:p>
        </p:txBody>
      </p:sp>
      <p:sp>
        <p:nvSpPr>
          <p:cNvPr id="120" name="Shape 117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طَبَقٌ</a:t>
            </a:r>
            <a:endParaRPr lang="ar-SA" sz="1500" dirty="0"/>
          </a:p>
        </p:txBody>
      </p:sp>
      <p:sp>
        <p:nvSpPr>
          <p:cNvPr id="123" name="Text 12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Meals and how they taste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الوَجَبَاتُ وَالطَّعْمُ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delicious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la-dhī-dhun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لَذِيذَةٌ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حَارٌّ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spicy, hot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ḥār-run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حَارَّةٌ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حَارٌّ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healthy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ṣiḥ-ḥiy-yun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صِحِّيَّةٌ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فَاكِهَةٌ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fruit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fā-ki-ha-tun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فَوَاكِهُ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فَاكِهَةٌ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idāfa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عَصِيرُ البُرْتُقَالِ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orange juice (idāfa)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ʿa-ṣī-ru al-bur-tu-qā-li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meals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الفُطُورُ · الغَدَاءُ · العَشَاءُ</a:t>
            </a:r>
            <a:endParaRPr lang="ar-SA" sz="28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breakfast · lunch · dinner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al-fu-ṭū-ru · al-gha-dā-ʾu · al-ʿa-shā-ʾu</a:t>
            </a:r>
            <a:endParaRPr lang="en-US" sz="1350" dirty="0"/>
          </a:p>
        </p:txBody>
      </p:sp>
      <p:sp>
        <p:nvSpPr>
          <p:cNvPr id="93" name="Text 9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your favourite dish?”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طَبَقُكَ المُفَضَّلُ؟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طَبَقِي المُفَضَّلُ هُوَ الكُسْكُسُ.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favourite dish is couscous.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طَبَقِي المُفَضَّلُ هُوَ الكُسْكُسُ، لِأَنَّهُ لَذِيذٌ وَصِحِّيٌّ.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it is tasty and healthy.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وَتَطْبُخُهُ أُمِّي مَعَ الخُضَارِ وَاللَّحْمِ كُلَّ يَوْمِ جُمُعَةٍ.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my mum cooks it with vegetables and meat every Friday.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المُسْتَقْبَلِ سَأَتَعَلَّمُ أَنْ أَطْبُخَهُ، فَهُوَ فِي رَأْيِي أَشْهَى طَبَقٍ فِي العَالَمِ!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in the future I will learn to cook it — in my opinion it is the tastiest dish in the world!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عَادَةً / فِي العُطْلَةِ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أَمْسِ أَكَلْتُ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الطَّعَامَ الحَارَّ؟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أُفَضِّلُ … عَلَى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لِأَنَّهَا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الفَاكِهَةُ الَّتِي تُفَضِّلُهَا؟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وَسَوْفَ أُسَاعِدُ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يَطْبُخُ / تَطْبُخُ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يَطْبُخُ فِي بَيْتِكُمْ؟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Dinner with your host family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العَشَاءُ مَعَ الأُسْرَةِ المُضِيفَةِ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أُحِبُّ أَنْ آكُلَ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like to eat.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تَأْكُلَ؟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 آكُلُ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a food you don’t eat.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طَعَامٌ لَا تَأْكُلُهُ؟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أَشْرَبُ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drink with dinner.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تَشْرَبُ مَعَ العَشَاءِ؟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رَأْيٌ ← الطَّاجِينُ … جِدًّا!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of the dish.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طَاجِينٌ مَغْرِبِيٌّ.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نَأْكُلُ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تَأْكُلُونَ فِي بِرِيطَانِيَا يَوْمَ الأَحَدِ؟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an exchange student · Leader = the host mother or father.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Joining the school cooking club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نَادِي الطَّبْخِ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cook and how often.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تَطْبُخُ فِي البَيْتِ؟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State a preference and give a reason.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الأَكْلُ الَّذِي تُفَضِّلُهُ: العَرَبِيُّ أَمِ الإِيطَالِيُّ؟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dish you made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طَبَخْتَ آخِرَ مَرَّةٍ؟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 question about the club.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النَّادِي نَطْبُخُ أَطْبَاقًا مِنْ بُلْدَانٍ مُخْتَلِفَةٍ.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طَبَخْتَ لِلْمَدْرَسَةِ كُلِّهَا، مَاذَا تَطْبُخُ؟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student who wants to join · Leader = the cooking-club leader.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الطَّعَامُ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meal do you prefer?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وَجْبَتُكَ المُفَضَّلَةُ: الفُطُورُ أَمِ الغَدَاءُ أَمِ العَشَاءُ؟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كُوبًا؟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drink when you are thirsty?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تَشْرَبُ عِنْدَمَا تَكُونُ عَطْشَانَ؟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كَانَ لَذِيذًا؟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eat for dinner yesterday?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أَكَلْتَ أَمْسِ فِي العَشَاءِ؟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food don’t you like?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الطَّعَامُ الَّذِي لَا تُحِبُّهُ؟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 food in your country better than Arab food?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الطَّعَامُ فِي بِلَادِكَ أَفْضَلُ مِنَ الطَّعَامِ العَرَبِيِّ؟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وَلِمَنْ؟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opened a restaurant, what would you serve?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فَتَحْتَ مَطْعَمًا، مَاذَا تُقَدِّمُ فِيهِ؟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favourite dish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طَبَقِي المُفَضَّلُ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favourite dish: what is in it, who cooks it, when you eat it, why you like it — and the last time you ate it.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the dish, three ingredients and one adjective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حَارٌّ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صِحِّيٌّ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who cooks it, when, a reason, and one past sentence.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compare it with another dish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أَشْهَى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), give an opinion and a future plan.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طَبَقِي المُفَضَّلُ هُوَ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dish is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فِيهِ … وَ…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has … and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آخِرَ مَرَّةٍ أَكَلْتُهُ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last time I ate it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أُفَضِّلُهُ عَلَى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it to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adjectives agree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لَذِيذَةٌ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non-human plural)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an iḍāfa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عَصِيرُ البُرْتُقَالِ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or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عَلَى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آكُلَ الدَّجَاجَ مَعَ الأَرُزِّ.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to eat chicken with rice.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تُحِبُّ أَنْ تَأْكُلَ؟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لَا آكُلُ السَّمَكَ، لِأَنِّي لَا أُحِبُّهُ.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don’t eat fish — I don’t like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طَعَامٌ لَا تَأْكُلُهُ؟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عَصِيرَ البُرْتُقَالِ أَوِ المَاءَ.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drink orange juice or water.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تَشْرَبُ مَعَ العَشَاءِ؟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الطَّاجِينُ لَذِيذٌ جِدًّا!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you! The tagine is delicious!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طَاجِينٌ مَغْرِبِيٌّ.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نَأْكُلُ اللَّحْمَ المَشْوِيَّ مَعَ البَطَاطِسِ وَالخُضَارِ.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eat roast meat with potatoes and vegetables.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تَأْكُلُونَ فِي بِرِيطَانِيَا يَوْمَ الأَحَدِ؟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أَطْبُخُ المَعْكَرُونَةَ بِالصَّلْصَةِ مَرَّةً فِي الأُسْبُوعِ.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cook pasta with sauce once a week.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تَطْبُخُ فِي البَيْتِ؟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الأَكْلَ العَرَبِيَّ عَلَى الإِيطَالِيِّ، لِأَنَّ فِيهِ تَوَابِلَ كَثِيرَةً.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Arab food to Italian, because it has lots of spices.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الأَكْلُ الَّذِي تُفَضِّلُهُ: العَرَبِيُّ أَمِ الإِيطَالِيُّ؟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طَبَخْتُ شُورْبَةَ العَدَسِ لِعَائِلَتِي، وَأَضَفْتُ إِلَيْهَا اللَّيْمُونَ.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made lentil soup for my family, and added lemon.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طَبَخْتَ آخِرَ مَرَّةٍ؟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نَأْكُلُ مَا نَطْبُخُهُ فِي نِهَايَةِ الحِصَّةِ؟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do we eat what we cook at the end of the session?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النَّادِي نَطْبُخُ أَطْبَاقًا مِنْ بُلْدَانٍ مُخْتَلِفَةٍ.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طَبَخْتُ لِلْمَدْرَسَةِ، لَطَبَخْتُ الأَرُزَّ بِالدَّجَاجِ، لِأَنَّ الجَمِيعَ يُحِبُّهُ.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cooked for the school, I would make chicken and rice, because everyone loves it.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طَبَخْتَ لِلْمَدْرَسَةِ كُلِّهَا، مَاذَا تَطْبُخُ؟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الفُطُورَ، لِأَنِّي أَكُونُ جَائِعًا جِدًّا فِي الصَّبَاحِ؛ عَادَةً آكُلُ البَيْضَ وَالخُبْزَ، وَيَوْمَ السَّبْتِ القَادِمِ سَنَأْكُلُ الفُطُورَ فِي مَقْهًى.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breakfast · R: I am very hungry in the morning · E: eggs and bread · T: next Saturday we will have breakfast in a café.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وَجْبَتُكَ المُفَضَّلَةُ: الفُطُورُ أَمِ الغَدَاءُ أَمِ العَشَاءُ؟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أَكَلْتُ المَقْلُوبَةَ الَّتِي طَبَخَتْهَا جَدَّتِي، وَكَانَتْ لَذِيذَةً جِدًّا، لِأَنَّهَا تَضَعُ فِيهَا البَاذِنْجَانَ؛ وَبَعْدَ العَشَاءِ شَرِبْنَا الشَّايَ بِالنَّعْنَاعِ.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maqluba my grandma made · R: delicious — she adds aubergine · E: after dinner we drank mint tea.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أَكَلْتَ أَمْسِ فِي العَشَاءِ؟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الطَّعَامُ العَرَبِيُّ أَشْهَى، لِأَنَّ فِيهِ تَوَابِلَ أَكْثَرَ، لٰكِنِّي أُحِبُّ السَّمَكَ مَعَ البَطَاطِسِ هُنَا؛ عِنْدَمَا زُرْتُ لُبْنَانَ أَكَلْتُ أَطْيَبَ حُمُّصٍ فِي حَيَاتِي.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Arab food is tastier · R: more spices · contrast: I like fish and chips here · E/past: in Lebanon I ate the best hummus of my life.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الطَّعَامُ فِي بِلَادِكَ أَفْضَلُ مِنَ الطَّعَامِ العَرَبِيِّ؟</a:t>
            </a:r>
            <a:endParaRPr lang="ar-SA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AT-A-L04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AT-A-L04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AT-A-L04 · Speaking Practice Room — Food and Drink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2026-10-25T14:05:08Z</dcterms:created>
  <dcterms:modified xsi:type="dcterms:W3CDTF">2026-10-25T14:05:08Z</dcterms:modified>
</cp:coreProperties>
</file>