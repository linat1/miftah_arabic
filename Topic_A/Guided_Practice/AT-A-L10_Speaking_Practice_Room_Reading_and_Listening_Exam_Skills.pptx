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A · Everyday Activities, Lesson 10 (Topic A mixed practice — a weekend day out, AT-A-L10) — new role plays and questions (not the ones in the Exam Practice workshop), using the lesson’s language (mixed Topic A: time, routine, food, transport; past (qaḍaytu), present and future (sa-) together; suggestions (mā raʾyuka an …?)).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رَأْيُكِ.
Language: accepting (fikratun rāʾiʿa) · times · bi- + transport · sa-ākhudhu (future) · idhā … sa- (real condition).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تُحِبِّينَ · تَفْعَلِي · أَنْصَحُكِ · تُفَضِّلِينَ · زُرْتِ · عِنْدَكِ.
Language: uḥibbu an azūra · questions with kayfa / kam · comparatives abradu, ahdaʾu · past narrative (tajawwaltu) · law … la- (Stretch).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GUIDED PRACTICE  ·  AT-A-L10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AT-A-L10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Mixed Topic A: a Day Out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يَوْمٌ فِي الخَارِجِ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(planning a picnic with a friend, a tourist-information desk), a topic conversation with A-R-E-T across all of Topic A, and a one-minute talk about a perfect Saturday.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Advanced Topic A · Everyday Activities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Going out — plans and places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الخُرُوجُ وَالأَمَاكِنُ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نُزْهَةٌ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outing, a day out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nuz-ha-tun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نُزُهَاتٌ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نُزْهَةٌ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he · they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نَخْرُجُ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go out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nakh-ru-ju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يَخْرُجُونَ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يَخْرُجُ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أَخْرُجُ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spent (time)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qa-ḍay-tu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قَضَيْنَا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قَضَتْ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قَضَى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he · they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سَنَزُورُ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will visit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sa-na-zū-ru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سَيَزُورُونَ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سَيَزُورُ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سَأَزُورُ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4782312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782312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he · they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نَتَّفِقُ عَلَى …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agree on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nat-ta-fi-qu ʿa-lā …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95" name="Text 92"/>
          <p:cNvSpPr txBox="1"/>
          <p:nvPr/>
        </p:nvSpPr>
        <p:spPr>
          <a:xfrm>
            <a:off x="676656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يَتَّفِقُونَ</a:t>
            </a:r>
            <a:endParaRPr lang="ar-SA" sz="1350" dirty="0"/>
          </a:p>
        </p:txBody>
      </p:sp>
      <p:sp>
        <p:nvSpPr>
          <p:cNvPr id="96" name="Shape 93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يَتَّفِقُ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أَتَّفِقُ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places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9" name="Text 106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حَدِيقَةٌ · شَاطِئٌ · مُتْحَفٌ</a:t>
            </a:r>
            <a:endParaRPr lang="ar-SA" sz="3000" dirty="0"/>
          </a:p>
        </p:txBody>
      </p:sp>
      <p:sp>
        <p:nvSpPr>
          <p:cNvPr id="110" name="Text 107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park · beach · museum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ḥa-dī-qa-tun · shā-ṭi-ʾun · mut-ḥa-fun</a:t>
            </a:r>
            <a:endParaRPr lang="en-US" sz="1350" dirty="0"/>
          </a:p>
        </p:txBody>
      </p:sp>
      <p:sp>
        <p:nvSpPr>
          <p:cNvPr id="111" name="Shape 108"/>
          <p:cNvSpPr/>
          <p:nvPr/>
        </p:nvSpPr>
        <p:spPr>
          <a:xfrm>
            <a:off x="594360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649224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640080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حَدَائِقُ · شَوَاطِئُ · مَتَاحِفُ</a:t>
            </a:r>
            <a:endParaRPr lang="ar-SA" sz="1500" dirty="0"/>
          </a:p>
        </p:txBody>
      </p:sp>
      <p:sp>
        <p:nvSpPr>
          <p:cNvPr id="114" name="Text 11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Feelings, picnics and suggestions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المَشَاعِرُ وَالاقْتِرَاحَاتُ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more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enjoyable, fun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mum-ti-ʿun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أَمْتَعُ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more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مُتْعِبٌ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tiring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mut-ʿi-bun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تَعَبًا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مُتْعِبَةٌ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مُتْعِبٌ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مُتَحَمِّسٌ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excited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mu-ta-ḥam-mi-sun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مُتَحَمِّسُونَ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مُتَحَمِّسَةٌ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مُتَحَمِّسٌ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food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نُزْهَةُ طَعَامٍ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picnic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nuz-ha-tu ṭa-ʿā-min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suggesting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أَنْ …؟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about … (+ verb in -a)?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mā raʾ-yu-ka an …?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pl.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رَأْيُكُمْ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f.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رَأْيُكِ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agreeing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رَائِعَةٌ!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great idea!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fik-ra-tun rā-ʾi-ʿa-tun!</a:t>
            </a:r>
            <a:endParaRPr lang="en-US" sz="135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“How did you spend last Saturday?”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قَضَيْتَ يَوْمَ السَّبْتِ المَاضِي؟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 يَوْمَ السَّبْتِ فِي الحَدِيقَةِ.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spent Saturday in the park.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 يَوْمَ السَّبْتِ فِي الحَدِيقَةِ، لِأَنَّ الجَوَّ كَانَ مُشْمِسًا.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the weather was sunny.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وَذَهَبْنَا بِالدَّرَّاجَاتِ، ثُمَّ أَكَلْنَا نُزْهَةَ طَعَامٍ تَحْتَ الأَشْجَارِ.</a:t>
            </a:r>
            <a:endParaRPr lang="ar-SA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we went by bike, then had a picnic under the trees.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وَالسَّبْتَ القَادِمَ سَنَزُورُ المُتْحَفَ، لٰكِنِّي فِي رَأْيِي أُفَضِّلُ الحَدِيقَةَ!</a:t>
            </a:r>
            <a:endParaRPr lang="ar-SA" sz="22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next Saturday we will visit the museum — but in my opinion I prefer the park!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آخِرَ مَرَّةٍ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أَنْ نَخْرُجَ إِلَى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تُحِبُّ أَنْ تَخْرُجَ مَعَ عَائِلَتِكَ؟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وَالمَرَّةَ القَادِمَةَ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آخُذُ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تَأْخُذُ مَعَكَ فِي النُّزْهَةِ؟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وَتَسْتَغْرِقُ الرِّحْلَةُ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لِأَنَّهَا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نَذْهَبُ بِالسَّيَّارَةِ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تَذْهَبُونَ إِلَى الشَّاطِئِ؟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زُرْتُ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المَتَاحِفُ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المَتَاحِفِ؟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Planning a picnic with a friend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نُخَطِّطُ لِنُزْهَةٍ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← فِكْرَةٌ رَائِعَةٌ! نَذْهَبُ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 and suggest a place.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أَنْ نَخْرُجَ يَوْمَ الأَحَدِ؟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أَيِّ سَاعَةٍ ← فِي السَّاعَةِ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 time.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سَاعَةٍ نَلْتَقِي؟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← نَذْهَبُ بِالحَافِلَةِ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transport.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نَذْهَبُ إِلَى هُنَاكَ؟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سَآخُذُ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will bring.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نَأْكُلُ؟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← إِذَا … سَنَذْهَبُ إِلَى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كَانَ الجَوُّ مُمْطِرًا؟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friend · Leader = your friend on the phone.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At the tourist-information desk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مَكْتَبِ المَعْلُومَاتِ السِّيَاحِيَّةِ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like doing on a day out, with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مَاذَا تُحِبُّ أَنْ تَفْعَلَ يَوْمَ السَّبْتِ؟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to get there and how long it takes.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أَنْصَحُكَ بِقَلْعَةِ نَزْوَى، لٰكِنَّهَا بَعِيدَةٌ قَلِيلًا.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State a preference and compare.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سَاعَتَانِ بِالحَافِلَةِ. هَلْ تُفَضِّلُ الشَّاطِئَ أَمِ الجِبَالَ؟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did yesterday (past).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 عُمَانَ مِنْ قَبْلُ؟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يَوْمٌ آخَرُ،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visitor with a free Saturday · Leader = the information officer.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كُلُّ مَوَاضِيعِ المِحْوَرِ الأَوَّلِ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usually do at the weekend?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نِهَايَةِ الأُسْبُوعِ عَادَةً؟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food do you eat on a picnic?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الطَّعَامُ الَّذِي تَأْكُلُهُ فِي النُّزْهَةِ؟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ذَهَبْتُمْ؟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fun day you spent out.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يَوْمًا مُمْتِعًا قَضَيْتَهُ فِي الخَارِجِ.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you do next holiday?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فِي العُطْلَةِ القَادِمَةِ؟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الحَلُّ؟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young people spend enough time outdoors?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يَقْضِي الشَّبَابُ وَقْتًا كَافِيًا فِي الهَوَاءِ الطَّلْقِ؟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وَلِمَاذَا؟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planned a perfect day for your family, what would it be like?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خَطَّطْتَ يَوْمًا مِثَالِيًّا لِعَائِلَتِكَ، كَيْفَ يَكُونُ؟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my perfect Saturday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يَوْمُ السَّبْتِ المِثَالِيُّ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your perfect Saturday, using everything from Topic A: when you wake up, what you eat, where you go and how, who with — and compare it with last Saturday.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four sentences — time, food, place, transport.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reasons and compare with last Saturday (past).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all three time frames, a comparison and a conditional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Topic A words: time, food, places and transport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past and future in the same answer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 … سَأَزُورُ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رَائِعَةٌ! نَذْهَبُ إِلَى حَدِيقَةِ المَدِينَةِ.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Great idea! Let’s go to the city park.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أَنْ نَخْرُجَ يَوْمَ الأَحَدِ؟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نَلْتَقِي فِي السَّاعَةِ العَاشِرَةِ صَبَاحًا.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Let’s meet at ten in the morning.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سَاعَةٍ نَلْتَقِي؟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نَذْهَبُ بِالحَافِلَةِ، لِأَنَّهَا قَرِيبَةٌ مِنْ بَيْتِي.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go by bus, because the stop is near my home.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نَذْهَبُ إِلَى هُنَاكَ؟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سَآخُذُ سَنْدَوِيشَاتٍ وَفَوَاكِهَ وَمَاءً.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bring sandwiches, fruit and water.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نَأْكُلُ؟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 الجَوُّ مُمْطِرًا، سَنَذْهَبُ إِلَى المُتْحَفِ.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it rains, we will go to the museum.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كَانَ الجَوُّ مُمْطِرًا؟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أَنْ أَزُورَ الأَمَاكِنَ التَّارِيخِيَّةَ، لِأَنِّي أَدْرُسُ التَّارِيخَ فِي المَدْرَسَةِ.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visiting historical places, because I study history at school.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مَاذَا تُحِبُّ أَنْ تَفْعَلَ يَوْمَ السَّبْتِ؟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أَذْهَبُ إِلَيْهَا؟ وَكَمْ تَسْتَغْرِقُ الرِّحْلَةُ؟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I get there? And how long does the journey take?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أَنْصَحُكَ بِقَلْعَةِ نَزْوَى، لٰكِنَّهَا بَعِيدَةٌ قَلِيلًا.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الجِبَالَ، لِأَنَّهَا أَبْرَدُ مِنَ الشَّاطِئِ فِي الصَّيْفِ وَأَهْدَأُ.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the mountains — cooler than the beach in summer, and quieter.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سَاعَتَانِ بِالحَافِلَةِ. هَلْ تُفَضِّلُ الشَّاطِئَ أَمِ الجِبَالَ؟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هٰذِهِ أَوَّلُ زِيَارَةٍ؛ أَمْسِ تَجَوَّلْتُ فِي السُّوقِ القَدِيمِ وَأَكَلْتُ الحَلْوَى العُمَانِيَّةَ.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this is my first visit; yesterday I wandered in the old souk and ate Omani halwa.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 عُمَانَ مِنْ قَبْلُ؟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يَوْمٌ آخَرُ، لَسَبَحْتُ فِي البَحْرِ، وَلَزُرْتُ القَلْعَةَ مَرَّةً ثَانِيَةً.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had another day, I would swim in the sea and visit the castle again.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يَوْمٌ آخَرُ، مَاذَا 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عَادَةً أَلْعَبُ كُرَةَ القَدَمِ يَوْمَ السَّبْتِ، لِأَنِّي فِي فَرِيقِ الحَيِّ؛ وَيَوْمَ الأَحَدِ نَزُورُ جَدَّتِي، وَالأُسْبُوعَ القَادِمَ سَنَذْهَبُ إِلَى الشَّاطِئِ.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football on Saturdays · R: I’m in the local team · E: on Sundays we visit grandma · T: next week we’ll go to the beach.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نِهَايَةِ الأُسْبُوعِ عَادَةً؟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الرَّبِيعِ قَضَيْنَا يَوْمًا فِي مَزْرَعَةٍ قُرْبَ المَدِينَةِ؛ ذَهَبْنَا بِالقِطَارِ، ثُمَّ قَطَفْنَا الفَرَاوِلَةَ، وَأَكَلْنَا الغَدَاءَ عَلَى العُشْبِ، وَكَانَ أَجْمَلَ يَوْمٍ فِي السَّنَةِ.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 day at a farm in spring · E: by train, picked strawberries, lunch on the grass · opinion: the best day of the year.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يَوْمًا مُمْتِعًا قَضَيْتَهُ فِي الخَارِجِ.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لَا، لِأَنَّهُمْ يَقْضُونَ سَاعَاتٍ أَمَامَ الشَّاشَاتِ؛ عِنْدَمَا كَانَ أَبِي صَغِيرًا كَانَ يَلْعَبُ فِي الخَارِجِ كُلَّ يَوْمٍ، لِذٰلِكَ يَجِبُ أَنْ تُنَظِّمَ المَدَارِسُ رِحْلَاتٍ أَكْثَرَ.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no · R: hours in front of screens · past: when dad was young he played outside daily · solution: schools should organise more trips.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يَقْضِي الشَّبَابُ وَقْتًا كَافِيًا فِي الهَوَاءِ الطَّلْقِ؟</a:t>
            </a:r>
            <a:endParaRPr lang="ar-SA" sz="14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AT-A-L10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AT-A-L10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AT-A-L10 · Speaking Practice Room — Mixed Topic A: a Day Out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2026-10-25T14:17:32Z</dcterms:created>
  <dcterms:modified xsi:type="dcterms:W3CDTF">2026-10-25T14:17:32Z</dcterms:modified>
</cp:coreProperties>
</file>