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12 (Topic A Review — mock exam practice, AT-A-L12) — new role plays and questions (not the ones in the Exam Practice workshop), using the lesson’s language (all of Topic A: routine and time, food, health and advice, transport and travel; three time frames, comparisons, idhā and law … la-).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تَسْتَيْقِظِينَ · تَسْتَطِيعِينَ · تَطْبُخِي · تَفْعَلِينَ · سَتَأْتِينَ · تُرِيدِينَ.
Topic A mix: routine (time), food (cooking), health (illness), transport (future) and a reason. Every answer is a short, complete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تَبْدِينَ مُتْعَبَةً · تُحِبِّينَ · تَأْكُلِي · تَشْرَبِي · تُسَافِرِينَ · أَرَدْتِ · عِنْدَكِ.
Topic A mix at Stretch level: kuntu musāfiran · bi-sababi · ufaḍḍilu · comparatives (asraʿu, akthar rāḥa, aghlā) · qabla an + verb in -a ·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Topic A Review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مُرَاجَعَةُ المِحْوَرِ الأَوَّلِ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The last Topic A practice room before the mock: students run their own speaking practice using everything from the topic — a word warm-up, the answer ladder, two mixed role plays (a summer-camp interview, at a train-station café), a conversation with A-R-E-T across all of Topic A, and a one-minute talk.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A: routine, food and health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الرُّوتِينُ وَالطَّعَامُ وَالصِّحَّةُ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 routine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wake up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as-tay-qi-ẓu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سَأَسْتَيْقِظُ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اسْتَيْقَظْتُ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يَسْتَيْقِظُ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 frequency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· أَحْيَانًا · أَبَدًا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usually · sometimes · never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ʿā-da-tan · aḥ-yā-nan · a-ba-dan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 eating out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order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aṭ-lu-bu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نَطْلُبُ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179222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طَلَبْتُ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يَطْلُبُ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 food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la-dhī-dhun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tastier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أَلَذُّ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 advice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must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an …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should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أَلَّا …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 health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…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hurts 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yuʾ-li-mu-nī …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have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تُؤْلِمُنِي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A: travel and top-band structures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وَالجُمَلُ المُتَقَدِّمَةُ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 doctor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نَصَحَنِي بِأَنْ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advised me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na-ṣa-ḥa-nī bi-ʾan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advise you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نَصَحَتْنِي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 transport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الرِّحْلَةُ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journey takes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tas-tagh-ri-qu ar-riḥ-la-tu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سَتَسْتَغْرِقُ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اسْتَغْرَقَتْ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أَسْرَعُ مِنْ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faster than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as-ra-ʿu min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cheaper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L11 travel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 · نَزَلْنَا · زُرْنَا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travelled · stayed · visited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sā-far-nā · na-zal-nā · zur-nā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نَجَحْتُ، سَأُسَافِرُ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pass, I will travel (real)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na-jaḥ-tu, sa-ʾu-sā-fi-ru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وَقْتٌ، لَسَافَرْتُ</a:t>
            </a:r>
            <a:endParaRPr lang="ar-SA" sz="29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had time, I would travel (unreal)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kā-na ʿin-dī waq-tun, la-sā-far-tu</a:t>
            </a:r>
            <a:endParaRPr lang="en-US" sz="135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do you live a healthy life?”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تَعِيشُ حَيَاةً صِحِّيَّةً؟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طَعَامًا صِحِّيًّا وَأُمَارِسُ الرِّيَاضَةَ.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eat healthy food and do sport.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طَعَامًا صِحِّيًّا وَأُمَارِسُ الرِّيَاضَةَ، لِأَنِّي أُرِيدُ أَنْ أَكُونَ نَشِيطًا.</a:t>
            </a:r>
            <a:endParaRPr lang="ar-SA" sz="2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 want to be active.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أَمْشِي إِلَى المَدْرَسَةِ كُلَّ يَوْمٍ، وَأَشْرَبُ ثَمَانِيَةَ أَكْوَابٍ مِنَ المَاءِ.</a:t>
            </a:r>
            <a:endParaRPr lang="ar-SA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for example I walk to school every day and drink eight glasses of water.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عِنْدَمَا كُنْتُ صَغِيرًا كُنْتُ آكُلُ الحَلَوِيَّاتِ كَثِيرًا، أَمَّا الآنَ فَأَتَجَنَّبُهَا؛ وَلَوْ كَانَ عِنْدِي وَقْتٌ أَكْثَرُ، لَسَبَحْتُ كُلَّ يَوْمٍ.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when I was little I ate lots of sweets, but now I avoid them; if I had more time, I would swim every day.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وَأَمْسِ … / غَدًا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ثُمَّ 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عَادِيًّا فِي حَيَاتِكَ.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وَسَأَطْبُخُهَا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وَجْبَةٍ كَانَتْ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أَفْضَلُ وَجْبَةٍ أَكَلْتَهَا؟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أَكُونُ مَرِيضًا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تَكُونُ مَرِيضًا؟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إِذَا … / لَوْ … لَسَافَرْتُ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أُسَافِرَ إِلَى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تُسَافِرَ؟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Helper at a summer camp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مُسَاعِدٌ فِي المُخَيَّمِ الصَّيْفِيِّ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أَسْتَيْقِظُ عَادَةً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usually wake up.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عَادَةً؟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أَسْتَطِيعُ أَنْ أَطْبُخَ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can cook.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تَطْبُخَ؟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أَتَّصِلُ بِالمُمَرِّضَةِ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would do.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إِذَا مَرِضَ طِفْلٌ؟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سَآتِي بِالقِطَارِ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will come.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سَتَأْتِي إِلَى المُخَيَّمِ؟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لِأَنِّي أُحِبُّ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هٰذَا العَمَلَ؟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applying to help · Leader = the camp leader.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delayed train and a café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قِطَارٌ مُتَأَخِّرٌ وَمَقْهًى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happened to your train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تَبْدُو مُتْعَبًا! مَاذَا حَدَثَ؟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politely, with a preference.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تَأْكُلَ أَوْ تَشْرَبَ؟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train with another transport.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تُسَافِرُ كَثِيرًا بِالقِطَارِ؟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advice about your health.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دَوَاءٌ لِلصُّدَاعِ إِذَا أَرَدْتَ.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يَوْمٌ حُرٌّ هُنَا،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traveller whose train is delayed · Leader = a friendly café owner.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مُحَادَثَةٌ عَنْ كُلِّ المِحْوَرِ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العُطْلَةِ؟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 you go to bed on school days?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تَنَامُ فِي أَيَّامِ المَدْرَسَةِ؟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food?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طَعَامُكَ المُفَضَّلُ؟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keep healthy?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عَلَى صِحَّتِكَ؟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سَافَرْتُمْ؟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trip with your family.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قُمْتَ بِهَا مَعَ عَائِلَتِكَ.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young people’s lives healthier than in the past?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حَيَاةُ الشَّبَابِ اليَوْمَ أَصَحُّ مِنَ المَاضِي؟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change one thing in your routine, what would it be?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اسْتَطَعْتَ أَنْ تُغَيِّرَ شَيْئًا فِي رُوتِينِكَ، مَاذَا تُغَيِّرُ؟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life in Topic A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حَيَاتِي فِي المِحْوَرِ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linking all of Topic A: your daily routine, what you eat, how you stay healthy, how you travel — and a trip you remember.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one sentence for each theme (routine · food · health · transport).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reasons, comparisons and a past trip.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three time frames, a concession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law … la-.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with Topic A vocabulary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past, present and future in the same conversation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عَادَةً فِي السَّاعَةِ السَّادِسَةِ وَالنِّصْفِ.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wake up at half past six.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عَادَةً؟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أَسْتَطِيعُ أَنْ أَطْبُخَ المَعْكَرُونَةَ وَالشُّورْبَةَ.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can cook pasta and soup.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تَطْبُخَ؟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بِالمُمَرِّضَةِ فَوْرًا، وَأَبْقَى مَعَهُ.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call the nurse at once and stay with him.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إِذَا مَرِضَ طِفْلٌ؟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سَآتِي بِالقِطَارِ، ثُمَّ بِالحَافِلَةِ.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come by train, then by bus.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سَتَأْتِي إِلَى المُخَيَّمِ؟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أُحِبُّ الأَطْفَالَ، وَأُرِيدُ أَنْ أَكْتَسِبَ خِبْرَةً.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like children, and I want to gain experience.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هٰذَا العَمَلَ؟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مُسَافِرًا إِلَى لَنْدَنَ، لٰكِنَّ القِطَارَ تَأَخَّرَ سَاعَتَيْنِ بِسَبَبِ الثَّلْجِ.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travelling to London, but the train was two hours late because of the snow.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تَبْدُو مُتْعَبًا! مَاذَا حَدَثَ؟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شَايًا بِالنَّعْنَاعِ وَسَنْدَوِيشَ دَجَاجٍ؛ أُفَضِّلُ الطَّعَامَ السَّاخِنَ فِي الشِّتَاءِ.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like mint tea and a chicken sandwich — I prefer hot food in winter.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تَأْكُلَ أَوْ تَشْرَبَ؟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القِطَارَ أَسْرَعُ مِنَ الحَافِلَةِ وَأَكْثَرُ رَاحَةً، لٰكِنَّهُ أَغْلَى.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the train is faster and more comfortable than the bus, but more expensive.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تُسَافِرُ كَثِيرًا بِالقِطَارِ؟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وَهَلْ يَجِبُ أَنْ آكُلَ قَبْلَ أَنْ آخُذَهُ؟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— should I eat before I take it?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دَوَاءٌ لِلصُّدَاعِ إِذَا أَرَدْتَ.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يَوْمٌ حُرٌّ، لَزُرْتُ القَلْعَةَ القَدِيمَةَ، وَلَأَكَلْتُ فِي مَطْعَمِكَ مَرَّةً ثَانِيَةً!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 free day, I would visit the old castle — and eat in your café again!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يَوْمٌ حُرٌّ هُنَا،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عَلَى صِحَّتِي بِالنَّوْمِ الجَيِّدِ، لِأَنَّ النَّوْمَ يُسَاعِدُنِي عَلَى التَّرْكِيزِ؛ أَنَامُ ثَمَانِيَ سَاعَاتٍ، وَفِي الشَّهْرِ القَادِمِ سَأَبْدَأُ دُرُوسَ السِّبَاحَةِ.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by sleeping well · R: sleep helps me concentrate · E: eight hours · T: next month I’ll start swimming lessons.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عَلَى صِحَّتِكَ؟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عِيدِ الأَضْحَى سَافَرْنَا بِالسَّيَّارَةِ إِلَى بَيْتِ جَدِّي فِي الرِّيفِ، وَاسْتَغْرَقَتِ الرِّحْلَةُ أَرْبَعَ سَاعَاتٍ؛ أَكَلْنَا الكَثِيرَ مِنَ اللَّحْمِ، وَلَعِبْتُ مَعَ أَبْنَاءِ عَمِّي فِي الحُقُولِ.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at Eid al-Adha we drove to grandpa’s in the countryside — four hours · E: lots of meat, and I played with my cousins in the fields.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قُمْتَ بِهَا مَعَ عَائِلَتِكَ.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أَنَّنَا نَعْرِفُ اليَوْمَ أَكْثَرَ عَنِ الطَّعَامِ الصِّحِّيِّ، غَيْرَ أَنَّنَا نَجْلِسُ أَكْثَرَ؛ كَانَ جَدِّي يَمْشِي سَاعَتَيْنِ كُلَّ يَوْمٍ، أَمَّا نَحْنُ فَنَذْهَبُ بِالسَّيَّارَةِ إِلَى كُلِّ مَكَانٍ.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we know more about healthy food today, but we sit more · past/contrast: grandpa walked two hours a day, whereas we drive everywhere.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حَيَاةُ الشَّبَابِ اليَوْمَ أَصَحُّ مِنَ المَاضِي؟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AT-A-L12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AT-A-L12 · Speaking Practice Room — Topic A Review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2026-10-25T14:18:25Z</dcterms:created>
  <dcterms:modified xsi:type="dcterms:W3CDTF">2026-10-25T14:18:25Z</dcterms:modified>
</cp:coreProperties>
</file>