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A · Everyday Activities, Lesson 7 (Body Parts and Health Problems, AT-A-L07) — new role plays and questions (not the ones in the Exam Practice workshop), using the lesson’s language (possessive suffixes (raʾsī, ẓahruhu); yuʾlimunī …; ʿindī + symptom; duration with mundhu).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تَأْتِي · ذَهَبْتِ · تَسْتَطِيعِينَ — and the Speaker says مَرِيضَةٌ.
Language: yuʾlimunī ḥalqī (my throat hurts me) · ʿindī suʿālun · mundhu yawmayni (dual) · ʿaṭānī dawāʾan (past).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رِجْلِكِ · سَتَرْجِعِينَ.
Language: kuntu arkuḍu (was running) · possessive suffixes (kāḥilī, rijlī) · comparison akhaffu · hal yajibu an + verb in -a · future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GUIDED PRACTICE  ·  AT-A-L07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AT-A-L07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Body and Health Problems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الجِسْمُ وَالمَشَاكِلُ الصِّحِّيَّةُ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(calling in sick to a sports coach, a sports injury at the school office), a topic conversation with A-R-E-T, and a one-minute talk about a time they were ill.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Advanced Topic A · Everyday Activities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The body — and what hurts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الجِسْمُ وَالأَلَمُ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possessive suffixes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رَأْسٌ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head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raʾ-sun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رَأْسُهَا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رَأْسُهُ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رَأْسِي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his · her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بَطْنٌ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stomach, tummy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baṭ-nun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بَطْنُهَا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بَطْنُهُ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بَطْنِي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· his · her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ظَهْرٌ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back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ẓah-run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her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ظَهْرُهَا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his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ظَهْرُهُ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ظَهْرِي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my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يَدٌ · رِجْلٌ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hand · leg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ya-dun · rij-lun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يَدِي · رِجْلِي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أَيْدٍ · أَرْجُلٌ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hurts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يُؤْلِمُنِي …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… hurts me (masc. body part)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yuʾ-li-mu-nī …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تُؤْلِمُنِي يَدِي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يُؤْلِمُنِي رَأْسِي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0" name="Shape 97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960120" y="4279392"/>
            <a:ext cx="189097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960120" y="4279392"/>
            <a:ext cx="18909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m. · you f. · he · she</a:t>
            </a:r>
            <a:endParaRPr lang="en-US" sz="800" dirty="0"/>
          </a:p>
        </p:txBody>
      </p:sp>
      <p:sp>
        <p:nvSpPr>
          <p:cNvPr id="104" name="Shape 101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5" name="Text 102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6" name="Text 103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…</a:t>
            </a:r>
            <a:endParaRPr lang="ar-SA" sz="3000" dirty="0"/>
          </a:p>
        </p:txBody>
      </p:sp>
      <p:sp>
        <p:nvSpPr>
          <p:cNvPr id="107" name="Text 104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have … (a symptom)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ʿin-dī …</a:t>
            </a:r>
            <a:endParaRPr lang="en-US" sz="1350" dirty="0"/>
          </a:p>
        </p:txBody>
      </p:sp>
      <p:sp>
        <p:nvSpPr>
          <p:cNvPr id="108" name="Shape 105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</a:t>
            </a:r>
            <a:endParaRPr lang="en-US" sz="700" dirty="0"/>
          </a:p>
        </p:txBody>
      </p:sp>
      <p:sp>
        <p:nvSpPr>
          <p:cNvPr id="110" name="Text 107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عِنْدَهُ · عِنْدَهَا</a:t>
            </a:r>
            <a:endParaRPr lang="ar-SA" sz="1350" dirty="0"/>
          </a:p>
        </p:txBody>
      </p:sp>
      <p:sp>
        <p:nvSpPr>
          <p:cNvPr id="111" name="Shape 108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f.</a:t>
            </a:r>
            <a:endParaRPr lang="en-US" sz="700" dirty="0"/>
          </a:p>
        </p:txBody>
      </p:sp>
      <p:sp>
        <p:nvSpPr>
          <p:cNvPr id="113" name="Text 110"/>
          <p:cNvSpPr txBox="1"/>
          <p:nvPr/>
        </p:nvSpPr>
        <p:spPr>
          <a:xfrm>
            <a:off x="1792224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عِنْدَكِ</a:t>
            </a:r>
            <a:endParaRPr lang="ar-SA" sz="1350" dirty="0"/>
          </a:p>
        </p:txBody>
      </p:sp>
      <p:sp>
        <p:nvSpPr>
          <p:cNvPr id="114" name="Shape 111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m.</a:t>
            </a:r>
            <a:endParaRPr lang="en-US" sz="700" dirty="0"/>
          </a:p>
        </p:txBody>
      </p:sp>
      <p:sp>
        <p:nvSpPr>
          <p:cNvPr id="116" name="Text 113"/>
          <p:cNvSpPr txBox="1"/>
          <p:nvPr/>
        </p:nvSpPr>
        <p:spPr>
          <a:xfrm>
            <a:off x="640080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عِنْدَكَ</a:t>
            </a:r>
            <a:endParaRPr lang="ar-SA" sz="1350" dirty="0"/>
          </a:p>
        </p:txBody>
      </p:sp>
      <p:sp>
        <p:nvSpPr>
          <p:cNvPr id="117" name="Text 11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Symptoms and how long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الأَعْرَاضُ وَالمُدَّةُ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symptom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صُدَاعٌ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headache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ṣu-dā-ʿun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symptoms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حُمَّى · زُكَامٌ · سُعَالٌ</a:t>
            </a:r>
            <a:endParaRPr lang="ar-SA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fever · a cold · a cough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ḥum-mā · zu-kā-mun · su-ʿā-lun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مَرِيضٌ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ill, sick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ma-rī-ḍun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مَرْضَى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مَرِيضَةٌ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مَرِيضٌ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604504" y="4279392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604504" y="4279392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pl.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مُتْعَبٌ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tired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mut-ʿa-bun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مُتْعَبُونَ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مُتْعَبَةٌ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مُتْعَبٌ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…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since, for (+ time)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mun-dhu …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960120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60120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بِالتَّعَبِ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feel tired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ash-ʿu-ru bilt-ta-ʿa-bi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2944368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يَشْعُرُونَ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تَشْعُرُ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يَشْعُرُ</a:t>
            </a:r>
            <a:endParaRPr lang="ar-SA" sz="1500" dirty="0"/>
          </a:p>
        </p:txBody>
      </p:sp>
      <p:sp>
        <p:nvSpPr>
          <p:cNvPr id="96" name="Text 9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“When were you last ill?”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كُنْتَ مَرِيضًا آخِرَ مَرَّةٍ؟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مَرِيضًا فِي الشِّتَاءِ المَاضِي.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was ill last winter.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مَرِيضًا فِي الشِّتَاءِ المَاضِي، لِأَنِّي لَعِبْتُ فِي المَطَرِ.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I played in the rain.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وَكَانَ عِنْدِي زُكَامٌ وَحُمَّى، وَبَقِيتُ فِي السَّرِيرِ ثَلَاثَةَ أَيَّامٍ.</a:t>
            </a:r>
            <a:endParaRPr lang="ar-SA" sz="25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 had a cold and a fever, and I stayed in bed for three days.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وَمِنَ الآنَ سَأَلْبَسُ مِعْطَفًا دَائِمًا، فَالصِّحَّةُ فِي رَأْيِي أَهَمُّ مِنَ اللَّعِبِ!</a:t>
            </a:r>
            <a:endParaRPr lang="ar-SA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from now on I will always wear a coat — in my opinion health matters more than play!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أَمْسِ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يُؤْلِمُنِي رَأْسِي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عِنْدَمَا يُؤْلِمُكَ رَأْسُكَ؟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آخِرَ مَرَّةٍ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تَذْهَبُ إِلَى المَدْرَسَةِ عِنْدَمَا تَكُونُ مَرِيضًا؟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مُنْذُ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لِأَنِّي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تَشْعُرُ اليَوْمَ؟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وَتُعْطِينِي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تَعْتَنِي بِي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يَعْتَنِي بِكَ عِنْدَمَا تَمْرَضُ؟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Calling your coach: you are ill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أَتَّصِلُ بِالمُدَرِّبِ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← لِأَنِّي مَرِيضٌ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 are ill.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لِمَاذَا لَمْ تَأْتِ إِلَى التَّدْرِيبِ؟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← يُؤْلِمُنِي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hurts.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 ← مُنْذُ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since when.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نَعَمْ، ذَهَبْتُ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if you saw a doctor.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ذَهَبْتَ إِلَى الطَّبِيبِ؟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 / لَا + أَظُنُّ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تَسْتَطِيعُ أَنْ تَلْعَبَ يَوْمَ السَّبْتِ؟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player who is ill · Leader = the football coach.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An injury in the PE lesson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إِصَابَةٌ فِي حِصَّةِ الرِّيَاضَةِ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what happened (past, sequence).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حَدَثَ؟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pain precisely.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الأَلَمُ بِالضَّبْطِ؟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with a past injury.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 هٰذَا مِنْ قَبْلُ؟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you should do next.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سَأَضَعُ الثَّلْجَ عَلَى رِجْلِكَ.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سَتَرْجِعُ إِلَى البَيْتِ؟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an injured student · Leader = the school first-aider.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صِحَّتِي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وَأَمْسِ؟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are you today?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حَالُكَ اليَوْمَ؟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تَفْعَلُ؟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hurts when you are tired?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يُؤْلِمُكَ عِنْدَمَا تَكُونُ مُتْعَبًا؟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يَوْمًا؟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last time you were ill.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مَرَّةٍ كُنْتَ فِيهَا مَرِيضًا.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eat when you have a cold?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تَأْكُلُ عِنْدَمَا يَكُونُ عِنْدَكَ زُكَامٌ؟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رَأْيُكَ؟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people go to the doctor too quickly?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يَذْهَبُ النَّاسُ إِلَى الطَّبِيبِ بِسُرْعَةٍ كَبِيرَةٍ؟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تَنْجَحُ؟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protect yourself from illness in winter?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تَحْمِي نَفْسَكَ مِنَ الأَمْرَاضِ فِي الشِّتَاءِ؟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a time I was ill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كُنْتُ مَرِيضًا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a time you were ill or hurt: what happened, what hurt, how long it lasted, who helped you — and what you do now to stay well.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three sentences — what hurt,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…, and how long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/ … أَيَّامٍ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how it happened (past), who helped, and a reason.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past + present + future, and advice for others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الشِّتَاءِ المَاضِي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winter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يُؤْلِمُنِي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… was hurting me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بَقِيتُ فِي البَيْتِ … أَيَّامٍ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stayed at home for … days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الآنَ أَحْرِصُ عَلَى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now I make sure to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يُؤْلِمُنِي … / عِنْدِي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 with the right body part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how long with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and used a possessive ending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رَأْسِي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رِجْلُهُ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آسِفٌ، لِأَنِّي مَرِيضٌ اليَوْمَ.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because I am ill today.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لِمَاذَا لَمْ تَأْتِ إِلَى التَّدْرِيبِ؟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يُؤْلِمُنِي حَلْقِي، وَعِنْدِي سُعَالٌ.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throat hurts, and I have a cough.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المُشْكِلَةُ؟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يَوْمَيْنِ.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two days.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ذَهَبْتُ أَمْسِ، وَأَعْطَانِي دَوَاءً.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went yesterday, and he gave me medicine.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ذَهَبْتَ إِلَى الطَّبِيبِ؟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أَظُنُّ ذٰلِكَ، إِذَا شَعَرْتُ بِتَحَسُّنٍ.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so, if I feel better.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تَسْتَطِيعُ أَنْ تَلْعَبَ يَوْمَ السَّبْتِ؟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أَرْكُضُ فِي المَلْعَبِ، ثُمَّ سَقَطْتُ عَلَى رِجْلِي اليُسْرَى.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was running on the pitch, then I fell on my left leg.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حَدَثَ؟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يُؤْلِمُنِي كَاحِلِي كَثِيرًا، وَلَا أَسْتَطِيعُ أَنْ أَمْشِيَ جَيِّدًا.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ankle hurts a lot, and I can’t walk well.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الأَلَمُ بِالضَّبْطِ؟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فِي السَّنَةِ المَاضِيَةِ كَسَرْتُ يَدِي، لٰكِنَّ هٰذَا الأَلَمَ أَخَفُّ.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last year I broke my hand, but this pain is lighter.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حَدَثَ هٰذَا مِنْ قَبْلُ؟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شُكْرًا، وَهَلْ يَجِبُ أَنْ أَذْهَبَ إِلَى المُسْتَشْفَى؟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Thank you — should I go to the hospital?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سَأَضَعُ الثَّلْجَ عَلَى رِجْلِكَ.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سَأَتَّصِلُ بِأُمِّي، وَسَتَأْتِي بِالسَّيَّارَةِ بَعْدَ نِصْفِ سَاعَةٍ.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call my mum, and she will come by car in half an hour.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سَتَرْجِعُ إِلَى البَيْتِ؟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شَهْرِ يَنَايِرَ كَانَ عِنْدِي زُكَامٌ شَدِيدٌ، لِأَنَّ أَخِي الصَّغِيرَ كَانَ مَرِيضًا قَبْلِي؛ بَقِيتُ فِي البَيْتِ أَرْبَعَةَ أَيَّامٍ، وَشَرِبْتُ الشَّايَ بِالعَسَلِ كُلَّ يَوْمٍ.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 bad cold in January · R: my little brother was ill before me · E: four days at home, tea with honey every 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آخِرَ مَرَّةٍ كُنْتَ فِيهَا مَرِيضًا.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 شُورْبَةَ الدَّجَاجِ، لِأَنَّهَا سَاخِنَةٌ وَتُرِيحُ حَلْقِي؛ تَطْبُخُهَا جَدَّتِي دَائِمًا بِالثُّومِ وَالزَّنْجَبِيلِ، وَفِي المَرَّةِ القَادِمَةِ سَأَطْبُخُهَا أَنَا.</a:t>
            </a:r>
            <a:endParaRPr lang="ar-SA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chicken soup · R: it’s hot and soothes my throat · E: grandma always adds garlic and ginger · T: next time I’ll cook it myself.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تَأْكُلُ عِنْدَمَا يَكُونُ عِنْدَكَ زُكَامٌ؟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بَعْضُ النَّاسِ يَذْهَبُونَ مِنْ أَجْلِ زُكَامٍ بَسِيطٍ، مِمَّا يَجْعَلُ العِيَادَاتِ مُزْدَحِمَةً؛ لٰكِنْ إِذَا كَانَتِ الحُمَّى قَوِيَّةً، فَيَجِبُ أَنْ نَذْهَبَ فَوْرًا.</a:t>
            </a:r>
            <a:endParaRPr lang="ar-SA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some go for a simple cold, making clinics crowded · contrast/condition: but if the fever is high we must go at once.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يَذْهَبُ النَّاسُ إِلَى الطَّبِيبِ بِسُرْعَةٍ كَبِيرَةٍ؟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AT-A-L07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practice room · AT-A-L07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AT-A-L07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AT-A-L07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AT-A-L07 · Speaking Practice Room — Body and Health Problems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2026-10-25T14:08:58Z</dcterms:created>
  <dcterms:modified xsi:type="dcterms:W3CDTF">2026-10-25T14:08:58Z</dcterms:modified>
</cp:coreProperties>
</file>