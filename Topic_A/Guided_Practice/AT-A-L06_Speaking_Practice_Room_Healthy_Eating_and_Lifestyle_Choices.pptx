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A · Everyday Activities, Lesson 6 (Healthy Eating and Lifestyle Choices, AT-A-L06) — new role plays and questions (not the ones in the Exam Practice workshop), using the lesson’s language (food, sport and sleep vocabulary; advice with يَجِبُ / يَنْبَغِي أَنْ + verb in -a; reasons; past and future).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2 (read together for 2 min). Each level ADDS one thing. Core aims for level 2, Develop for level 3, Stretch for level 4. Point at what each level ADDS: لِأَنَّ (reason) · ثَلَاثَ مَرَّاتٍ فِي الأُسْبُوعِ (frequency) · سَأَتَعَلَّمُ (future) + فِي رَأْيِي (opinion).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تَقْتَرِحِينَ · تَأْكُلِينَ.
Language: يُحِبُّ الطُّلَّابُ أَنْ يَأْكُلُوا (they like to eat) · أَقْتَرِحُ (I suggest) · numbers 3–10 + plural: خَمْسَةَ أَيَّامٍ · بَدَلَ (instead of).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مَارَسْتِهَا · تَوَقَّفْتِ · يَوْمُكِ · تَتَدَرَّبِي · هَدَفُكِ — and the Speaker says مَشْغُولَةً.
Language: كُنْتُ + present (used to) · لِأَنِّي كُنْتُ … · a daily-routine sequence · the Speaker ASKS with يَنْبَغِي أَنْ + verb in -a · future with sa-.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GUIDED PRACTICE  ·  AT-A-L06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AT-A-L06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A Healthy Lifestyle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نَمَطُ الحَيَاةِ الصِّحِّيُّ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(a healthy canteen menu, a personal trainer), a topic conversation with A-R-E-T, and a one-minute talk about their healthy week.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Advanced Topic A · Everyday Activities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AT-A-L06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Healthy habits and advice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العَادَاتُ الصِّحِّيَّةُ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أُمَارِسُ الرِّيَاضَةَ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do sport / exercise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u-mā-ri-su ar-ri-yā-ḍa-ta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يُمَارِسُونَ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تُمَارِسُ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يُمَارِسُ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أَنَامُ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sleep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a-nā-mu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يَنَامُونَ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تَنَامُ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يَنَامُ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أُحَافِظُ عَلَى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look after, keep up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u-ḥā-fi-ẓu ʿa-lā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يُحَافِظُونَ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تُحَافِظُ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يُحَافِظُ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أَتَجَنَّبُ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avoid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a-ta-jan-na-bu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يَتَجَنَّبُونَ</a:t>
            </a:r>
            <a:endParaRPr lang="ar-SA" sz="135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تَتَجَنَّبُ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يَتَجَنَّبُ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advice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…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you must … (+ verb in -a)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ya-ji-bu an …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advice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…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you should … (+ verb in -a)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yan-ba-ghī an …</a:t>
            </a:r>
            <a:endParaRPr lang="en-US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Healthy, active — and what to avoid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التَّغْذِيَةُ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64226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6422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non-hum.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صِحِّيٌّ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healthy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ṣiḥ-ḥiy-yun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صِحِّيَّةٌ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صِحِّيَّةٌ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صِحِّيٌّ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نَشِيطٌ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active, energetic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na-shī-ṭun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نَشِيطُونَ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نَشِيطَةٌ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نَشِيطٌ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food groups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خُضَارٌ وَفَوَاكِهُ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vegetables and fruit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khu-ḍā-run wa-fa-wā-ki-hu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nutrition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السُّكَّرُ · الدُّهُونُ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sugar · fats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as-suk-ka-ru · ad-du-hū-nu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عَادَةٌ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habit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ʿā-da-tun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عَادَاتٌ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عَادَةٌ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وَجْبَةٌ سَرِيعَةٌ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fast food (a quick meal)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waj-ba-tun sa-rī-ʿa-tun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وَجَبَاتٌ سَرِيعَةٌ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وَجْبَةٌ سَرِيعَةٌ</a:t>
            </a:r>
            <a:endParaRPr lang="ar-SA" sz="1500" dirty="0"/>
          </a:p>
        </p:txBody>
      </p:sp>
      <p:sp>
        <p:nvSpPr>
          <p:cNvPr id="99" name="Text 9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“How do you look after your health?”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تُحَافِظُ عَلَى صِحَّتِكَ؟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أُحَافِظُ عَلَى صِحَّتِي بِالرِّيَاضَةِ.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look after my health with sport.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أُحَافِظُ عَلَى صِحَّتِي بِالرِّيَاضَةِ، لِأَنَّهَا تُعْطِينِي طَاقَةً.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it gives me energy.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1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لِأَنَّهَا تُعْطِينِي طَاقَةً، وَأَرْكُضُ فِي الحَدِيقَةِ ثَلَاثَ مَرَّاتٍ فِي الأُسْبُوعِ.</a:t>
            </a:r>
            <a:endParaRPr lang="ar-SA" sz="21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and I run in the park three times a week.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الصَّيْفِ القَادِمِ سَأَتَعَلَّمُ السِّبَاحَةَ، فَهِيَ فِي رَأْيِي أَفْضَلُ رِيَاضَةٍ.</a:t>
            </a:r>
            <a:endParaRPr lang="ar-SA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and next summer I will learn to swim — in my opinion it is the best sport.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فِي المَدْرَسَةِ / كُلَّ يَوْمٍ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/ لِأَنَّهَا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آكُلُ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تَأْكُلُ فِي الغَدَاءِ عَادَةً؟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وَأَمْسِ نِمْتُ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لِأَنِّي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أَنَامُ … سَاعَاتٍ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تَنَامُ جَيِّدًا؟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أُمَارِسُهَا مَعَ … / سَوْفَ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لِأَنَّهَا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الرِّيَاضَةُ الَّتِي تُفَضِّلُهَا؟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وَمِنَ الآنَ سَأَتَجَنَّبُ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عَادَةٌ … :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العَادَةُ غَيْرُ الصِّحِّيَّةِ عِنْدَكَ؟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A healthy menu for the canteen</a:t>
            </a:r>
            <a:endParaRPr lang="en-US" sz="2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قَائِمَةُ طَعَامٍ صِحِّيَّةٌ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يُحِبُّ الطُّلَّابُ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students like to eat.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يُحِبُّ الطُّلَّابُ أَنْ يَأْكُلُوا؟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← أَقْتَرِحُ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one healthy dish.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الطَّعَامُ الصِّحِّيُّ الَّذِي تَقْتَرِحُهُ؟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← رَقْمٌ + أَيَّامٍ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many days to serve fruit.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يَوْمًا فِي الأُسْبُوعِ نُقَدِّمُ الفَوَاكِهَ؟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نَبِيعُ … وَ…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drinks instead of fizzy drinks.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نَبِيعُ بَدَلَ المَشْرُوبَاتِ الغَازِيَّةِ؟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 / لَا + جُمْلَةٌ كَامِلَةٌ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تَأْكُلُ فِي المَقْصَفِ كُلَّ يَوْمٍ؟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student on the school council · Leader = the canteen manager. Use the plan column in your 1 minute of preparation, then hide it and speak. Then swap roles.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Your first session with a personal trainer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المُدَرِّبِ الشَّخْصِيِّ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sport you used to do (past).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الرِّيَاضَةُ الَّتِي مَارَسْتَهَا فِي المَاضِي؟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reason.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تَوَقَّفْتَ؟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usual day: food and sleep.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يَوْمُكَ عَادَةً؟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 question about the training plan.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تَتَدَرَّبَ ثَلَاثَ مَرَّاتٍ فِي الأُسْبُوعِ.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هَدَفُكَ بَعْدَ ثَلَاثَةِ أَشْهُرٍ؟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someone who wants to get fit · Leader = the personal trainer.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صِحَّتِي وَعَادَاتِي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meal?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وَجْبَتُكَ المُفَضَّلَةُ؟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وَأَمْسِ؟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hours do you usually sleep?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تَنَامُ عَادَةً؟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eat fast food?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تَأْكُلُ الوَجَبَاتِ السَّرِيعَةَ؟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نِهَايَةِ الأُسْبُوعِ القَادِمِ؟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did you do last weekend to be active?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فِي نِهَايَةِ الأُسْبُوعِ المَاضِي لِتَكُونَ نَشِيطًا؟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فِي رَأْيِكَ؟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young people less active today than in the past?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الشَّبَابُ اليَوْمَ أَقَلُّ نَشَاطًا مِنَ المَاضِي؟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يَجِبُ أَنْ يَتَجَنَّبَ؟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health advice would you give a new student?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النَّصِيحَةُ الَّتِي تُعْطِيهَا لِطَالِبٍ جَدِيدٍ عَنِ الصِّحَّةِ؟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my healthy week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أُسْبُوعِي الصِّحِّيُّ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your week: what you eat and drink, the sport you do, how you sleep — and one change you will make.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three sentences — food, sport, sleep (present tense).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reasons and how often, and one past sentence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نِهَايَةِ الأُسْبُوعِ المَاضِي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all three time frames, some advice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 and an opinion.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سَأَتَكَلَّمُ عَنْ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going to talk about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الأُسْبُوعِ المَاضِي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last week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the topic words (food, sport, sleep) with the right I / he / she endings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advice with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/ يَنْبَغِي أَنْ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a verb in -a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يُحِبُّ الطُّلَّابُ البِيتْزَا وَالمَعْكَرُونَةَ.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Students like pizza and pasta.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يُحِبُّ الطُّلَّابُ أَنْ يَأْكُلُوا؟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أَقْتَرِحُ سَلَطَةَ الدَّجَاجِ مَعَ الأَرُزِّ.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suggest chicken salad with rice.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الطَّعَامُ الصِّحِّيُّ الَّذِي تَقْتَرِحُهُ؟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خَمْسَةَ أَيَّامٍ فِي الأُسْبُوعِ، كُلَّ يَوْمٍ دِرَاسِيٍّ.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Five days a week — every school day.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يَوْمًا فِي الأُسْبُوعِ نُقَدِّمُ الفَوَاكِهَ؟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نَبِيعُ المَاءَ وَعَصِيرَ البُرْتُقَالِ الطَّبِيعِيَّ.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sell water and natural orange juice.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نَبِيعُ بَدَلَ المَشْرُوبَاتِ الغَازِيَّةِ؟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آكُلُ فِي المَقْصَفِ ثَلَاثَ مَرَّاتٍ فِي الأُسْبُوعِ فَقَطْ.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 only eat in the canteen three times a week.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تَأْكُلُ فِي المَقْصَفِ كُلَّ يَوْمٍ؟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أَلْعَبُ كُرَةَ السَّلَّةِ فِي المَدْرَسَةِ الابْتِدَائِيَّةِ، لٰكِنِّي تَوَقَّفْتُ.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used to play basketball at primary school, but I stopped.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الرِّيَاضَةُ الَّتِي مَارَسْتَهَا فِي المَاضِي؟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تَوَقَّفْتُ لِأَنِّي كُنْتُ مَشْغُولًا جِدًّا بِالدِّرَاسَةِ وَالوَاجِبَاتِ.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stopped because I was very busy with studying and homework.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تَوَقَّفْتَ؟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أَسْتَيْقِظُ مُبَكِّرًا، وَآكُلُ فُطُورًا خَفِيفًا، وَأَنَامُ فِي السَّاعَةِ الحَادِيَةَ عَشْرَةَ.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get up early, eat a light breakfast and go to bed at eleven.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يَوْمُكَ عَادَةً؟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دَقِيقَةً يَنْبَغِي أَنْ أَتَدَرَّبَ كُلَّ مَرَّةٍ؟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minutes should I train each time?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تَتَدَرَّبَ ثَلَاثَ مَرَّاتٍ فِي الأُسْبُوعِ.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ثَلَاثَةِ أَشْهُرٍ سَأَرْكُضُ خَمْسَةَ كِيلُومِتْرَاتٍ دُونَ تَوَقُّفٍ.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three months I will run five kilometres without stopping.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هَدَفُكَ بَعْدَ ثَلَاثَةِ أَشْهُرٍ؟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وَجْبَتِي المُفَضَّلَةُ السَّمَكُ مَعَ الخُضَارِ، لِأَنَّهَا لَذِيذَةٌ وَصِحِّيَّةٌ؛ تَطْبُخُهَا أُمِّي كُلَّ يَوْمِ جُمُعَةٍ، وَفِي المُسْتَقْبَلِ سَأَتَعَلَّمُ أَنْ أَطْبُخَهَا.</a:t>
            </a:r>
            <a:endParaRPr lang="ar-SA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fish with vegetables · R: tasty and healthy · E: mum cooks it every Friday · T: I will learn to cook it.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وَجْبَتُكَ المُفَضَّلَةُ؟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مَشَيْتُ مَعَ أَبِي إِلَى الحَدِيقَةِ سَاعَةً كَامِلَةً، لِأَنَّ الجَوَّ كَانَ جَمِيلًا؛ ثُمَّ لَعِبْنَا كُرَةَ القَدَمِ، وَفِي نِهَايَةِ الأُسْبُوعِ القَادِمِ سَنَرْكَبُ الدَّرَّاجَاتِ.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walked to the park for an hour · R: the weather was lovely · E: then we played football · T: next weekend we will cycle.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فِي نِهَايَةِ الأُسْبُوعِ المَاضِي لِتَكُونَ نَشِيطًا؟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الشَّبَابَ يَجْلِسُونَ أَمَامَ الشَّاشَاتِ كَثِيرًا، لِذٰلِكَ هُمْ أَقَلُّ نَشَاطًا؛ فِي المَاضِي كَانَ الأَطْفَالُ يَلْعَبُونَ فِي الشَّارِعِ، وَلٰكِنْ فِي رَأْيِي تُسَاعِدُنَا تَطْبِيقَاتُ الرِّيَاضَةِ اليَوْمَ.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+ R: yes — screens, so less active · E/T: in the past children played in the street · opinion: sports apps can help us today.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الشَّبَابُ اليَوْمَ أَقَلُّ نَشَاطًا مِنَ المَاضِي؟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advice with yajibu an / yanbaghī an + a verb in -a.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AT-A-L06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AT-A-L06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AT-A-L06 · Speaking Practice Room — A Healthy Lifestyle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2026-10-25T13:10:21Z</dcterms:created>
  <dcterms:modified xsi:type="dcterms:W3CDTF">2026-10-25T13:10:21Z</dcterms:modified>
</cp:coreProperties>
</file>